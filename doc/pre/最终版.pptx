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3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notesSlides/notesSlide4.xml" ContentType="application/vnd.openxmlformats-officedocument.presentationml.notesSlid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notesSlides/notesSlide5.xml" ContentType="application/vnd.openxmlformats-officedocument.presentationml.notesSlide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notesSlides/notesSlide6.xml" ContentType="application/vnd.openxmlformats-officedocument.presentationml.notesSlide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notesSlides/notesSlide7.xml" ContentType="application/vnd.openxmlformats-officedocument.presentationml.notesSlide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notesSlides/notesSlide8.xml" ContentType="application/vnd.openxmlformats-officedocument.presentationml.notesSlide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notesSlides/notesSlide9.xml" ContentType="application/vnd.openxmlformats-officedocument.presentationml.notesSlide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notesSlides/notesSlide10.xml" ContentType="application/vnd.openxmlformats-officedocument.presentationml.notesSlide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notesSlides/notesSlide11.xml" ContentType="application/vnd.openxmlformats-officedocument.presentationml.notesSlide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notesSlides/notesSlide12.xml" ContentType="application/vnd.openxmlformats-officedocument.presentationml.notesSlide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notesSlides/notesSlide13.xml" ContentType="application/vnd.openxmlformats-officedocument.presentationml.notesSlide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notesSlides/notesSlide14.xml" ContentType="application/vnd.openxmlformats-officedocument.presentationml.notesSlide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notesSlides/notesSlide15.xml" ContentType="application/vnd.openxmlformats-officedocument.presentationml.notesSlide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notesSlides/notesSlide16.xml" ContentType="application/vnd.openxmlformats-officedocument.presentationml.notesSlide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notesSlides/notesSlide17.xml" ContentType="application/vnd.openxmlformats-officedocument.presentationml.notesSlide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notesSlides/notesSlide18.xml" ContentType="application/vnd.openxmlformats-officedocument.presentationml.notesSlide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notesSlides/notesSlide19.xml" ContentType="application/vnd.openxmlformats-officedocument.presentationml.notesSlide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notesSlides/notesSlide20.xml" ContentType="application/vnd.openxmlformats-officedocument.presentationml.notesSlide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23"/>
    <p:sldMasterId id="2147483660" r:id="rId24"/>
  </p:sldMasterIdLst>
  <p:notesMasterIdLst>
    <p:notesMasterId r:id="rId46"/>
  </p:notesMasterIdLst>
  <p:sldIdLst>
    <p:sldId id="259" r:id="rId25"/>
    <p:sldId id="317" r:id="rId26"/>
    <p:sldId id="262" r:id="rId27"/>
    <p:sldId id="265" r:id="rId28"/>
    <p:sldId id="280" r:id="rId29"/>
    <p:sldId id="283" r:id="rId30"/>
    <p:sldId id="286" r:id="rId31"/>
    <p:sldId id="268" r:id="rId32"/>
    <p:sldId id="289" r:id="rId33"/>
    <p:sldId id="292" r:id="rId34"/>
    <p:sldId id="271" r:id="rId35"/>
    <p:sldId id="295" r:id="rId36"/>
    <p:sldId id="298" r:id="rId37"/>
    <p:sldId id="274" r:id="rId38"/>
    <p:sldId id="301" r:id="rId39"/>
    <p:sldId id="304" r:id="rId40"/>
    <p:sldId id="307" r:id="rId41"/>
    <p:sldId id="277" r:id="rId42"/>
    <p:sldId id="310" r:id="rId43"/>
    <p:sldId id="313" r:id="rId44"/>
    <p:sldId id="316" r:id="rId45"/>
  </p:sldIdLst>
  <p:sldSz cx="12192000" cy="6858000"/>
  <p:notesSz cx="6858000" cy="9144000"/>
  <p:custDataLst>
    <p:tags r:id="rId4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21E6E86-B254-5D9A-C3B5-045F9BD0045E}" name="明轩 李" initials="明李" userId="56b70a7bcc4e201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0"/>
  </p:normalViewPr>
  <p:slideViewPr>
    <p:cSldViewPr>
      <p:cViewPr varScale="1">
        <p:scale>
          <a:sx n="107" d="100"/>
          <a:sy n="107" d="100"/>
        </p:scale>
        <p:origin x="84" y="1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slide" Target="slides/slide2.xml"/><Relationship Id="rId39" Type="http://schemas.openxmlformats.org/officeDocument/2006/relationships/slide" Target="slides/slide15.xml"/><Relationship Id="rId21" Type="http://schemas.openxmlformats.org/officeDocument/2006/relationships/customXml" Target="../customXml/item21.xml"/><Relationship Id="rId34" Type="http://schemas.openxmlformats.org/officeDocument/2006/relationships/slide" Target="slides/slide10.xml"/><Relationship Id="rId42" Type="http://schemas.openxmlformats.org/officeDocument/2006/relationships/slide" Target="slides/slide18.xml"/><Relationship Id="rId47" Type="http://schemas.openxmlformats.org/officeDocument/2006/relationships/tags" Target="tags/tag1.xml"/><Relationship Id="rId50" Type="http://schemas.openxmlformats.org/officeDocument/2006/relationships/theme" Target="theme/theme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9" Type="http://schemas.openxmlformats.org/officeDocument/2006/relationships/slide" Target="slides/slide5.xml"/><Relationship Id="rId11" Type="http://schemas.openxmlformats.org/officeDocument/2006/relationships/customXml" Target="../customXml/item11.xml"/><Relationship Id="rId24" Type="http://schemas.openxmlformats.org/officeDocument/2006/relationships/slideMaster" Target="slideMasters/slideMaster2.xml"/><Relationship Id="rId32" Type="http://schemas.openxmlformats.org/officeDocument/2006/relationships/slide" Target="slides/slide8.xml"/><Relationship Id="rId37" Type="http://schemas.openxmlformats.org/officeDocument/2006/relationships/slide" Target="slides/slide13.xml"/><Relationship Id="rId40" Type="http://schemas.openxmlformats.org/officeDocument/2006/relationships/slide" Target="slides/slide16.xml"/><Relationship Id="rId45" Type="http://schemas.openxmlformats.org/officeDocument/2006/relationships/slide" Target="slides/slide21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Master" Target="slideMasters/slideMaster1.xml"/><Relationship Id="rId28" Type="http://schemas.openxmlformats.org/officeDocument/2006/relationships/slide" Target="slides/slide4.xml"/><Relationship Id="rId36" Type="http://schemas.openxmlformats.org/officeDocument/2006/relationships/slide" Target="slides/slide12.xml"/><Relationship Id="rId49" Type="http://schemas.openxmlformats.org/officeDocument/2006/relationships/viewProps" Target="viewProps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31" Type="http://schemas.openxmlformats.org/officeDocument/2006/relationships/slide" Target="slides/slide7.xml"/><Relationship Id="rId44" Type="http://schemas.openxmlformats.org/officeDocument/2006/relationships/slide" Target="slides/slide20.xml"/><Relationship Id="rId52" Type="http://schemas.microsoft.com/office/2018/10/relationships/authors" Target="author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slide" Target="slides/slide3.xml"/><Relationship Id="rId30" Type="http://schemas.openxmlformats.org/officeDocument/2006/relationships/slide" Target="slides/slide6.xml"/><Relationship Id="rId35" Type="http://schemas.openxmlformats.org/officeDocument/2006/relationships/slide" Target="slides/slide11.xml"/><Relationship Id="rId43" Type="http://schemas.openxmlformats.org/officeDocument/2006/relationships/slide" Target="slides/slide19.xml"/><Relationship Id="rId48" Type="http://schemas.openxmlformats.org/officeDocument/2006/relationships/presProps" Target="presProps.xml"/><Relationship Id="rId8" Type="http://schemas.openxmlformats.org/officeDocument/2006/relationships/customXml" Target="../customXml/item8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slide" Target="slides/slide1.xml"/><Relationship Id="rId33" Type="http://schemas.openxmlformats.org/officeDocument/2006/relationships/slide" Target="slides/slide9.xml"/><Relationship Id="rId38" Type="http://schemas.openxmlformats.org/officeDocument/2006/relationships/slide" Target="slides/slide14.xml"/><Relationship Id="rId46" Type="http://schemas.openxmlformats.org/officeDocument/2006/relationships/notesMaster" Target="notesMasters/notesMaster1.xml"/><Relationship Id="rId20" Type="http://schemas.openxmlformats.org/officeDocument/2006/relationships/customXml" Target="../customXml/item20.xml"/><Relationship Id="rId41" Type="http://schemas.openxmlformats.org/officeDocument/2006/relationships/slide" Target="slides/slide17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33DE94-F472-490C-B9F4-239AB0BE02DD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6F0FF-101C-41B4-BFB0-3CD02ACFD7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11:29:49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FB71EF-FBFD-4122-B376-7970989379A9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0691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188F3-69D3-4061-9271-EC28C4778B56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A74383-5C3A-46DA-B392-F2DF5C0028B9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FB71EF-FBFD-4122-B376-7970989379A9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A74383-5C3A-46DA-B392-F2DF5C0028B9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A74383-5C3A-46DA-B392-F2DF5C0028B9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A82DE00-4109-40E5-B40D-FF6F448FE88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E8DDB-6DA6-4A94-BAC1-E344D99C9F52}" type="slidenum">
              <a:rPr lang="zh-CN" altLang="en-US" smtClean="0"/>
              <a:t>13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A74383-5C3A-46DA-B392-F2DF5C0028B9}" type="slidenum">
              <a:rPr lang="zh-CN" altLang="en-US" smtClean="0"/>
              <a:t>15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A74383-5C3A-46DA-B392-F2DF5C0028B9}" type="slidenum">
              <a:rPr lang="zh-CN" altLang="en-US" smtClean="0"/>
              <a:t>16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E8DDB-6DA6-4A94-BAC1-E344D99C9F52}" type="slidenum">
              <a:rPr lang="zh-CN" altLang="en-US" smtClean="0"/>
              <a:t>17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188F3-69D3-4061-9271-EC28C4778B56}" type="slidenum">
              <a:rPr lang="zh-CN" altLang="en-US" smtClean="0"/>
              <a:t>19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4188F3-69D3-4061-9271-EC28C4778B56}" type="slidenum">
              <a:rPr lang="zh-CN" altLang="en-US" smtClean="0"/>
              <a:t>20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t>Generate By BIYOO ChatPPT.
HomePage：www.chat-ppt.com
AIGC 2026/7/7 11:52:52
[AI生成内容仅供参考，请注意甄别准确性]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B24501F-E9A0-42CF-9D08-0CD1229F841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AE8225B-040A-410C-91C1-36C2C433CBBE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F9F92F9-916C-4080-B0F3-84602F227BFC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B798370-B4FA-4A19-9FC9-27ACA9B4644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B2C5E87-27EB-4796-97EC-FB2C95C468E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7959EF5-535A-4502-8A16-A8AC27FA92F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D7DFDBA-DFD6-4FB1-87A9-3EF81411B7F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8F887F8-B736-4CD8-BAB2-31A8564733D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30BE019-E1AE-44E0-A31B-74839FDA4DCE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CDD873F-7308-478F-999E-F2EEBDD6FE9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E1ACCD2-3B95-4E1D-9699-8FFE918C1DFC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FD93EE9-1E2A-4C4F-8DBB-A8CA7E9AE238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184152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1551E47-F0A2-4F70-97D7-33E305D95C4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110810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851F92F-DD00-49D0-9F75-C57428319E1B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489654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E012092-B05F-4DB5-AED5-7D657209115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143834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BC3FB6D8-5B75-44C2-ABC9-C3465630314E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54251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70D00A24-A974-43C4-924E-0C0FFDA9831C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07026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2CED1B6-94B7-4D8D-A8B1-0073D56FFB8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28274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013835D-1A8D-4026-A1E6-46EC9ACF360E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929582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0F1E7FE-1080-4498-ACDA-33957CD5A435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966713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7FF34DB-1D95-4405-93D3-C049C3E605F8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608032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0C11805-0485-418D-AB5A-AC23D632ECDB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18825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24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3" Type="http://schemas.openxmlformats.org/officeDocument/2006/relationships/tags" Target="../tags/tag4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10" Type="http://schemas.openxmlformats.org/officeDocument/2006/relationships/image" Target="../media/image2.png"/><Relationship Id="rId4" Type="http://schemas.openxmlformats.org/officeDocument/2006/relationships/tags" Target="../tags/tag5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13" Type="http://schemas.openxmlformats.org/officeDocument/2006/relationships/notesSlide" Target="../notesSlides/notesSlide2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12" Type="http://schemas.openxmlformats.org/officeDocument/2006/relationships/slideLayout" Target="../slideLayouts/slideLayout18.xml"/><Relationship Id="rId2" Type="http://schemas.openxmlformats.org/officeDocument/2006/relationships/tags" Target="../tags/tag8.xml"/><Relationship Id="rId1" Type="http://schemas.openxmlformats.org/officeDocument/2006/relationships/customXml" Target="../../customXml/item22.xml"/><Relationship Id="rId6" Type="http://schemas.openxmlformats.org/officeDocument/2006/relationships/tags" Target="../tags/tag12.xml"/><Relationship Id="rId11" Type="http://schemas.openxmlformats.org/officeDocument/2006/relationships/tags" Target="../tags/tag17.xml"/><Relationship Id="rId5" Type="http://schemas.openxmlformats.org/officeDocument/2006/relationships/tags" Target="../tags/tag11.xml"/><Relationship Id="rId15" Type="http://schemas.openxmlformats.org/officeDocument/2006/relationships/image" Target="../media/image4.jpeg"/><Relationship Id="rId10" Type="http://schemas.openxmlformats.org/officeDocument/2006/relationships/tags" Target="../tags/tag16.xml"/><Relationship Id="rId4" Type="http://schemas.openxmlformats.org/officeDocument/2006/relationships/tags" Target="../tags/tag10.xml"/><Relationship Id="rId9" Type="http://schemas.openxmlformats.org/officeDocument/2006/relationships/tags" Target="../tags/tag15.xml"/><Relationship Id="rId1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13" Type="http://schemas.openxmlformats.org/officeDocument/2006/relationships/tags" Target="../tags/tag30.xml"/><Relationship Id="rId18" Type="http://schemas.openxmlformats.org/officeDocument/2006/relationships/notesSlide" Target="../notesSlides/notesSlide3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12" Type="http://schemas.openxmlformats.org/officeDocument/2006/relationships/tags" Target="../tags/tag29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19.xml"/><Relationship Id="rId16" Type="http://schemas.openxmlformats.org/officeDocument/2006/relationships/tags" Target="../tags/tag33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11" Type="http://schemas.openxmlformats.org/officeDocument/2006/relationships/tags" Target="../tags/tag28.xml"/><Relationship Id="rId5" Type="http://schemas.openxmlformats.org/officeDocument/2006/relationships/tags" Target="../tags/tag22.xml"/><Relationship Id="rId15" Type="http://schemas.openxmlformats.org/officeDocument/2006/relationships/tags" Target="../tags/tag32.xml"/><Relationship Id="rId10" Type="http://schemas.openxmlformats.org/officeDocument/2006/relationships/tags" Target="../tags/tag27.xml"/><Relationship Id="rId19" Type="http://schemas.openxmlformats.org/officeDocument/2006/relationships/image" Target="../media/image2.png"/><Relationship Id="rId4" Type="http://schemas.openxmlformats.org/officeDocument/2006/relationships/tags" Target="../tags/tag21.xml"/><Relationship Id="rId9" Type="http://schemas.openxmlformats.org/officeDocument/2006/relationships/tags" Target="../tags/tag26.xml"/><Relationship Id="rId14" Type="http://schemas.openxmlformats.org/officeDocument/2006/relationships/tags" Target="../tags/tag3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3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13" Type="http://schemas.openxmlformats.org/officeDocument/2006/relationships/slideLayout" Target="../slideLayouts/slideLayout7.xml"/><Relationship Id="rId3" Type="http://schemas.openxmlformats.org/officeDocument/2006/relationships/tags" Target="../tags/tag40.xml"/><Relationship Id="rId7" Type="http://schemas.openxmlformats.org/officeDocument/2006/relationships/tags" Target="../tags/tag44.xml"/><Relationship Id="rId12" Type="http://schemas.openxmlformats.org/officeDocument/2006/relationships/tags" Target="../tags/tag49.xml"/><Relationship Id="rId2" Type="http://schemas.openxmlformats.org/officeDocument/2006/relationships/tags" Target="../tags/tag39.xml"/><Relationship Id="rId16" Type="http://schemas.openxmlformats.org/officeDocument/2006/relationships/image" Target="../media/image6.jpeg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11" Type="http://schemas.openxmlformats.org/officeDocument/2006/relationships/tags" Target="../tags/tag48.xml"/><Relationship Id="rId5" Type="http://schemas.openxmlformats.org/officeDocument/2006/relationships/tags" Target="../tags/tag42.xml"/><Relationship Id="rId15" Type="http://schemas.openxmlformats.org/officeDocument/2006/relationships/image" Target="../media/image5.jpeg"/><Relationship Id="rId10" Type="http://schemas.openxmlformats.org/officeDocument/2006/relationships/tags" Target="../tags/tag47.xml"/><Relationship Id="rId4" Type="http://schemas.openxmlformats.org/officeDocument/2006/relationships/tags" Target="../tags/tag41.xml"/><Relationship Id="rId9" Type="http://schemas.openxmlformats.org/officeDocument/2006/relationships/tags" Target="../tags/tag46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tags" Target="../tags/tag62.xml"/><Relationship Id="rId18" Type="http://schemas.openxmlformats.org/officeDocument/2006/relationships/tags" Target="../tags/tag67.xml"/><Relationship Id="rId26" Type="http://schemas.openxmlformats.org/officeDocument/2006/relationships/tags" Target="../tags/tag75.xml"/><Relationship Id="rId3" Type="http://schemas.openxmlformats.org/officeDocument/2006/relationships/tags" Target="../tags/tag52.xml"/><Relationship Id="rId21" Type="http://schemas.openxmlformats.org/officeDocument/2006/relationships/tags" Target="../tags/tag70.xml"/><Relationship Id="rId34" Type="http://schemas.openxmlformats.org/officeDocument/2006/relationships/notesSlide" Target="../notesSlides/notesSlide6.xml"/><Relationship Id="rId7" Type="http://schemas.openxmlformats.org/officeDocument/2006/relationships/tags" Target="../tags/tag56.xml"/><Relationship Id="rId12" Type="http://schemas.openxmlformats.org/officeDocument/2006/relationships/tags" Target="../tags/tag61.xml"/><Relationship Id="rId17" Type="http://schemas.openxmlformats.org/officeDocument/2006/relationships/tags" Target="../tags/tag66.xml"/><Relationship Id="rId25" Type="http://schemas.openxmlformats.org/officeDocument/2006/relationships/tags" Target="../tags/tag74.xml"/><Relationship Id="rId33" Type="http://schemas.openxmlformats.org/officeDocument/2006/relationships/slideLayout" Target="../slideLayouts/slideLayout7.xml"/><Relationship Id="rId2" Type="http://schemas.openxmlformats.org/officeDocument/2006/relationships/tags" Target="../tags/tag51.xml"/><Relationship Id="rId16" Type="http://schemas.openxmlformats.org/officeDocument/2006/relationships/tags" Target="../tags/tag65.xml"/><Relationship Id="rId20" Type="http://schemas.openxmlformats.org/officeDocument/2006/relationships/tags" Target="../tags/tag69.xml"/><Relationship Id="rId29" Type="http://schemas.openxmlformats.org/officeDocument/2006/relationships/tags" Target="../tags/tag78.xml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11" Type="http://schemas.openxmlformats.org/officeDocument/2006/relationships/tags" Target="../tags/tag60.xml"/><Relationship Id="rId24" Type="http://schemas.openxmlformats.org/officeDocument/2006/relationships/tags" Target="../tags/tag73.xml"/><Relationship Id="rId32" Type="http://schemas.openxmlformats.org/officeDocument/2006/relationships/tags" Target="../tags/tag81.xml"/><Relationship Id="rId5" Type="http://schemas.openxmlformats.org/officeDocument/2006/relationships/tags" Target="../tags/tag54.xml"/><Relationship Id="rId15" Type="http://schemas.openxmlformats.org/officeDocument/2006/relationships/tags" Target="../tags/tag64.xml"/><Relationship Id="rId23" Type="http://schemas.openxmlformats.org/officeDocument/2006/relationships/tags" Target="../tags/tag72.xml"/><Relationship Id="rId28" Type="http://schemas.openxmlformats.org/officeDocument/2006/relationships/tags" Target="../tags/tag77.xml"/><Relationship Id="rId10" Type="http://schemas.openxmlformats.org/officeDocument/2006/relationships/tags" Target="../tags/tag59.xml"/><Relationship Id="rId19" Type="http://schemas.openxmlformats.org/officeDocument/2006/relationships/tags" Target="../tags/tag68.xml"/><Relationship Id="rId31" Type="http://schemas.openxmlformats.org/officeDocument/2006/relationships/tags" Target="../tags/tag80.xml"/><Relationship Id="rId4" Type="http://schemas.openxmlformats.org/officeDocument/2006/relationships/tags" Target="../tags/tag53.xml"/><Relationship Id="rId9" Type="http://schemas.openxmlformats.org/officeDocument/2006/relationships/tags" Target="../tags/tag58.xml"/><Relationship Id="rId14" Type="http://schemas.openxmlformats.org/officeDocument/2006/relationships/tags" Target="../tags/tag63.xml"/><Relationship Id="rId22" Type="http://schemas.openxmlformats.org/officeDocument/2006/relationships/tags" Target="../tags/tag71.xml"/><Relationship Id="rId27" Type="http://schemas.openxmlformats.org/officeDocument/2006/relationships/tags" Target="../tags/tag76.xml"/><Relationship Id="rId30" Type="http://schemas.openxmlformats.org/officeDocument/2006/relationships/tags" Target="../tags/tag79.xml"/><Relationship Id="rId8" Type="http://schemas.openxmlformats.org/officeDocument/2006/relationships/tags" Target="../tags/tag5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89.xml"/><Relationship Id="rId13" Type="http://schemas.openxmlformats.org/officeDocument/2006/relationships/notesSlide" Target="../notesSlides/notesSlide7.xml"/><Relationship Id="rId3" Type="http://schemas.openxmlformats.org/officeDocument/2006/relationships/tags" Target="../tags/tag84.xml"/><Relationship Id="rId7" Type="http://schemas.openxmlformats.org/officeDocument/2006/relationships/tags" Target="../tags/tag88.xml"/><Relationship Id="rId12" Type="http://schemas.openxmlformats.org/officeDocument/2006/relationships/slideLayout" Target="../slideLayouts/slideLayout7.xml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6" Type="http://schemas.openxmlformats.org/officeDocument/2006/relationships/tags" Target="../tags/tag87.xml"/><Relationship Id="rId11" Type="http://schemas.openxmlformats.org/officeDocument/2006/relationships/tags" Target="../tags/tag92.xml"/><Relationship Id="rId5" Type="http://schemas.openxmlformats.org/officeDocument/2006/relationships/tags" Target="../tags/tag86.xml"/><Relationship Id="rId10" Type="http://schemas.openxmlformats.org/officeDocument/2006/relationships/tags" Target="../tags/tag91.xml"/><Relationship Id="rId4" Type="http://schemas.openxmlformats.org/officeDocument/2006/relationships/tags" Target="../tags/tag85.xml"/><Relationship Id="rId9" Type="http://schemas.openxmlformats.org/officeDocument/2006/relationships/tags" Target="../tags/tag90.xml"/><Relationship Id="rId1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9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tags" Target="../tags/tag109.xml"/><Relationship Id="rId18" Type="http://schemas.openxmlformats.org/officeDocument/2006/relationships/tags" Target="../tags/tag114.xml"/><Relationship Id="rId26" Type="http://schemas.openxmlformats.org/officeDocument/2006/relationships/tags" Target="../tags/tag122.xml"/><Relationship Id="rId3" Type="http://schemas.openxmlformats.org/officeDocument/2006/relationships/tags" Target="../tags/tag99.xml"/><Relationship Id="rId21" Type="http://schemas.openxmlformats.org/officeDocument/2006/relationships/tags" Target="../tags/tag117.xml"/><Relationship Id="rId7" Type="http://schemas.openxmlformats.org/officeDocument/2006/relationships/tags" Target="../tags/tag103.xml"/><Relationship Id="rId12" Type="http://schemas.openxmlformats.org/officeDocument/2006/relationships/tags" Target="../tags/tag108.xml"/><Relationship Id="rId17" Type="http://schemas.openxmlformats.org/officeDocument/2006/relationships/tags" Target="../tags/tag113.xml"/><Relationship Id="rId25" Type="http://schemas.openxmlformats.org/officeDocument/2006/relationships/tags" Target="../tags/tag121.xml"/><Relationship Id="rId2" Type="http://schemas.openxmlformats.org/officeDocument/2006/relationships/tags" Target="../tags/tag98.xml"/><Relationship Id="rId16" Type="http://schemas.openxmlformats.org/officeDocument/2006/relationships/tags" Target="../tags/tag112.xml"/><Relationship Id="rId20" Type="http://schemas.openxmlformats.org/officeDocument/2006/relationships/tags" Target="../tags/tag116.xml"/><Relationship Id="rId29" Type="http://schemas.openxmlformats.org/officeDocument/2006/relationships/slideLayout" Target="../slideLayouts/slideLayout7.xml"/><Relationship Id="rId1" Type="http://schemas.openxmlformats.org/officeDocument/2006/relationships/tags" Target="../tags/tag97.xml"/><Relationship Id="rId6" Type="http://schemas.openxmlformats.org/officeDocument/2006/relationships/tags" Target="../tags/tag102.xml"/><Relationship Id="rId11" Type="http://schemas.openxmlformats.org/officeDocument/2006/relationships/tags" Target="../tags/tag107.xml"/><Relationship Id="rId24" Type="http://schemas.openxmlformats.org/officeDocument/2006/relationships/tags" Target="../tags/tag120.xml"/><Relationship Id="rId5" Type="http://schemas.openxmlformats.org/officeDocument/2006/relationships/tags" Target="../tags/tag101.xml"/><Relationship Id="rId15" Type="http://schemas.openxmlformats.org/officeDocument/2006/relationships/tags" Target="../tags/tag111.xml"/><Relationship Id="rId23" Type="http://schemas.openxmlformats.org/officeDocument/2006/relationships/tags" Target="../tags/tag119.xml"/><Relationship Id="rId28" Type="http://schemas.openxmlformats.org/officeDocument/2006/relationships/tags" Target="../tags/tag124.xml"/><Relationship Id="rId10" Type="http://schemas.openxmlformats.org/officeDocument/2006/relationships/tags" Target="../tags/tag106.xml"/><Relationship Id="rId19" Type="http://schemas.openxmlformats.org/officeDocument/2006/relationships/tags" Target="../tags/tag115.xml"/><Relationship Id="rId4" Type="http://schemas.openxmlformats.org/officeDocument/2006/relationships/tags" Target="../tags/tag100.xml"/><Relationship Id="rId9" Type="http://schemas.openxmlformats.org/officeDocument/2006/relationships/tags" Target="../tags/tag105.xml"/><Relationship Id="rId14" Type="http://schemas.openxmlformats.org/officeDocument/2006/relationships/tags" Target="../tags/tag110.xml"/><Relationship Id="rId22" Type="http://schemas.openxmlformats.org/officeDocument/2006/relationships/tags" Target="../tags/tag118.xml"/><Relationship Id="rId27" Type="http://schemas.openxmlformats.org/officeDocument/2006/relationships/tags" Target="../tags/tag123.xml"/><Relationship Id="rId3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tags" Target="../tags/tag137.xml"/><Relationship Id="rId18" Type="http://schemas.openxmlformats.org/officeDocument/2006/relationships/tags" Target="../tags/tag142.xml"/><Relationship Id="rId26" Type="http://schemas.openxmlformats.org/officeDocument/2006/relationships/tags" Target="../tags/tag150.xml"/><Relationship Id="rId39" Type="http://schemas.openxmlformats.org/officeDocument/2006/relationships/tags" Target="../tags/tag163.xml"/><Relationship Id="rId21" Type="http://schemas.openxmlformats.org/officeDocument/2006/relationships/tags" Target="../tags/tag145.xml"/><Relationship Id="rId34" Type="http://schemas.openxmlformats.org/officeDocument/2006/relationships/tags" Target="../tags/tag158.xml"/><Relationship Id="rId42" Type="http://schemas.openxmlformats.org/officeDocument/2006/relationships/tags" Target="../tags/tag166.xml"/><Relationship Id="rId47" Type="http://schemas.openxmlformats.org/officeDocument/2006/relationships/tags" Target="../tags/tag171.xml"/><Relationship Id="rId50" Type="http://schemas.openxmlformats.org/officeDocument/2006/relationships/tags" Target="../tags/tag174.xml"/><Relationship Id="rId55" Type="http://schemas.openxmlformats.org/officeDocument/2006/relationships/tags" Target="../tags/tag179.xml"/><Relationship Id="rId63" Type="http://schemas.openxmlformats.org/officeDocument/2006/relationships/slideLayout" Target="../slideLayouts/slideLayout7.xml"/><Relationship Id="rId7" Type="http://schemas.openxmlformats.org/officeDocument/2006/relationships/tags" Target="../tags/tag131.xml"/><Relationship Id="rId2" Type="http://schemas.openxmlformats.org/officeDocument/2006/relationships/tags" Target="../tags/tag126.xml"/><Relationship Id="rId16" Type="http://schemas.openxmlformats.org/officeDocument/2006/relationships/tags" Target="../tags/tag140.xml"/><Relationship Id="rId29" Type="http://schemas.openxmlformats.org/officeDocument/2006/relationships/tags" Target="../tags/tag153.xml"/><Relationship Id="rId11" Type="http://schemas.openxmlformats.org/officeDocument/2006/relationships/tags" Target="../tags/tag135.xml"/><Relationship Id="rId24" Type="http://schemas.openxmlformats.org/officeDocument/2006/relationships/tags" Target="../tags/tag148.xml"/><Relationship Id="rId32" Type="http://schemas.openxmlformats.org/officeDocument/2006/relationships/tags" Target="../tags/tag156.xml"/><Relationship Id="rId37" Type="http://schemas.openxmlformats.org/officeDocument/2006/relationships/tags" Target="../tags/tag161.xml"/><Relationship Id="rId40" Type="http://schemas.openxmlformats.org/officeDocument/2006/relationships/tags" Target="../tags/tag164.xml"/><Relationship Id="rId45" Type="http://schemas.openxmlformats.org/officeDocument/2006/relationships/tags" Target="../tags/tag169.xml"/><Relationship Id="rId53" Type="http://schemas.openxmlformats.org/officeDocument/2006/relationships/tags" Target="../tags/tag177.xml"/><Relationship Id="rId58" Type="http://schemas.openxmlformats.org/officeDocument/2006/relationships/tags" Target="../tags/tag182.xml"/><Relationship Id="rId5" Type="http://schemas.openxmlformats.org/officeDocument/2006/relationships/tags" Target="../tags/tag129.xml"/><Relationship Id="rId61" Type="http://schemas.openxmlformats.org/officeDocument/2006/relationships/tags" Target="../tags/tag185.xml"/><Relationship Id="rId19" Type="http://schemas.openxmlformats.org/officeDocument/2006/relationships/tags" Target="../tags/tag143.xml"/><Relationship Id="rId14" Type="http://schemas.openxmlformats.org/officeDocument/2006/relationships/tags" Target="../tags/tag138.xml"/><Relationship Id="rId22" Type="http://schemas.openxmlformats.org/officeDocument/2006/relationships/tags" Target="../tags/tag146.xml"/><Relationship Id="rId27" Type="http://schemas.openxmlformats.org/officeDocument/2006/relationships/tags" Target="../tags/tag151.xml"/><Relationship Id="rId30" Type="http://schemas.openxmlformats.org/officeDocument/2006/relationships/tags" Target="../tags/tag154.xml"/><Relationship Id="rId35" Type="http://schemas.openxmlformats.org/officeDocument/2006/relationships/tags" Target="../tags/tag159.xml"/><Relationship Id="rId43" Type="http://schemas.openxmlformats.org/officeDocument/2006/relationships/tags" Target="../tags/tag167.xml"/><Relationship Id="rId48" Type="http://schemas.openxmlformats.org/officeDocument/2006/relationships/tags" Target="../tags/tag172.xml"/><Relationship Id="rId56" Type="http://schemas.openxmlformats.org/officeDocument/2006/relationships/tags" Target="../tags/tag180.xml"/><Relationship Id="rId64" Type="http://schemas.openxmlformats.org/officeDocument/2006/relationships/notesSlide" Target="../notesSlides/notesSlide10.xml"/><Relationship Id="rId8" Type="http://schemas.openxmlformats.org/officeDocument/2006/relationships/tags" Target="../tags/tag132.xml"/><Relationship Id="rId51" Type="http://schemas.openxmlformats.org/officeDocument/2006/relationships/tags" Target="../tags/tag175.xml"/><Relationship Id="rId3" Type="http://schemas.openxmlformats.org/officeDocument/2006/relationships/tags" Target="../tags/tag127.xml"/><Relationship Id="rId12" Type="http://schemas.openxmlformats.org/officeDocument/2006/relationships/tags" Target="../tags/tag136.xml"/><Relationship Id="rId17" Type="http://schemas.openxmlformats.org/officeDocument/2006/relationships/tags" Target="../tags/tag141.xml"/><Relationship Id="rId25" Type="http://schemas.openxmlformats.org/officeDocument/2006/relationships/tags" Target="../tags/tag149.xml"/><Relationship Id="rId33" Type="http://schemas.openxmlformats.org/officeDocument/2006/relationships/tags" Target="../tags/tag157.xml"/><Relationship Id="rId38" Type="http://schemas.openxmlformats.org/officeDocument/2006/relationships/tags" Target="../tags/tag162.xml"/><Relationship Id="rId46" Type="http://schemas.openxmlformats.org/officeDocument/2006/relationships/tags" Target="../tags/tag170.xml"/><Relationship Id="rId59" Type="http://schemas.openxmlformats.org/officeDocument/2006/relationships/tags" Target="../tags/tag183.xml"/><Relationship Id="rId20" Type="http://schemas.openxmlformats.org/officeDocument/2006/relationships/tags" Target="../tags/tag144.xml"/><Relationship Id="rId41" Type="http://schemas.openxmlformats.org/officeDocument/2006/relationships/tags" Target="../tags/tag165.xml"/><Relationship Id="rId54" Type="http://schemas.openxmlformats.org/officeDocument/2006/relationships/tags" Target="../tags/tag178.xml"/><Relationship Id="rId62" Type="http://schemas.openxmlformats.org/officeDocument/2006/relationships/tags" Target="../tags/tag186.xml"/><Relationship Id="rId1" Type="http://schemas.openxmlformats.org/officeDocument/2006/relationships/tags" Target="../tags/tag125.xml"/><Relationship Id="rId6" Type="http://schemas.openxmlformats.org/officeDocument/2006/relationships/tags" Target="../tags/tag130.xml"/><Relationship Id="rId15" Type="http://schemas.openxmlformats.org/officeDocument/2006/relationships/tags" Target="../tags/tag139.xml"/><Relationship Id="rId23" Type="http://schemas.openxmlformats.org/officeDocument/2006/relationships/tags" Target="../tags/tag147.xml"/><Relationship Id="rId28" Type="http://schemas.openxmlformats.org/officeDocument/2006/relationships/tags" Target="../tags/tag152.xml"/><Relationship Id="rId36" Type="http://schemas.openxmlformats.org/officeDocument/2006/relationships/tags" Target="../tags/tag160.xml"/><Relationship Id="rId49" Type="http://schemas.openxmlformats.org/officeDocument/2006/relationships/tags" Target="../tags/tag173.xml"/><Relationship Id="rId57" Type="http://schemas.openxmlformats.org/officeDocument/2006/relationships/tags" Target="../tags/tag181.xml"/><Relationship Id="rId10" Type="http://schemas.openxmlformats.org/officeDocument/2006/relationships/tags" Target="../tags/tag134.xml"/><Relationship Id="rId31" Type="http://schemas.openxmlformats.org/officeDocument/2006/relationships/tags" Target="../tags/tag155.xml"/><Relationship Id="rId44" Type="http://schemas.openxmlformats.org/officeDocument/2006/relationships/tags" Target="../tags/tag168.xml"/><Relationship Id="rId52" Type="http://schemas.openxmlformats.org/officeDocument/2006/relationships/tags" Target="../tags/tag176.xml"/><Relationship Id="rId60" Type="http://schemas.openxmlformats.org/officeDocument/2006/relationships/tags" Target="../tags/tag184.xml"/><Relationship Id="rId4" Type="http://schemas.openxmlformats.org/officeDocument/2006/relationships/tags" Target="../tags/tag128.xml"/><Relationship Id="rId9" Type="http://schemas.openxmlformats.org/officeDocument/2006/relationships/tags" Target="../tags/tag13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189.xml"/><Relationship Id="rId2" Type="http://schemas.openxmlformats.org/officeDocument/2006/relationships/tags" Target="../tags/tag188.xml"/><Relationship Id="rId1" Type="http://schemas.openxmlformats.org/officeDocument/2006/relationships/tags" Target="../tags/tag187.xml"/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190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tags" Target="../tags/tag203.xml"/><Relationship Id="rId18" Type="http://schemas.openxmlformats.org/officeDocument/2006/relationships/tags" Target="../tags/tag208.xml"/><Relationship Id="rId26" Type="http://schemas.openxmlformats.org/officeDocument/2006/relationships/tags" Target="../tags/tag216.xml"/><Relationship Id="rId39" Type="http://schemas.openxmlformats.org/officeDocument/2006/relationships/tags" Target="../tags/tag229.xml"/><Relationship Id="rId21" Type="http://schemas.openxmlformats.org/officeDocument/2006/relationships/tags" Target="../tags/tag211.xml"/><Relationship Id="rId34" Type="http://schemas.openxmlformats.org/officeDocument/2006/relationships/tags" Target="../tags/tag224.xml"/><Relationship Id="rId42" Type="http://schemas.openxmlformats.org/officeDocument/2006/relationships/image" Target="../media/image8.png"/><Relationship Id="rId7" Type="http://schemas.openxmlformats.org/officeDocument/2006/relationships/tags" Target="../tags/tag197.xml"/><Relationship Id="rId2" Type="http://schemas.openxmlformats.org/officeDocument/2006/relationships/tags" Target="../tags/tag192.xml"/><Relationship Id="rId16" Type="http://schemas.openxmlformats.org/officeDocument/2006/relationships/tags" Target="../tags/tag206.xml"/><Relationship Id="rId20" Type="http://schemas.openxmlformats.org/officeDocument/2006/relationships/tags" Target="../tags/tag210.xml"/><Relationship Id="rId29" Type="http://schemas.openxmlformats.org/officeDocument/2006/relationships/tags" Target="../tags/tag219.xml"/><Relationship Id="rId41" Type="http://schemas.openxmlformats.org/officeDocument/2006/relationships/notesSlide" Target="../notesSlides/notesSlide12.xml"/><Relationship Id="rId1" Type="http://schemas.openxmlformats.org/officeDocument/2006/relationships/tags" Target="../tags/tag191.xml"/><Relationship Id="rId6" Type="http://schemas.openxmlformats.org/officeDocument/2006/relationships/tags" Target="../tags/tag196.xml"/><Relationship Id="rId11" Type="http://schemas.openxmlformats.org/officeDocument/2006/relationships/tags" Target="../tags/tag201.xml"/><Relationship Id="rId24" Type="http://schemas.openxmlformats.org/officeDocument/2006/relationships/tags" Target="../tags/tag214.xml"/><Relationship Id="rId32" Type="http://schemas.openxmlformats.org/officeDocument/2006/relationships/tags" Target="../tags/tag222.xml"/><Relationship Id="rId37" Type="http://schemas.openxmlformats.org/officeDocument/2006/relationships/tags" Target="../tags/tag227.xml"/><Relationship Id="rId40" Type="http://schemas.openxmlformats.org/officeDocument/2006/relationships/slideLayout" Target="../slideLayouts/slideLayout7.xml"/><Relationship Id="rId5" Type="http://schemas.openxmlformats.org/officeDocument/2006/relationships/tags" Target="../tags/tag195.xml"/><Relationship Id="rId15" Type="http://schemas.openxmlformats.org/officeDocument/2006/relationships/tags" Target="../tags/tag205.xml"/><Relationship Id="rId23" Type="http://schemas.openxmlformats.org/officeDocument/2006/relationships/tags" Target="../tags/tag213.xml"/><Relationship Id="rId28" Type="http://schemas.openxmlformats.org/officeDocument/2006/relationships/tags" Target="../tags/tag218.xml"/><Relationship Id="rId36" Type="http://schemas.openxmlformats.org/officeDocument/2006/relationships/tags" Target="../tags/tag226.xml"/><Relationship Id="rId10" Type="http://schemas.openxmlformats.org/officeDocument/2006/relationships/tags" Target="../tags/tag200.xml"/><Relationship Id="rId19" Type="http://schemas.openxmlformats.org/officeDocument/2006/relationships/tags" Target="../tags/tag209.xml"/><Relationship Id="rId31" Type="http://schemas.openxmlformats.org/officeDocument/2006/relationships/tags" Target="../tags/tag221.xml"/><Relationship Id="rId44" Type="http://schemas.openxmlformats.org/officeDocument/2006/relationships/image" Target="../media/image10.png"/><Relationship Id="rId4" Type="http://schemas.openxmlformats.org/officeDocument/2006/relationships/tags" Target="../tags/tag194.xml"/><Relationship Id="rId9" Type="http://schemas.openxmlformats.org/officeDocument/2006/relationships/tags" Target="../tags/tag199.xml"/><Relationship Id="rId14" Type="http://schemas.openxmlformats.org/officeDocument/2006/relationships/tags" Target="../tags/tag204.xml"/><Relationship Id="rId22" Type="http://schemas.openxmlformats.org/officeDocument/2006/relationships/tags" Target="../tags/tag212.xml"/><Relationship Id="rId27" Type="http://schemas.openxmlformats.org/officeDocument/2006/relationships/tags" Target="../tags/tag217.xml"/><Relationship Id="rId30" Type="http://schemas.openxmlformats.org/officeDocument/2006/relationships/tags" Target="../tags/tag220.xml"/><Relationship Id="rId35" Type="http://schemas.openxmlformats.org/officeDocument/2006/relationships/tags" Target="../tags/tag225.xml"/><Relationship Id="rId43" Type="http://schemas.openxmlformats.org/officeDocument/2006/relationships/image" Target="../media/image9.png"/><Relationship Id="rId8" Type="http://schemas.openxmlformats.org/officeDocument/2006/relationships/tags" Target="../tags/tag198.xml"/><Relationship Id="rId3" Type="http://schemas.openxmlformats.org/officeDocument/2006/relationships/tags" Target="../tags/tag193.xml"/><Relationship Id="rId12" Type="http://schemas.openxmlformats.org/officeDocument/2006/relationships/tags" Target="../tags/tag202.xml"/><Relationship Id="rId17" Type="http://schemas.openxmlformats.org/officeDocument/2006/relationships/tags" Target="../tags/tag207.xml"/><Relationship Id="rId25" Type="http://schemas.openxmlformats.org/officeDocument/2006/relationships/tags" Target="../tags/tag215.xml"/><Relationship Id="rId33" Type="http://schemas.openxmlformats.org/officeDocument/2006/relationships/tags" Target="../tags/tag223.xml"/><Relationship Id="rId38" Type="http://schemas.openxmlformats.org/officeDocument/2006/relationships/tags" Target="../tags/tag228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tags" Target="../tags/tag242.xml"/><Relationship Id="rId18" Type="http://schemas.openxmlformats.org/officeDocument/2006/relationships/tags" Target="../tags/tag247.xml"/><Relationship Id="rId26" Type="http://schemas.openxmlformats.org/officeDocument/2006/relationships/tags" Target="../tags/tag255.xml"/><Relationship Id="rId3" Type="http://schemas.openxmlformats.org/officeDocument/2006/relationships/tags" Target="../tags/tag232.xml"/><Relationship Id="rId21" Type="http://schemas.openxmlformats.org/officeDocument/2006/relationships/tags" Target="../tags/tag250.xml"/><Relationship Id="rId34" Type="http://schemas.openxmlformats.org/officeDocument/2006/relationships/tags" Target="../tags/tag263.xml"/><Relationship Id="rId7" Type="http://schemas.openxmlformats.org/officeDocument/2006/relationships/tags" Target="../tags/tag236.xml"/><Relationship Id="rId12" Type="http://schemas.openxmlformats.org/officeDocument/2006/relationships/tags" Target="../tags/tag241.xml"/><Relationship Id="rId17" Type="http://schemas.openxmlformats.org/officeDocument/2006/relationships/tags" Target="../tags/tag246.xml"/><Relationship Id="rId25" Type="http://schemas.openxmlformats.org/officeDocument/2006/relationships/tags" Target="../tags/tag254.xml"/><Relationship Id="rId33" Type="http://schemas.openxmlformats.org/officeDocument/2006/relationships/tags" Target="../tags/tag262.xml"/><Relationship Id="rId2" Type="http://schemas.openxmlformats.org/officeDocument/2006/relationships/tags" Target="../tags/tag231.xml"/><Relationship Id="rId16" Type="http://schemas.openxmlformats.org/officeDocument/2006/relationships/tags" Target="../tags/tag245.xml"/><Relationship Id="rId20" Type="http://schemas.openxmlformats.org/officeDocument/2006/relationships/tags" Target="../tags/tag249.xml"/><Relationship Id="rId29" Type="http://schemas.openxmlformats.org/officeDocument/2006/relationships/tags" Target="../tags/tag258.xml"/><Relationship Id="rId1" Type="http://schemas.openxmlformats.org/officeDocument/2006/relationships/tags" Target="../tags/tag230.xml"/><Relationship Id="rId6" Type="http://schemas.openxmlformats.org/officeDocument/2006/relationships/tags" Target="../tags/tag235.xml"/><Relationship Id="rId11" Type="http://schemas.openxmlformats.org/officeDocument/2006/relationships/tags" Target="../tags/tag240.xml"/><Relationship Id="rId24" Type="http://schemas.openxmlformats.org/officeDocument/2006/relationships/tags" Target="../tags/tag253.xml"/><Relationship Id="rId32" Type="http://schemas.openxmlformats.org/officeDocument/2006/relationships/tags" Target="../tags/tag261.xml"/><Relationship Id="rId5" Type="http://schemas.openxmlformats.org/officeDocument/2006/relationships/tags" Target="../tags/tag234.xml"/><Relationship Id="rId15" Type="http://schemas.openxmlformats.org/officeDocument/2006/relationships/tags" Target="../tags/tag244.xml"/><Relationship Id="rId23" Type="http://schemas.openxmlformats.org/officeDocument/2006/relationships/tags" Target="../tags/tag252.xml"/><Relationship Id="rId28" Type="http://schemas.openxmlformats.org/officeDocument/2006/relationships/tags" Target="../tags/tag257.xml"/><Relationship Id="rId36" Type="http://schemas.openxmlformats.org/officeDocument/2006/relationships/notesSlide" Target="../notesSlides/notesSlide13.xml"/><Relationship Id="rId10" Type="http://schemas.openxmlformats.org/officeDocument/2006/relationships/tags" Target="../tags/tag239.xml"/><Relationship Id="rId19" Type="http://schemas.openxmlformats.org/officeDocument/2006/relationships/tags" Target="../tags/tag248.xml"/><Relationship Id="rId31" Type="http://schemas.openxmlformats.org/officeDocument/2006/relationships/tags" Target="../tags/tag260.xml"/><Relationship Id="rId4" Type="http://schemas.openxmlformats.org/officeDocument/2006/relationships/tags" Target="../tags/tag233.xml"/><Relationship Id="rId9" Type="http://schemas.openxmlformats.org/officeDocument/2006/relationships/tags" Target="../tags/tag238.xml"/><Relationship Id="rId14" Type="http://schemas.openxmlformats.org/officeDocument/2006/relationships/tags" Target="../tags/tag243.xml"/><Relationship Id="rId22" Type="http://schemas.openxmlformats.org/officeDocument/2006/relationships/tags" Target="../tags/tag251.xml"/><Relationship Id="rId27" Type="http://schemas.openxmlformats.org/officeDocument/2006/relationships/tags" Target="../tags/tag256.xml"/><Relationship Id="rId30" Type="http://schemas.openxmlformats.org/officeDocument/2006/relationships/tags" Target="../tags/tag259.xml"/><Relationship Id="rId35" Type="http://schemas.openxmlformats.org/officeDocument/2006/relationships/slideLayout" Target="../slideLayouts/slideLayout7.xml"/><Relationship Id="rId8" Type="http://schemas.openxmlformats.org/officeDocument/2006/relationships/tags" Target="../tags/tag23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266.xml"/><Relationship Id="rId2" Type="http://schemas.openxmlformats.org/officeDocument/2006/relationships/tags" Target="../tags/tag265.xml"/><Relationship Id="rId1" Type="http://schemas.openxmlformats.org/officeDocument/2006/relationships/tags" Target="../tags/tag264.xml"/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26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275.xml"/><Relationship Id="rId13" Type="http://schemas.openxmlformats.org/officeDocument/2006/relationships/tags" Target="../tags/tag280.xml"/><Relationship Id="rId18" Type="http://schemas.openxmlformats.org/officeDocument/2006/relationships/tags" Target="../tags/tag285.xml"/><Relationship Id="rId3" Type="http://schemas.openxmlformats.org/officeDocument/2006/relationships/tags" Target="../tags/tag270.xml"/><Relationship Id="rId21" Type="http://schemas.openxmlformats.org/officeDocument/2006/relationships/slideLayout" Target="../slideLayouts/slideLayout7.xml"/><Relationship Id="rId7" Type="http://schemas.openxmlformats.org/officeDocument/2006/relationships/tags" Target="../tags/tag274.xml"/><Relationship Id="rId12" Type="http://schemas.openxmlformats.org/officeDocument/2006/relationships/tags" Target="../tags/tag279.xml"/><Relationship Id="rId17" Type="http://schemas.openxmlformats.org/officeDocument/2006/relationships/tags" Target="../tags/tag284.xml"/><Relationship Id="rId2" Type="http://schemas.openxmlformats.org/officeDocument/2006/relationships/tags" Target="../tags/tag269.xml"/><Relationship Id="rId16" Type="http://schemas.openxmlformats.org/officeDocument/2006/relationships/tags" Target="../tags/tag283.xml"/><Relationship Id="rId20" Type="http://schemas.openxmlformats.org/officeDocument/2006/relationships/tags" Target="../tags/tag287.xml"/><Relationship Id="rId1" Type="http://schemas.openxmlformats.org/officeDocument/2006/relationships/tags" Target="../tags/tag268.xml"/><Relationship Id="rId6" Type="http://schemas.openxmlformats.org/officeDocument/2006/relationships/tags" Target="../tags/tag273.xml"/><Relationship Id="rId11" Type="http://schemas.openxmlformats.org/officeDocument/2006/relationships/tags" Target="../tags/tag278.xml"/><Relationship Id="rId5" Type="http://schemas.openxmlformats.org/officeDocument/2006/relationships/tags" Target="../tags/tag272.xml"/><Relationship Id="rId15" Type="http://schemas.openxmlformats.org/officeDocument/2006/relationships/tags" Target="../tags/tag282.xml"/><Relationship Id="rId10" Type="http://schemas.openxmlformats.org/officeDocument/2006/relationships/tags" Target="../tags/tag277.xml"/><Relationship Id="rId19" Type="http://schemas.openxmlformats.org/officeDocument/2006/relationships/tags" Target="../tags/tag286.xml"/><Relationship Id="rId4" Type="http://schemas.openxmlformats.org/officeDocument/2006/relationships/tags" Target="../tags/tag271.xml"/><Relationship Id="rId9" Type="http://schemas.openxmlformats.org/officeDocument/2006/relationships/tags" Target="../tags/tag276.xml"/><Relationship Id="rId14" Type="http://schemas.openxmlformats.org/officeDocument/2006/relationships/tags" Target="../tags/tag281.xml"/><Relationship Id="rId2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300.xml"/><Relationship Id="rId18" Type="http://schemas.openxmlformats.org/officeDocument/2006/relationships/tags" Target="../tags/tag305.xml"/><Relationship Id="rId26" Type="http://schemas.openxmlformats.org/officeDocument/2006/relationships/tags" Target="../tags/tag313.xml"/><Relationship Id="rId39" Type="http://schemas.openxmlformats.org/officeDocument/2006/relationships/tags" Target="../tags/tag326.xml"/><Relationship Id="rId21" Type="http://schemas.openxmlformats.org/officeDocument/2006/relationships/tags" Target="../tags/tag308.xml"/><Relationship Id="rId34" Type="http://schemas.openxmlformats.org/officeDocument/2006/relationships/tags" Target="../tags/tag321.xml"/><Relationship Id="rId42" Type="http://schemas.openxmlformats.org/officeDocument/2006/relationships/tags" Target="../tags/tag329.xml"/><Relationship Id="rId47" Type="http://schemas.openxmlformats.org/officeDocument/2006/relationships/tags" Target="../tags/tag334.xml"/><Relationship Id="rId7" Type="http://schemas.openxmlformats.org/officeDocument/2006/relationships/tags" Target="../tags/tag294.xml"/><Relationship Id="rId2" Type="http://schemas.openxmlformats.org/officeDocument/2006/relationships/tags" Target="../tags/tag289.xml"/><Relationship Id="rId16" Type="http://schemas.openxmlformats.org/officeDocument/2006/relationships/tags" Target="../tags/tag303.xml"/><Relationship Id="rId29" Type="http://schemas.openxmlformats.org/officeDocument/2006/relationships/tags" Target="../tags/tag316.xml"/><Relationship Id="rId11" Type="http://schemas.openxmlformats.org/officeDocument/2006/relationships/tags" Target="../tags/tag298.xml"/><Relationship Id="rId24" Type="http://schemas.openxmlformats.org/officeDocument/2006/relationships/tags" Target="../tags/tag311.xml"/><Relationship Id="rId32" Type="http://schemas.openxmlformats.org/officeDocument/2006/relationships/tags" Target="../tags/tag319.xml"/><Relationship Id="rId37" Type="http://schemas.openxmlformats.org/officeDocument/2006/relationships/tags" Target="../tags/tag324.xml"/><Relationship Id="rId40" Type="http://schemas.openxmlformats.org/officeDocument/2006/relationships/tags" Target="../tags/tag327.xml"/><Relationship Id="rId45" Type="http://schemas.openxmlformats.org/officeDocument/2006/relationships/tags" Target="../tags/tag332.xml"/><Relationship Id="rId5" Type="http://schemas.openxmlformats.org/officeDocument/2006/relationships/tags" Target="../tags/tag292.xml"/><Relationship Id="rId15" Type="http://schemas.openxmlformats.org/officeDocument/2006/relationships/tags" Target="../tags/tag302.xml"/><Relationship Id="rId23" Type="http://schemas.openxmlformats.org/officeDocument/2006/relationships/tags" Target="../tags/tag310.xml"/><Relationship Id="rId28" Type="http://schemas.openxmlformats.org/officeDocument/2006/relationships/tags" Target="../tags/tag315.xml"/><Relationship Id="rId36" Type="http://schemas.openxmlformats.org/officeDocument/2006/relationships/tags" Target="../tags/tag323.xml"/><Relationship Id="rId49" Type="http://schemas.openxmlformats.org/officeDocument/2006/relationships/notesSlide" Target="../notesSlides/notesSlide16.xml"/><Relationship Id="rId10" Type="http://schemas.openxmlformats.org/officeDocument/2006/relationships/tags" Target="../tags/tag297.xml"/><Relationship Id="rId19" Type="http://schemas.openxmlformats.org/officeDocument/2006/relationships/tags" Target="../tags/tag306.xml"/><Relationship Id="rId31" Type="http://schemas.openxmlformats.org/officeDocument/2006/relationships/tags" Target="../tags/tag318.xml"/><Relationship Id="rId44" Type="http://schemas.openxmlformats.org/officeDocument/2006/relationships/tags" Target="../tags/tag331.xml"/><Relationship Id="rId4" Type="http://schemas.openxmlformats.org/officeDocument/2006/relationships/tags" Target="../tags/tag291.xml"/><Relationship Id="rId9" Type="http://schemas.openxmlformats.org/officeDocument/2006/relationships/tags" Target="../tags/tag296.xml"/><Relationship Id="rId14" Type="http://schemas.openxmlformats.org/officeDocument/2006/relationships/tags" Target="../tags/tag301.xml"/><Relationship Id="rId22" Type="http://schemas.openxmlformats.org/officeDocument/2006/relationships/tags" Target="../tags/tag309.xml"/><Relationship Id="rId27" Type="http://schemas.openxmlformats.org/officeDocument/2006/relationships/tags" Target="../tags/tag314.xml"/><Relationship Id="rId30" Type="http://schemas.openxmlformats.org/officeDocument/2006/relationships/tags" Target="../tags/tag317.xml"/><Relationship Id="rId35" Type="http://schemas.openxmlformats.org/officeDocument/2006/relationships/tags" Target="../tags/tag322.xml"/><Relationship Id="rId43" Type="http://schemas.openxmlformats.org/officeDocument/2006/relationships/tags" Target="../tags/tag330.xml"/><Relationship Id="rId48" Type="http://schemas.openxmlformats.org/officeDocument/2006/relationships/slideLayout" Target="../slideLayouts/slideLayout7.xml"/><Relationship Id="rId8" Type="http://schemas.openxmlformats.org/officeDocument/2006/relationships/tags" Target="../tags/tag295.xml"/><Relationship Id="rId3" Type="http://schemas.openxmlformats.org/officeDocument/2006/relationships/tags" Target="../tags/tag290.xml"/><Relationship Id="rId12" Type="http://schemas.openxmlformats.org/officeDocument/2006/relationships/tags" Target="../tags/tag299.xml"/><Relationship Id="rId17" Type="http://schemas.openxmlformats.org/officeDocument/2006/relationships/tags" Target="../tags/tag304.xml"/><Relationship Id="rId25" Type="http://schemas.openxmlformats.org/officeDocument/2006/relationships/tags" Target="../tags/tag312.xml"/><Relationship Id="rId33" Type="http://schemas.openxmlformats.org/officeDocument/2006/relationships/tags" Target="../tags/tag320.xml"/><Relationship Id="rId38" Type="http://schemas.openxmlformats.org/officeDocument/2006/relationships/tags" Target="../tags/tag325.xml"/><Relationship Id="rId46" Type="http://schemas.openxmlformats.org/officeDocument/2006/relationships/tags" Target="../tags/tag333.xml"/><Relationship Id="rId20" Type="http://schemas.openxmlformats.org/officeDocument/2006/relationships/tags" Target="../tags/tag307.xml"/><Relationship Id="rId41" Type="http://schemas.openxmlformats.org/officeDocument/2006/relationships/tags" Target="../tags/tag328.xml"/><Relationship Id="rId1" Type="http://schemas.openxmlformats.org/officeDocument/2006/relationships/tags" Target="../tags/tag288.xml"/><Relationship Id="rId6" Type="http://schemas.openxmlformats.org/officeDocument/2006/relationships/tags" Target="../tags/tag29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342.xml"/><Relationship Id="rId13" Type="http://schemas.openxmlformats.org/officeDocument/2006/relationships/tags" Target="../tags/tag347.xml"/><Relationship Id="rId18" Type="http://schemas.openxmlformats.org/officeDocument/2006/relationships/tags" Target="../tags/tag352.xml"/><Relationship Id="rId26" Type="http://schemas.openxmlformats.org/officeDocument/2006/relationships/notesSlide" Target="../notesSlides/notesSlide17.xml"/><Relationship Id="rId3" Type="http://schemas.openxmlformats.org/officeDocument/2006/relationships/tags" Target="../tags/tag337.xml"/><Relationship Id="rId21" Type="http://schemas.openxmlformats.org/officeDocument/2006/relationships/tags" Target="../tags/tag355.xml"/><Relationship Id="rId7" Type="http://schemas.openxmlformats.org/officeDocument/2006/relationships/tags" Target="../tags/tag341.xml"/><Relationship Id="rId12" Type="http://schemas.openxmlformats.org/officeDocument/2006/relationships/tags" Target="../tags/tag346.xml"/><Relationship Id="rId17" Type="http://schemas.openxmlformats.org/officeDocument/2006/relationships/tags" Target="../tags/tag351.xml"/><Relationship Id="rId25" Type="http://schemas.openxmlformats.org/officeDocument/2006/relationships/slideLayout" Target="../slideLayouts/slideLayout7.xml"/><Relationship Id="rId2" Type="http://schemas.openxmlformats.org/officeDocument/2006/relationships/tags" Target="../tags/tag336.xml"/><Relationship Id="rId16" Type="http://schemas.openxmlformats.org/officeDocument/2006/relationships/tags" Target="../tags/tag350.xml"/><Relationship Id="rId20" Type="http://schemas.openxmlformats.org/officeDocument/2006/relationships/tags" Target="../tags/tag354.xml"/><Relationship Id="rId1" Type="http://schemas.openxmlformats.org/officeDocument/2006/relationships/tags" Target="../tags/tag335.xml"/><Relationship Id="rId6" Type="http://schemas.openxmlformats.org/officeDocument/2006/relationships/tags" Target="../tags/tag340.xml"/><Relationship Id="rId11" Type="http://schemas.openxmlformats.org/officeDocument/2006/relationships/tags" Target="../tags/tag345.xml"/><Relationship Id="rId24" Type="http://schemas.openxmlformats.org/officeDocument/2006/relationships/tags" Target="../tags/tag358.xml"/><Relationship Id="rId5" Type="http://schemas.openxmlformats.org/officeDocument/2006/relationships/tags" Target="../tags/tag339.xml"/><Relationship Id="rId15" Type="http://schemas.openxmlformats.org/officeDocument/2006/relationships/tags" Target="../tags/tag349.xml"/><Relationship Id="rId23" Type="http://schemas.openxmlformats.org/officeDocument/2006/relationships/tags" Target="../tags/tag357.xml"/><Relationship Id="rId10" Type="http://schemas.openxmlformats.org/officeDocument/2006/relationships/tags" Target="../tags/tag344.xml"/><Relationship Id="rId19" Type="http://schemas.openxmlformats.org/officeDocument/2006/relationships/tags" Target="../tags/tag353.xml"/><Relationship Id="rId4" Type="http://schemas.openxmlformats.org/officeDocument/2006/relationships/tags" Target="../tags/tag338.xml"/><Relationship Id="rId9" Type="http://schemas.openxmlformats.org/officeDocument/2006/relationships/tags" Target="../tags/tag343.xml"/><Relationship Id="rId14" Type="http://schemas.openxmlformats.org/officeDocument/2006/relationships/tags" Target="../tags/tag348.xml"/><Relationship Id="rId22" Type="http://schemas.openxmlformats.org/officeDocument/2006/relationships/tags" Target="../tags/tag35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361.xml"/><Relationship Id="rId2" Type="http://schemas.openxmlformats.org/officeDocument/2006/relationships/tags" Target="../tags/tag360.xml"/><Relationship Id="rId1" Type="http://schemas.openxmlformats.org/officeDocument/2006/relationships/tags" Target="../tags/tag359.xml"/><Relationship Id="rId6" Type="http://schemas.openxmlformats.org/officeDocument/2006/relationships/notesSlide" Target="../notesSlides/notesSlide18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36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365.xml"/><Relationship Id="rId2" Type="http://schemas.openxmlformats.org/officeDocument/2006/relationships/tags" Target="../tags/tag364.xml"/><Relationship Id="rId1" Type="http://schemas.openxmlformats.org/officeDocument/2006/relationships/tags" Target="../tags/tag363.xml"/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366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69.xml"/><Relationship Id="rId7" Type="http://schemas.openxmlformats.org/officeDocument/2006/relationships/tags" Target="../tags/tag373.xml"/><Relationship Id="rId2" Type="http://schemas.openxmlformats.org/officeDocument/2006/relationships/tags" Target="../tags/tag368.xml"/><Relationship Id="rId1" Type="http://schemas.openxmlformats.org/officeDocument/2006/relationships/tags" Target="../tags/tag367.xml"/><Relationship Id="rId6" Type="http://schemas.openxmlformats.org/officeDocument/2006/relationships/tags" Target="../tags/tag372.xml"/><Relationship Id="rId5" Type="http://schemas.openxmlformats.org/officeDocument/2006/relationships/tags" Target="../tags/tag371.xml"/><Relationship Id="rId10" Type="http://schemas.openxmlformats.org/officeDocument/2006/relationships/image" Target="../media/image11.jpeg"/><Relationship Id="rId4" Type="http://schemas.openxmlformats.org/officeDocument/2006/relationships/tags" Target="../tags/tag370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3" Type="http://schemas.openxmlformats.org/officeDocument/2006/relationships/tags" Target="../tags/tag376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375.xml"/><Relationship Id="rId1" Type="http://schemas.openxmlformats.org/officeDocument/2006/relationships/tags" Target="../tags/tag374.xml"/><Relationship Id="rId6" Type="http://schemas.openxmlformats.org/officeDocument/2006/relationships/tags" Target="../tags/tag379.xml"/><Relationship Id="rId5" Type="http://schemas.openxmlformats.org/officeDocument/2006/relationships/tags" Target="../tags/tag378.xml"/><Relationship Id="rId10" Type="http://schemas.openxmlformats.org/officeDocument/2006/relationships/image" Target="../media/image2.png"/><Relationship Id="rId4" Type="http://schemas.openxmlformats.org/officeDocument/2006/relationships/tags" Target="../tags/tag377.xml"/><Relationship Id="rId9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20000"/>
                </a:schemeClr>
              </a:gs>
              <a:gs pos="89000">
                <a:schemeClr val="accent2">
                  <a:alpha val="80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pic>
        <p:nvPicPr>
          <p:cNvPr id="1055" name="shape 1054"/>
          <p:cNvPicPr>
            <a:picLocks noChangeAspect="1"/>
          </p:cNvPicPr>
          <p:nvPr/>
        </p:nvPicPr>
        <p:blipFill>
          <a:blip r:embed="rId9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6302" r="425"/>
          <a:stretch>
            <a:fillRect/>
          </a:stretch>
        </p:blipFill>
        <p:spPr>
          <a:xfrm rot="10800000">
            <a:off x="7315212" y="-90181"/>
            <a:ext cx="4977540" cy="7038362"/>
          </a:xfrm>
          <a:prstGeom prst="rect">
            <a:avLst/>
          </a:prstGeom>
        </p:spPr>
      </p:pic>
      <p:pic>
        <p:nvPicPr>
          <p:cNvPr id="1056" name="shape 1055"/>
          <p:cNvPicPr>
            <a:picLocks noChangeAspect="1"/>
          </p:cNvPicPr>
          <p:nvPr/>
        </p:nvPicPr>
        <p:blipFill>
          <a:blip r:embed="rId9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6302" r="425"/>
          <a:stretch>
            <a:fillRect/>
          </a:stretch>
        </p:blipFill>
        <p:spPr>
          <a:xfrm rot="10800000">
            <a:off x="4805397" y="-90181"/>
            <a:ext cx="4977540" cy="7038362"/>
          </a:xfrm>
          <a:prstGeom prst="rect">
            <a:avLst/>
          </a:prstGeom>
        </p:spPr>
      </p:pic>
      <p:pic>
        <p:nvPicPr>
          <p:cNvPr id="1057" name="shape 1056"/>
          <p:cNvPicPr>
            <a:picLocks noChangeAspect="1"/>
          </p:cNvPicPr>
          <p:nvPr/>
        </p:nvPicPr>
        <p:blipFill>
          <a:blip r:embed="rId9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6302" r="425"/>
          <a:stretch>
            <a:fillRect/>
          </a:stretch>
        </p:blipFill>
        <p:spPr>
          <a:xfrm rot="10800000">
            <a:off x="-100752" y="-90181"/>
            <a:ext cx="4977540" cy="7038362"/>
          </a:xfrm>
          <a:prstGeom prst="rect">
            <a:avLst/>
          </a:prstGeom>
        </p:spPr>
      </p:pic>
      <p:pic>
        <p:nvPicPr>
          <p:cNvPr id="19" name="shape 18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09" t="578" r="20502" b="1256"/>
          <a:stretch>
            <a:fillRect/>
          </a:stretch>
        </p:blipFill>
        <p:spPr bwMode="auto">
          <a:xfrm flipH="1">
            <a:off x="7596329" y="1395108"/>
            <a:ext cx="4111998" cy="4221268"/>
          </a:xfrm>
          <a:custGeom>
            <a:avLst/>
            <a:gdLst>
              <a:gd name="connsiteX0" fmla="*/ 2055999 w 4111998"/>
              <a:gd name="connsiteY0" fmla="*/ 0 h 4221268"/>
              <a:gd name="connsiteX1" fmla="*/ 0 w 4111998"/>
              <a:gd name="connsiteY1" fmla="*/ 2110634 h 4221268"/>
              <a:gd name="connsiteX2" fmla="*/ 1 w 4111998"/>
              <a:gd name="connsiteY2" fmla="*/ 2110634 h 4221268"/>
              <a:gd name="connsiteX3" fmla="*/ 2056000 w 4111998"/>
              <a:gd name="connsiteY3" fmla="*/ 4221268 h 4221268"/>
              <a:gd name="connsiteX4" fmla="*/ 4111998 w 4111998"/>
              <a:gd name="connsiteY4" fmla="*/ 4221268 h 4221268"/>
              <a:gd name="connsiteX5" fmla="*/ 4111998 w 4111998"/>
              <a:gd name="connsiteY5" fmla="*/ 2110634 h 4221268"/>
              <a:gd name="connsiteX6" fmla="*/ 2055999 w 4111998"/>
              <a:gd name="connsiteY6" fmla="*/ 0 h 4221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11998" h="4221268">
                <a:moveTo>
                  <a:pt x="2055999" y="0"/>
                </a:moveTo>
                <a:cubicBezTo>
                  <a:pt x="920502" y="0"/>
                  <a:pt x="0" y="944963"/>
                  <a:pt x="0" y="2110634"/>
                </a:cubicBezTo>
                <a:lnTo>
                  <a:pt x="1" y="2110634"/>
                </a:lnTo>
                <a:cubicBezTo>
                  <a:pt x="1" y="3276305"/>
                  <a:pt x="920503" y="4221268"/>
                  <a:pt x="2056000" y="4221268"/>
                </a:cubicBezTo>
                <a:lnTo>
                  <a:pt x="4111998" y="4221268"/>
                </a:lnTo>
                <a:lnTo>
                  <a:pt x="4111998" y="2110634"/>
                </a:lnTo>
                <a:cubicBezTo>
                  <a:pt x="4111998" y="944963"/>
                  <a:pt x="3191496" y="0"/>
                  <a:pt x="2055999" y="0"/>
                </a:cubicBezTo>
                <a:close/>
              </a:path>
            </a:pathLst>
          </a:custGeom>
          <a:noFill/>
          <a:effectLst>
            <a:outerShdw blurRad="190500" dist="38100" sx="102000" sy="102000" algn="ctr" rotWithShape="0">
              <a:schemeClr val="accent1">
                <a:lumMod val="50000"/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泪滴形 2"/>
          <p:cNvSpPr/>
          <p:nvPr/>
        </p:nvSpPr>
        <p:spPr>
          <a:xfrm flipH="1" flipV="1">
            <a:off x="7350426" y="1185957"/>
            <a:ext cx="4560410" cy="4681596"/>
          </a:xfrm>
          <a:prstGeom prst="teardrop">
            <a:avLst/>
          </a:prstGeom>
          <a:noFill/>
          <a:ln w="635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6" name="直接连接符 5"/>
          <p:cNvCxnSpPr>
            <a:stCxn id="3" idx="7"/>
          </p:cNvCxnSpPr>
          <p:nvPr/>
        </p:nvCxnSpPr>
        <p:spPr>
          <a:xfrm flipH="1">
            <a:off x="0" y="5867553"/>
            <a:ext cx="7350426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7350424" y="4223208"/>
            <a:ext cx="0" cy="2634792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97537" y="4751657"/>
            <a:ext cx="2139480" cy="62230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10" name="Text1"/>
          <p:cNvSpPr txBox="1"/>
          <p:nvPr>
            <p:custDataLst>
              <p:tags r:id="rId2"/>
            </p:custDataLst>
          </p:nvPr>
        </p:nvSpPr>
        <p:spPr>
          <a:xfrm>
            <a:off x="544608" y="4859259"/>
            <a:ext cx="1851660" cy="38798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400" b="1">
              <a:solidFill>
                <a:schemeClr val="tx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537015" y="4751358"/>
            <a:ext cx="2139480" cy="622300"/>
          </a:xfrm>
          <a:prstGeom prst="rect">
            <a:avLst/>
          </a:prstGeom>
          <a:solidFill>
            <a:schemeClr val="tx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12" name="Text2"/>
          <p:cNvSpPr txBox="1"/>
          <p:nvPr>
            <p:custDataLst>
              <p:tags r:id="rId3"/>
            </p:custDataLst>
          </p:nvPr>
        </p:nvSpPr>
        <p:spPr>
          <a:xfrm>
            <a:off x="355338" y="769348"/>
            <a:ext cx="6639304" cy="2321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 fontScale="825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7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SmartMail AI智能邮件工作台 项目答辩</a:t>
            </a:r>
          </a:p>
        </p:txBody>
      </p:sp>
      <p:sp>
        <p:nvSpPr>
          <p:cNvPr id="13" name="Text3"/>
          <p:cNvSpPr txBox="1"/>
          <p:nvPr>
            <p:custDataLst>
              <p:tags r:id="rId4"/>
            </p:custDataLst>
          </p:nvPr>
        </p:nvSpPr>
        <p:spPr>
          <a:xfrm>
            <a:off x="387409" y="3304583"/>
            <a:ext cx="3936113" cy="1132205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SmartMail AI Intelligent Mail Workbench Project Defense</a:t>
            </a:r>
          </a:p>
        </p:txBody>
      </p:sp>
      <p:sp>
        <p:nvSpPr>
          <p:cNvPr id="14" name="Text4"/>
          <p:cNvSpPr txBox="1"/>
          <p:nvPr>
            <p:custDataLst>
              <p:tags r:id="rId5"/>
            </p:custDataLst>
          </p:nvPr>
        </p:nvSpPr>
        <p:spPr>
          <a:xfrm>
            <a:off x="2666778" y="4854179"/>
            <a:ext cx="1859280" cy="398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>
                <a:solidFill>
                  <a:schemeClr val="accent1"/>
                </a:solidFill>
                <a:effectLst>
                  <a:outerShdw blurRad="76200" dist="38100" dir="2700000" algn="ctr" rotWithShape="0">
                    <a:schemeClr val="accent1">
                      <a:alpha val="0"/>
                    </a:scheme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2026.07.07</a:t>
            </a:r>
          </a:p>
        </p:txBody>
      </p:sp>
      <p:sp>
        <p:nvSpPr>
          <p:cNvPr id="1040" name="任意多边形: 形状 1039"/>
          <p:cNvSpPr/>
          <p:nvPr/>
        </p:nvSpPr>
        <p:spPr>
          <a:xfrm>
            <a:off x="-2" y="6513096"/>
            <a:ext cx="4737424" cy="344905"/>
          </a:xfrm>
          <a:custGeom>
            <a:avLst/>
            <a:gdLst>
              <a:gd name="connsiteX0" fmla="*/ 0 w 4737424"/>
              <a:gd name="connsiteY0" fmla="*/ 0 h 344905"/>
              <a:gd name="connsiteX1" fmla="*/ 4232812 w 4737424"/>
              <a:gd name="connsiteY1" fmla="*/ 0 h 344905"/>
              <a:gd name="connsiteX2" fmla="*/ 4733350 w 4737424"/>
              <a:gd name="connsiteY2" fmla="*/ 331779 h 344905"/>
              <a:gd name="connsiteX3" fmla="*/ 4737424 w 4737424"/>
              <a:gd name="connsiteY3" fmla="*/ 344905 h 344905"/>
              <a:gd name="connsiteX4" fmla="*/ 0 w 4737424"/>
              <a:gd name="connsiteY4" fmla="*/ 344905 h 344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37424" h="344905">
                <a:moveTo>
                  <a:pt x="0" y="0"/>
                </a:moveTo>
                <a:lnTo>
                  <a:pt x="4232812" y="0"/>
                </a:lnTo>
                <a:cubicBezTo>
                  <a:pt x="4457824" y="0"/>
                  <a:pt x="4650883" y="136806"/>
                  <a:pt x="4733350" y="331779"/>
                </a:cubicBezTo>
                <a:lnTo>
                  <a:pt x="4737424" y="344905"/>
                </a:lnTo>
                <a:lnTo>
                  <a:pt x="0" y="344905"/>
                </a:lnTo>
                <a:close/>
              </a:path>
            </a:pathLst>
          </a:custGeom>
          <a:gradFill>
            <a:gsLst>
              <a:gs pos="84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pic>
        <p:nvPicPr>
          <p:cNvPr id="1046" name="shape 1045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811" t="65913" b="5199"/>
          <a:stretch>
            <a:fillRect/>
          </a:stretch>
        </p:blipFill>
        <p:spPr bwMode="auto">
          <a:xfrm flipH="1">
            <a:off x="5812788" y="4306718"/>
            <a:ext cx="1313270" cy="1313272"/>
          </a:xfrm>
          <a:custGeom>
            <a:avLst/>
            <a:gdLst>
              <a:gd name="connsiteX0" fmla="*/ 656636 w 1313270"/>
              <a:gd name="connsiteY0" fmla="*/ 0 h 1313272"/>
              <a:gd name="connsiteX1" fmla="*/ 0 w 1313270"/>
              <a:gd name="connsiteY1" fmla="*/ 656636 h 1313272"/>
              <a:gd name="connsiteX2" fmla="*/ 0 w 1313270"/>
              <a:gd name="connsiteY2" fmla="*/ 1313272 h 1313272"/>
              <a:gd name="connsiteX3" fmla="*/ 656635 w 1313270"/>
              <a:gd name="connsiteY3" fmla="*/ 1313272 h 1313272"/>
              <a:gd name="connsiteX4" fmla="*/ 1299931 w 1313270"/>
              <a:gd name="connsiteY4" fmla="*/ 788971 h 1313272"/>
              <a:gd name="connsiteX5" fmla="*/ 1313270 w 1313270"/>
              <a:gd name="connsiteY5" fmla="*/ 656646 h 1313272"/>
              <a:gd name="connsiteX6" fmla="*/ 1313270 w 1313270"/>
              <a:gd name="connsiteY6" fmla="*/ 656617 h 1313272"/>
              <a:gd name="connsiteX7" fmla="*/ 1299932 w 1313270"/>
              <a:gd name="connsiteY7" fmla="*/ 524301 h 1313272"/>
              <a:gd name="connsiteX8" fmla="*/ 656636 w 1313270"/>
              <a:gd name="connsiteY8" fmla="*/ 0 h 1313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13270" h="1313272">
                <a:moveTo>
                  <a:pt x="656636" y="0"/>
                </a:moveTo>
                <a:cubicBezTo>
                  <a:pt x="293986" y="0"/>
                  <a:pt x="0" y="293986"/>
                  <a:pt x="0" y="656636"/>
                </a:cubicBezTo>
                <a:lnTo>
                  <a:pt x="0" y="1313272"/>
                </a:lnTo>
                <a:lnTo>
                  <a:pt x="656635" y="1313272"/>
                </a:lnTo>
                <a:cubicBezTo>
                  <a:pt x="973954" y="1313272"/>
                  <a:pt x="1238702" y="1088189"/>
                  <a:pt x="1299931" y="788971"/>
                </a:cubicBezTo>
                <a:lnTo>
                  <a:pt x="1313270" y="656646"/>
                </a:lnTo>
                <a:lnTo>
                  <a:pt x="1313270" y="656617"/>
                </a:lnTo>
                <a:lnTo>
                  <a:pt x="1299932" y="524301"/>
                </a:lnTo>
                <a:cubicBezTo>
                  <a:pt x="1238703" y="225083"/>
                  <a:pt x="973955" y="0"/>
                  <a:pt x="656636" y="0"/>
                </a:cubicBezTo>
                <a:close/>
              </a:path>
            </a:pathLst>
          </a:custGeom>
          <a:noFill/>
          <a:effectLst>
            <a:outerShdw blurRad="190500" dist="38100" sx="102000" sy="102000" algn="ctr" rotWithShape="0">
              <a:schemeClr val="accent1">
                <a:lumMod val="50000"/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47" name="组合 1046"/>
          <p:cNvGrpSpPr/>
          <p:nvPr/>
        </p:nvGrpSpPr>
        <p:grpSpPr>
          <a:xfrm>
            <a:off x="10912206" y="6368509"/>
            <a:ext cx="796703" cy="150125"/>
            <a:chOff x="6786801" y="-463403"/>
            <a:chExt cx="796703" cy="150125"/>
          </a:xfrm>
        </p:grpSpPr>
        <p:sp>
          <p:nvSpPr>
            <p:cNvPr id="1048" name="椭圆 1047"/>
            <p:cNvSpPr/>
            <p:nvPr/>
          </p:nvSpPr>
          <p:spPr>
            <a:xfrm rot="18900000">
              <a:off x="6786801" y="-463403"/>
              <a:ext cx="150125" cy="15012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049" name="椭圆 1048"/>
            <p:cNvSpPr/>
            <p:nvPr/>
          </p:nvSpPr>
          <p:spPr>
            <a:xfrm rot="18900000">
              <a:off x="7002327" y="-463403"/>
              <a:ext cx="150125" cy="1501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050" name="椭圆 1049"/>
            <p:cNvSpPr/>
            <p:nvPr/>
          </p:nvSpPr>
          <p:spPr>
            <a:xfrm rot="18900000">
              <a:off x="7217853" y="-463403"/>
              <a:ext cx="150125" cy="1501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051" name="椭圆 1050"/>
            <p:cNvSpPr/>
            <p:nvPr/>
          </p:nvSpPr>
          <p:spPr>
            <a:xfrm rot="18900000">
              <a:off x="7433379" y="-463403"/>
              <a:ext cx="150125" cy="1501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1058" name="图形 8"/>
          <p:cNvSpPr/>
          <p:nvPr/>
        </p:nvSpPr>
        <p:spPr>
          <a:xfrm>
            <a:off x="10103507" y="296216"/>
            <a:ext cx="1767922" cy="473132"/>
          </a:xfrm>
          <a:custGeom>
            <a:avLst/>
            <a:gdLst>
              <a:gd name="connsiteX0" fmla="*/ 284321 w 2520219"/>
              <a:gd name="connsiteY0" fmla="*/ 0 h 777716"/>
              <a:gd name="connsiteX1" fmla="*/ 2520220 w 2520219"/>
              <a:gd name="connsiteY1" fmla="*/ 0 h 777716"/>
              <a:gd name="connsiteX2" fmla="*/ 2520220 w 2520219"/>
              <a:gd name="connsiteY2" fmla="*/ 0 h 777716"/>
              <a:gd name="connsiteX3" fmla="*/ 2520220 w 2520219"/>
              <a:gd name="connsiteY3" fmla="*/ 493395 h 777716"/>
              <a:gd name="connsiteX4" fmla="*/ 2235899 w 2520219"/>
              <a:gd name="connsiteY4" fmla="*/ 777716 h 777716"/>
              <a:gd name="connsiteX5" fmla="*/ 0 w 2520219"/>
              <a:gd name="connsiteY5" fmla="*/ 777716 h 777716"/>
              <a:gd name="connsiteX6" fmla="*/ 0 w 2520219"/>
              <a:gd name="connsiteY6" fmla="*/ 777716 h 777716"/>
              <a:gd name="connsiteX7" fmla="*/ 0 w 2520219"/>
              <a:gd name="connsiteY7" fmla="*/ 284321 h 777716"/>
              <a:gd name="connsiteX8" fmla="*/ 284321 w 2520219"/>
              <a:gd name="connsiteY8" fmla="*/ 0 h 77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20219" h="777716">
                <a:moveTo>
                  <a:pt x="284321" y="0"/>
                </a:moveTo>
                <a:lnTo>
                  <a:pt x="2520220" y="0"/>
                </a:lnTo>
                <a:lnTo>
                  <a:pt x="2520220" y="0"/>
                </a:lnTo>
                <a:lnTo>
                  <a:pt x="2520220" y="493395"/>
                </a:lnTo>
                <a:cubicBezTo>
                  <a:pt x="2520220" y="650421"/>
                  <a:pt x="2392928" y="777716"/>
                  <a:pt x="2235899" y="777716"/>
                </a:cubicBezTo>
                <a:lnTo>
                  <a:pt x="0" y="777716"/>
                </a:lnTo>
                <a:lnTo>
                  <a:pt x="0" y="777716"/>
                </a:lnTo>
                <a:lnTo>
                  <a:pt x="0" y="284321"/>
                </a:lnTo>
                <a:cubicBezTo>
                  <a:pt x="0" y="127295"/>
                  <a:pt x="127295" y="0"/>
                  <a:pt x="284321" y="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059" name="Text5"/>
          <p:cNvSpPr txBox="1"/>
          <p:nvPr>
            <p:custDataLst>
              <p:tags r:id="rId6"/>
            </p:custDataLst>
          </p:nvPr>
        </p:nvSpPr>
        <p:spPr>
          <a:xfrm>
            <a:off x="10247123" y="310201"/>
            <a:ext cx="1543283" cy="414535"/>
          </a:xfrm>
          <a:prstGeom prst="rect">
            <a:avLst/>
          </a:prstGeom>
          <a:noFill/>
        </p:spPr>
        <p:txBody>
          <a:bodyPr wrap="square" rtlCol="0" anchor="ctr">
            <a:normAutofit fontScale="95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400" dirty="0">
              <a:solidFill>
                <a:schemeClr val="tx2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  <p:custDataLst>
      <p:tags r:id="rId1"/>
    </p:custData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1">
            <a:extLst>
              <a:ext uri="{FF2B5EF4-FFF2-40B4-BE49-F238E27FC236}">
                <a16:creationId xmlns:a16="http://schemas.microsoft.com/office/drawing/2014/main" id="{E0654BC9-DB7E-C20B-CF7A-5EE2B0BE1024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0" y="4143983"/>
            <a:ext cx="12192000" cy="2714017"/>
          </a:xfrm>
          <a:custGeom>
            <a:avLst/>
            <a:gdLst>
              <a:gd name="connsiteX0" fmla="*/ 965225 w 12187146"/>
              <a:gd name="connsiteY0" fmla="*/ 0 h 2427924"/>
              <a:gd name="connsiteX1" fmla="*/ 11221921 w 12187146"/>
              <a:gd name="connsiteY1" fmla="*/ 0 h 2427924"/>
              <a:gd name="connsiteX2" fmla="*/ 12187146 w 12187146"/>
              <a:gd name="connsiteY2" fmla="*/ 965225 h 2427924"/>
              <a:gd name="connsiteX3" fmla="*/ 12187146 w 12187146"/>
              <a:gd name="connsiteY3" fmla="*/ 2427924 h 2427924"/>
              <a:gd name="connsiteX4" fmla="*/ 0 w 12187146"/>
              <a:gd name="connsiteY4" fmla="*/ 2427924 h 2427924"/>
              <a:gd name="connsiteX5" fmla="*/ 0 w 12187146"/>
              <a:gd name="connsiteY5" fmla="*/ 965225 h 2427924"/>
              <a:gd name="connsiteX6" fmla="*/ 965225 w 12187146"/>
              <a:gd name="connsiteY6" fmla="*/ 0 h 2427924"/>
            </a:gdLst>
            <a:ahLst/>
            <a:cxnLst/>
            <a:rect l="l" t="t" r="r" b="b"/>
            <a:pathLst>
              <a:path w="12187146" h="2427924">
                <a:moveTo>
                  <a:pt x="965225" y="0"/>
                </a:moveTo>
                <a:lnTo>
                  <a:pt x="11221921" y="0"/>
                </a:lnTo>
                <a:cubicBezTo>
                  <a:pt x="11755000" y="0"/>
                  <a:pt x="12187146" y="432146"/>
                  <a:pt x="12187146" y="965225"/>
                </a:cubicBezTo>
                <a:lnTo>
                  <a:pt x="12187146" y="2427924"/>
                </a:lnTo>
                <a:lnTo>
                  <a:pt x="0" y="2427924"/>
                </a:lnTo>
                <a:lnTo>
                  <a:pt x="0" y="965225"/>
                </a:lnTo>
                <a:cubicBezTo>
                  <a:pt x="0" y="432146"/>
                  <a:pt x="432146" y="0"/>
                  <a:pt x="965225" y="0"/>
                </a:cubicBezTo>
                <a:close/>
              </a:path>
            </a:pathLst>
          </a:custGeom>
          <a:solidFill>
            <a:srgbClr val="C00000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Arial"/>
            </a:endParaRPr>
          </a:p>
        </p:txBody>
      </p:sp>
      <p:sp>
        <p:nvSpPr>
          <p:cNvPr id="14" name="Text1">
            <a:extLst>
              <a:ext uri="{FF2B5EF4-FFF2-40B4-BE49-F238E27FC236}">
                <a16:creationId xmlns:a16="http://schemas.microsoft.com/office/drawing/2014/main" id="{38E48C9A-9B0E-D66B-8475-6742A9DF6367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201977" y="4298712"/>
            <a:ext cx="4790597" cy="523874"/>
          </a:xfrm>
          <a:custGeom>
            <a:avLst/>
            <a:gdLst>
              <a:gd name="connsiteX0" fmla="*/ 0 w 4790597"/>
              <a:gd name="connsiteY0" fmla="*/ 0 h 523874"/>
              <a:gd name="connsiteX1" fmla="*/ 1666398 w 4790597"/>
              <a:gd name="connsiteY1" fmla="*/ 0 h 523874"/>
              <a:gd name="connsiteX2" fmla="*/ 2245436 w 4790597"/>
              <a:gd name="connsiteY2" fmla="*/ 0 h 523874"/>
              <a:gd name="connsiteX3" fmla="*/ 2553014 w 4790597"/>
              <a:gd name="connsiteY3" fmla="*/ 0 h 523874"/>
              <a:gd name="connsiteX4" fmla="*/ 3124199 w 4790597"/>
              <a:gd name="connsiteY4" fmla="*/ 0 h 523874"/>
              <a:gd name="connsiteX5" fmla="*/ 4790597 w 4790597"/>
              <a:gd name="connsiteY5" fmla="*/ 0 h 523874"/>
              <a:gd name="connsiteX6" fmla="*/ 4790597 w 4790597"/>
              <a:gd name="connsiteY6" fmla="*/ 295256 h 523874"/>
              <a:gd name="connsiteX7" fmla="*/ 4561979 w 4790597"/>
              <a:gd name="connsiteY7" fmla="*/ 523874 h 523874"/>
              <a:gd name="connsiteX8" fmla="*/ 2895582 w 4790597"/>
              <a:gd name="connsiteY8" fmla="*/ 523874 h 523874"/>
              <a:gd name="connsiteX9" fmla="*/ 2553014 w 4790597"/>
              <a:gd name="connsiteY9" fmla="*/ 523874 h 523874"/>
              <a:gd name="connsiteX10" fmla="*/ 2245436 w 4790597"/>
              <a:gd name="connsiteY10" fmla="*/ 523874 h 523874"/>
              <a:gd name="connsiteX11" fmla="*/ 1895016 w 4790597"/>
              <a:gd name="connsiteY11" fmla="*/ 523874 h 523874"/>
              <a:gd name="connsiteX12" fmla="*/ 228618 w 4790597"/>
              <a:gd name="connsiteY12" fmla="*/ 523874 h 523874"/>
              <a:gd name="connsiteX13" fmla="*/ 0 w 4790597"/>
              <a:gd name="connsiteY13" fmla="*/ 295256 h 523874"/>
            </a:gdLst>
            <a:ahLst/>
            <a:cxnLst/>
            <a:rect l="l" t="t" r="r" b="b"/>
            <a:pathLst>
              <a:path w="4790597" h="523874">
                <a:moveTo>
                  <a:pt x="0" y="0"/>
                </a:moveTo>
                <a:lnTo>
                  <a:pt x="1666398" y="0"/>
                </a:lnTo>
                <a:lnTo>
                  <a:pt x="2245436" y="0"/>
                </a:lnTo>
                <a:lnTo>
                  <a:pt x="2553014" y="0"/>
                </a:lnTo>
                <a:lnTo>
                  <a:pt x="3124199" y="0"/>
                </a:lnTo>
                <a:lnTo>
                  <a:pt x="4790597" y="0"/>
                </a:lnTo>
                <a:lnTo>
                  <a:pt x="4790597" y="295256"/>
                </a:lnTo>
                <a:cubicBezTo>
                  <a:pt x="4790597" y="421518"/>
                  <a:pt x="4688241" y="523874"/>
                  <a:pt x="4561979" y="523874"/>
                </a:cubicBezTo>
                <a:lnTo>
                  <a:pt x="2895582" y="523874"/>
                </a:lnTo>
                <a:lnTo>
                  <a:pt x="2553014" y="523874"/>
                </a:lnTo>
                <a:lnTo>
                  <a:pt x="2245436" y="523874"/>
                </a:lnTo>
                <a:lnTo>
                  <a:pt x="1895016" y="523874"/>
                </a:lnTo>
                <a:lnTo>
                  <a:pt x="228618" y="523874"/>
                </a:lnTo>
                <a:cubicBezTo>
                  <a:pt x="102356" y="523874"/>
                  <a:pt x="0" y="421518"/>
                  <a:pt x="0" y="295256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Arial"/>
            </a:endParaRPr>
          </a:p>
        </p:txBody>
      </p:sp>
      <p:sp>
        <p:nvSpPr>
          <p:cNvPr id="15" name="Text2">
            <a:extLst>
              <a:ext uri="{FF2B5EF4-FFF2-40B4-BE49-F238E27FC236}">
                <a16:creationId xmlns:a16="http://schemas.microsoft.com/office/drawing/2014/main" id="{90D5A179-F631-A0A3-E5D3-A93CF48702A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376034" y="4964856"/>
            <a:ext cx="4442482" cy="13089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SmartMail — 融合AI能力的智能邮件工作台，本次项目答辩面向答辩评审老师，总汇报时长为5分钟</a:t>
            </a:r>
          </a:p>
        </p:txBody>
      </p:sp>
      <p:sp>
        <p:nvSpPr>
          <p:cNvPr id="16" name="Text3">
            <a:extLst>
              <a:ext uri="{FF2B5EF4-FFF2-40B4-BE49-F238E27FC236}">
                <a16:creationId xmlns:a16="http://schemas.microsoft.com/office/drawing/2014/main" id="{502E0FE6-F001-84A1-4943-30417F3DF1C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6201252" y="4298712"/>
            <a:ext cx="4790597" cy="523874"/>
          </a:xfrm>
          <a:custGeom>
            <a:avLst/>
            <a:gdLst>
              <a:gd name="connsiteX0" fmla="*/ 0 w 4790597"/>
              <a:gd name="connsiteY0" fmla="*/ 0 h 523874"/>
              <a:gd name="connsiteX1" fmla="*/ 1666398 w 4790597"/>
              <a:gd name="connsiteY1" fmla="*/ 0 h 523874"/>
              <a:gd name="connsiteX2" fmla="*/ 2245436 w 4790597"/>
              <a:gd name="connsiteY2" fmla="*/ 0 h 523874"/>
              <a:gd name="connsiteX3" fmla="*/ 2553014 w 4790597"/>
              <a:gd name="connsiteY3" fmla="*/ 0 h 523874"/>
              <a:gd name="connsiteX4" fmla="*/ 3124199 w 4790597"/>
              <a:gd name="connsiteY4" fmla="*/ 0 h 523874"/>
              <a:gd name="connsiteX5" fmla="*/ 4790597 w 4790597"/>
              <a:gd name="connsiteY5" fmla="*/ 0 h 523874"/>
              <a:gd name="connsiteX6" fmla="*/ 4790597 w 4790597"/>
              <a:gd name="connsiteY6" fmla="*/ 295256 h 523874"/>
              <a:gd name="connsiteX7" fmla="*/ 4561979 w 4790597"/>
              <a:gd name="connsiteY7" fmla="*/ 523874 h 523874"/>
              <a:gd name="connsiteX8" fmla="*/ 2895582 w 4790597"/>
              <a:gd name="connsiteY8" fmla="*/ 523874 h 523874"/>
              <a:gd name="connsiteX9" fmla="*/ 2553014 w 4790597"/>
              <a:gd name="connsiteY9" fmla="*/ 523874 h 523874"/>
              <a:gd name="connsiteX10" fmla="*/ 2245436 w 4790597"/>
              <a:gd name="connsiteY10" fmla="*/ 523874 h 523874"/>
              <a:gd name="connsiteX11" fmla="*/ 1895016 w 4790597"/>
              <a:gd name="connsiteY11" fmla="*/ 523874 h 523874"/>
              <a:gd name="connsiteX12" fmla="*/ 228618 w 4790597"/>
              <a:gd name="connsiteY12" fmla="*/ 523874 h 523874"/>
              <a:gd name="connsiteX13" fmla="*/ 0 w 4790597"/>
              <a:gd name="connsiteY13" fmla="*/ 295256 h 523874"/>
            </a:gdLst>
            <a:ahLst/>
            <a:cxnLst/>
            <a:rect l="l" t="t" r="r" b="b"/>
            <a:pathLst>
              <a:path w="4790597" h="523874">
                <a:moveTo>
                  <a:pt x="0" y="0"/>
                </a:moveTo>
                <a:lnTo>
                  <a:pt x="1666398" y="0"/>
                </a:lnTo>
                <a:lnTo>
                  <a:pt x="2245436" y="0"/>
                </a:lnTo>
                <a:lnTo>
                  <a:pt x="2553014" y="0"/>
                </a:lnTo>
                <a:lnTo>
                  <a:pt x="3124199" y="0"/>
                </a:lnTo>
                <a:lnTo>
                  <a:pt x="4790597" y="0"/>
                </a:lnTo>
                <a:lnTo>
                  <a:pt x="4790597" y="295256"/>
                </a:lnTo>
                <a:cubicBezTo>
                  <a:pt x="4790597" y="421518"/>
                  <a:pt x="4688241" y="523874"/>
                  <a:pt x="4561979" y="523874"/>
                </a:cubicBezTo>
                <a:lnTo>
                  <a:pt x="2895582" y="523874"/>
                </a:lnTo>
                <a:lnTo>
                  <a:pt x="2553014" y="523874"/>
                </a:lnTo>
                <a:lnTo>
                  <a:pt x="2245436" y="523874"/>
                </a:lnTo>
                <a:lnTo>
                  <a:pt x="1895016" y="523874"/>
                </a:lnTo>
                <a:lnTo>
                  <a:pt x="228618" y="523874"/>
                </a:lnTo>
                <a:cubicBezTo>
                  <a:pt x="102356" y="523874"/>
                  <a:pt x="0" y="421518"/>
                  <a:pt x="0" y="295256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Arial"/>
            </a:endParaRPr>
          </a:p>
        </p:txBody>
      </p:sp>
      <p:sp>
        <p:nvSpPr>
          <p:cNvPr id="17" name="Text4">
            <a:extLst>
              <a:ext uri="{FF2B5EF4-FFF2-40B4-BE49-F238E27FC236}">
                <a16:creationId xmlns:a16="http://schemas.microsoft.com/office/drawing/2014/main" id="{C306868C-2D85-A870-2A03-C48531D59E26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376034" y="4298712"/>
            <a:ext cx="4442482" cy="52387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项目名称</a:t>
            </a:r>
          </a:p>
        </p:txBody>
      </p:sp>
      <p:sp>
        <p:nvSpPr>
          <p:cNvPr id="19" name="Text5">
            <a:extLst>
              <a:ext uri="{FF2B5EF4-FFF2-40B4-BE49-F238E27FC236}">
                <a16:creationId xmlns:a16="http://schemas.microsoft.com/office/drawing/2014/main" id="{95F5A633-900B-4CAD-7B86-097A905EFA9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380311" y="4298713"/>
            <a:ext cx="4432480" cy="52387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汇报信息</a:t>
            </a:r>
          </a:p>
        </p:txBody>
      </p:sp>
      <p:sp>
        <p:nvSpPr>
          <p:cNvPr id="2" name="Shape2">
            <a:extLst>
              <a:ext uri="{FF2B5EF4-FFF2-40B4-BE49-F238E27FC236}">
                <a16:creationId xmlns:a16="http://schemas.microsoft.com/office/drawing/2014/main" id="{058CDCF8-A0F8-94C2-1482-A4E811C1274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200153" y="2079388"/>
            <a:ext cx="4790595" cy="2219327"/>
          </a:xfrm>
          <a:prstGeom prst="roundRect">
            <a:avLst>
              <a:gd name="adj" fmla="val 2504"/>
            </a:avLst>
          </a:prstGeom>
          <a:blipFill>
            <a:blip r:embed="rId14"/>
            <a:stretch>
              <a:fillRect t="-30609" b="-30609"/>
            </a:stretch>
          </a:blip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110004020202020204"/>
              <a:ea typeface="宋体" panose="02010600030101010101" pitchFamily="2" charset="-122"/>
              <a:cs typeface="Arial"/>
            </a:endParaRPr>
          </a:p>
        </p:txBody>
      </p:sp>
      <p:sp>
        <p:nvSpPr>
          <p:cNvPr id="3" name="Shape3">
            <a:extLst>
              <a:ext uri="{FF2B5EF4-FFF2-40B4-BE49-F238E27FC236}">
                <a16:creationId xmlns:a16="http://schemas.microsoft.com/office/drawing/2014/main" id="{3DDC07C0-B4BF-251A-B0DC-CB10E8134F3F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6201255" y="2079388"/>
            <a:ext cx="4790595" cy="2219327"/>
          </a:xfrm>
          <a:prstGeom prst="roundRect">
            <a:avLst>
              <a:gd name="adj" fmla="val 2504"/>
            </a:avLst>
          </a:prstGeom>
          <a:blipFill>
            <a:blip r:embed="rId15"/>
            <a:stretch>
              <a:fillRect t="-21935" b="-21935"/>
            </a:stretch>
          </a:blip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110004020202020204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110004020202020204"/>
              <a:ea typeface="宋体" panose="02010600030101010101" pitchFamily="2" charset="-122"/>
              <a:cs typeface="Arial"/>
            </a:endParaRPr>
          </a:p>
        </p:txBody>
      </p:sp>
      <p:sp>
        <p:nvSpPr>
          <p:cNvPr id="23" name="Text7">
            <a:extLst>
              <a:ext uri="{FF2B5EF4-FFF2-40B4-BE49-F238E27FC236}">
                <a16:creationId xmlns:a16="http://schemas.microsoft.com/office/drawing/2014/main" id="{4B132619-9ED5-669A-B6FB-B84078143190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6370309" y="4964856"/>
            <a:ext cx="4442482" cy="13089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本团队成员：罗俊翔，李明轩，金智涵，吴子颢，唐瑞，钟杰。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本项目的开源地址：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https://github.com/Si-xiyu/S-mail.git</a:t>
            </a:r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36828033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shape 2"/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8"/>
          <a:stretch>
            <a:fillRect/>
          </a:stretch>
        </p:blipFill>
        <p:spPr bwMode="auto">
          <a:xfrm>
            <a:off x="0" y="16042"/>
            <a:ext cx="10837654" cy="683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2245895" y="6032"/>
            <a:ext cx="9946105" cy="6858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4917773" y="550042"/>
            <a:ext cx="4305300" cy="70788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4000" b="1" kern="100"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目录</a:t>
            </a:r>
            <a:endParaRPr lang="en-US" altLang="zh-CN" sz="4000" b="1" kern="100"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</a:endParaRPr>
          </a:p>
        </p:txBody>
      </p:sp>
      <p:grpSp>
        <p:nvGrpSpPr>
          <p:cNvPr id="7" name="Text3"/>
          <p:cNvGrpSpPr/>
          <p:nvPr>
            <p:custDataLst>
              <p:tags r:id="rId2"/>
            </p:custDataLst>
          </p:nvPr>
        </p:nvGrpSpPr>
        <p:grpSpPr>
          <a:xfrm>
            <a:off x="3209777" y="2052100"/>
            <a:ext cx="3545624" cy="693049"/>
            <a:chOff x="4578696" y="-967917"/>
            <a:chExt cx="3545624" cy="693049"/>
          </a:xfrm>
        </p:grpSpPr>
        <p:sp>
          <p:nvSpPr>
            <p:cNvPr id="28" name="矩形 27"/>
            <p:cNvSpPr/>
            <p:nvPr/>
          </p:nvSpPr>
          <p:spPr>
            <a:xfrm>
              <a:off x="4578696" y="-900235"/>
              <a:ext cx="625367" cy="62536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9" name="Text1"/>
            <p:cNvSpPr txBox="1"/>
            <p:nvPr>
              <p:custDataLst>
                <p:tags r:id="rId15"/>
              </p:custDataLst>
            </p:nvPr>
          </p:nvSpPr>
          <p:spPr>
            <a:xfrm>
              <a:off x="5460427" y="-967917"/>
              <a:ext cx="2663893" cy="679939"/>
            </a:xfrm>
            <a:prstGeom prst="rect">
              <a:avLst/>
            </a:prstGeom>
            <a:noFill/>
          </p:spPr>
          <p:txBody>
            <a:bodyPr wrap="square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</a:pPr>
              <a:r>
                <a:rPr lang="en-US" altLang="zh-CN"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项目概述</a:t>
              </a:r>
            </a:p>
          </p:txBody>
        </p:sp>
        <p:sp>
          <p:nvSpPr>
            <p:cNvPr id="30" name="Text2"/>
            <p:cNvSpPr txBox="1"/>
            <p:nvPr>
              <p:custDataLst>
                <p:tags r:id="rId16"/>
              </p:custDataLst>
            </p:nvPr>
          </p:nvSpPr>
          <p:spPr>
            <a:xfrm>
              <a:off x="4578696" y="-900235"/>
              <a:ext cx="625367" cy="625366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000" b="1">
                  <a:solidFill>
                    <a:schemeClr val="tx2"/>
                  </a:solidFill>
                  <a:latin typeface="微软雅黑" panose="020B0503020204020204" charset="-122"/>
                  <a:ea typeface="微软雅黑" panose="020B0503020204020204" charset="-122"/>
                </a:rPr>
                <a:t>01</a:t>
              </a:r>
            </a:p>
          </p:txBody>
        </p:sp>
      </p:grpSp>
      <p:grpSp>
        <p:nvGrpSpPr>
          <p:cNvPr id="8" name="Text6"/>
          <p:cNvGrpSpPr/>
          <p:nvPr>
            <p:custDataLst>
              <p:tags r:id="rId3"/>
            </p:custDataLst>
          </p:nvPr>
        </p:nvGrpSpPr>
        <p:grpSpPr>
          <a:xfrm>
            <a:off x="3209777" y="3577634"/>
            <a:ext cx="3545624" cy="692785"/>
            <a:chOff x="4578696" y="-967917"/>
            <a:chExt cx="3545624" cy="693049"/>
          </a:xfrm>
        </p:grpSpPr>
        <p:sp>
          <p:nvSpPr>
            <p:cNvPr id="25" name="矩形 24"/>
            <p:cNvSpPr/>
            <p:nvPr/>
          </p:nvSpPr>
          <p:spPr>
            <a:xfrm>
              <a:off x="4578696" y="-900235"/>
              <a:ext cx="625367" cy="62536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6" name="Text4"/>
            <p:cNvSpPr txBox="1"/>
            <p:nvPr>
              <p:custDataLst>
                <p:tags r:id="rId13"/>
              </p:custDataLst>
            </p:nvPr>
          </p:nvSpPr>
          <p:spPr>
            <a:xfrm>
              <a:off x="5460428" y="-967917"/>
              <a:ext cx="2663892" cy="679939"/>
            </a:xfrm>
            <a:prstGeom prst="rect">
              <a:avLst/>
            </a:prstGeom>
            <a:noFill/>
          </p:spPr>
          <p:txBody>
            <a:bodyPr wrap="square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</a:pPr>
              <a:r>
                <a:rPr lang="en-US" altLang="zh-CN"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核心数据模型</a:t>
              </a:r>
            </a:p>
          </p:txBody>
        </p:sp>
        <p:sp>
          <p:nvSpPr>
            <p:cNvPr id="27" name="Text5"/>
            <p:cNvSpPr txBox="1"/>
            <p:nvPr>
              <p:custDataLst>
                <p:tags r:id="rId14"/>
              </p:custDataLst>
            </p:nvPr>
          </p:nvSpPr>
          <p:spPr>
            <a:xfrm>
              <a:off x="4578696" y="-900235"/>
              <a:ext cx="625367" cy="625366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000" b="1">
                  <a:solidFill>
                    <a:schemeClr val="tx2"/>
                  </a:solidFill>
                  <a:latin typeface="微软雅黑" panose="020B0503020204020204" charset="-122"/>
                  <a:ea typeface="微软雅黑" panose="020B0503020204020204" charset="-122"/>
                </a:rPr>
                <a:t>03</a:t>
              </a:r>
            </a:p>
          </p:txBody>
        </p:sp>
      </p:grpSp>
      <p:grpSp>
        <p:nvGrpSpPr>
          <p:cNvPr id="9" name="Text9"/>
          <p:cNvGrpSpPr/>
          <p:nvPr>
            <p:custDataLst>
              <p:tags r:id="rId4"/>
            </p:custDataLst>
          </p:nvPr>
        </p:nvGrpSpPr>
        <p:grpSpPr>
          <a:xfrm>
            <a:off x="3209777" y="5102904"/>
            <a:ext cx="3545624" cy="692785"/>
            <a:chOff x="4578696" y="-967917"/>
            <a:chExt cx="3545624" cy="693049"/>
          </a:xfrm>
        </p:grpSpPr>
        <p:sp>
          <p:nvSpPr>
            <p:cNvPr id="22" name="矩形 21"/>
            <p:cNvSpPr/>
            <p:nvPr/>
          </p:nvSpPr>
          <p:spPr>
            <a:xfrm>
              <a:off x="4578696" y="-900235"/>
              <a:ext cx="625367" cy="62536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3" name="Text7"/>
            <p:cNvSpPr txBox="1"/>
            <p:nvPr>
              <p:custDataLst>
                <p:tags r:id="rId11"/>
              </p:custDataLst>
            </p:nvPr>
          </p:nvSpPr>
          <p:spPr>
            <a:xfrm>
              <a:off x="5460428" y="-967917"/>
              <a:ext cx="2663892" cy="679939"/>
            </a:xfrm>
            <a:prstGeom prst="rect">
              <a:avLst/>
            </a:prstGeom>
            <a:noFill/>
          </p:spPr>
          <p:txBody>
            <a:bodyPr wrap="square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</a:pPr>
              <a:r>
                <a:rPr lang="en-US" altLang="zh-CN"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项目总结</a:t>
              </a:r>
            </a:p>
          </p:txBody>
        </p:sp>
        <p:sp>
          <p:nvSpPr>
            <p:cNvPr id="24" name="Text8"/>
            <p:cNvSpPr txBox="1"/>
            <p:nvPr>
              <p:custDataLst>
                <p:tags r:id="rId12"/>
              </p:custDataLst>
            </p:nvPr>
          </p:nvSpPr>
          <p:spPr>
            <a:xfrm>
              <a:off x="4578696" y="-900235"/>
              <a:ext cx="625367" cy="625366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000" b="1">
                  <a:solidFill>
                    <a:schemeClr val="tx2"/>
                  </a:solidFill>
                  <a:latin typeface="微软雅黑" panose="020B0503020204020204" charset="-122"/>
                  <a:ea typeface="微软雅黑" panose="020B0503020204020204" charset="-122"/>
                </a:rPr>
                <a:t>05</a:t>
              </a:r>
            </a:p>
          </p:txBody>
        </p:sp>
      </p:grpSp>
      <p:grpSp>
        <p:nvGrpSpPr>
          <p:cNvPr id="10" name="Text12"/>
          <p:cNvGrpSpPr/>
          <p:nvPr>
            <p:custDataLst>
              <p:tags r:id="rId5"/>
            </p:custDataLst>
          </p:nvPr>
        </p:nvGrpSpPr>
        <p:grpSpPr>
          <a:xfrm>
            <a:off x="7497185" y="2048107"/>
            <a:ext cx="3545624" cy="693049"/>
            <a:chOff x="4578696" y="-967917"/>
            <a:chExt cx="3545624" cy="693049"/>
          </a:xfrm>
        </p:grpSpPr>
        <p:sp>
          <p:nvSpPr>
            <p:cNvPr id="19" name="矩形 18"/>
            <p:cNvSpPr/>
            <p:nvPr/>
          </p:nvSpPr>
          <p:spPr>
            <a:xfrm>
              <a:off x="4578696" y="-900235"/>
              <a:ext cx="625367" cy="62536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0" name="Text10"/>
            <p:cNvSpPr txBox="1"/>
            <p:nvPr>
              <p:custDataLst>
                <p:tags r:id="rId9"/>
              </p:custDataLst>
            </p:nvPr>
          </p:nvSpPr>
          <p:spPr>
            <a:xfrm>
              <a:off x="5460427" y="-967917"/>
              <a:ext cx="2663893" cy="679939"/>
            </a:xfrm>
            <a:prstGeom prst="rect">
              <a:avLst/>
            </a:prstGeom>
            <a:noFill/>
          </p:spPr>
          <p:txBody>
            <a:bodyPr wrap="square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</a:pPr>
              <a:r>
                <a:rPr lang="en-US" altLang="zh-CN"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技术架构</a:t>
              </a:r>
            </a:p>
          </p:txBody>
        </p:sp>
        <p:sp>
          <p:nvSpPr>
            <p:cNvPr id="21" name="Text11"/>
            <p:cNvSpPr txBox="1"/>
            <p:nvPr>
              <p:custDataLst>
                <p:tags r:id="rId10"/>
              </p:custDataLst>
            </p:nvPr>
          </p:nvSpPr>
          <p:spPr>
            <a:xfrm>
              <a:off x="4578696" y="-900235"/>
              <a:ext cx="625367" cy="625366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000" b="1">
                  <a:solidFill>
                    <a:schemeClr val="tx2"/>
                  </a:solidFill>
                  <a:latin typeface="微软雅黑" panose="020B0503020204020204" charset="-122"/>
                  <a:ea typeface="微软雅黑" panose="020B0503020204020204" charset="-122"/>
                </a:rPr>
                <a:t>02</a:t>
              </a:r>
            </a:p>
          </p:txBody>
        </p:sp>
      </p:grpSp>
      <p:grpSp>
        <p:nvGrpSpPr>
          <p:cNvPr id="11" name="Text15"/>
          <p:cNvGrpSpPr/>
          <p:nvPr>
            <p:custDataLst>
              <p:tags r:id="rId6"/>
            </p:custDataLst>
          </p:nvPr>
        </p:nvGrpSpPr>
        <p:grpSpPr>
          <a:xfrm>
            <a:off x="7497185" y="3573641"/>
            <a:ext cx="3545624" cy="692785"/>
            <a:chOff x="4578696" y="-967917"/>
            <a:chExt cx="3545624" cy="693049"/>
          </a:xfrm>
        </p:grpSpPr>
        <p:sp>
          <p:nvSpPr>
            <p:cNvPr id="16" name="矩形 15"/>
            <p:cNvSpPr/>
            <p:nvPr/>
          </p:nvSpPr>
          <p:spPr>
            <a:xfrm>
              <a:off x="4578696" y="-900235"/>
              <a:ext cx="625367" cy="62536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7" name="Text13"/>
            <p:cNvSpPr txBox="1"/>
            <p:nvPr>
              <p:custDataLst>
                <p:tags r:id="rId7"/>
              </p:custDataLst>
            </p:nvPr>
          </p:nvSpPr>
          <p:spPr>
            <a:xfrm>
              <a:off x="5460428" y="-967917"/>
              <a:ext cx="2663892" cy="679939"/>
            </a:xfrm>
            <a:prstGeom prst="rect">
              <a:avLst/>
            </a:prstGeom>
            <a:noFill/>
          </p:spPr>
          <p:txBody>
            <a:bodyPr wrap="square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</a:pPr>
              <a:r>
                <a:rPr lang="en-US" altLang="zh-CN"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核心功能实现</a:t>
              </a:r>
            </a:p>
          </p:txBody>
        </p:sp>
        <p:sp>
          <p:nvSpPr>
            <p:cNvPr id="18" name="Text14"/>
            <p:cNvSpPr txBox="1"/>
            <p:nvPr>
              <p:custDataLst>
                <p:tags r:id="rId8"/>
              </p:custDataLst>
            </p:nvPr>
          </p:nvSpPr>
          <p:spPr>
            <a:xfrm>
              <a:off x="4578696" y="-900235"/>
              <a:ext cx="625367" cy="625366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000" b="1">
                  <a:solidFill>
                    <a:schemeClr val="tx2"/>
                  </a:solidFill>
                  <a:latin typeface="微软雅黑" panose="020B0503020204020204" charset="-122"/>
                  <a:ea typeface="微软雅黑" panose="020B0503020204020204" charset="-122"/>
                </a:rPr>
                <a:t>04</a:t>
              </a:r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角星"/>
          <p:cNvSpPr/>
          <p:nvPr/>
        </p:nvSpPr>
        <p:spPr>
          <a:xfrm>
            <a:off x="5840730" y="2882582"/>
            <a:ext cx="301625" cy="300355"/>
          </a:xfrm>
          <a:custGeom>
            <a:avLst/>
            <a:gdLst>
              <a:gd name="T0" fmla="*/ 11209 w 11256"/>
              <a:gd name="T1" fmla="*/ 4253 h 11213"/>
              <a:gd name="T2" fmla="*/ 10891 w 11256"/>
              <a:gd name="T3" fmla="*/ 3984 h 11213"/>
              <a:gd name="T4" fmla="*/ 7510 w 11256"/>
              <a:gd name="T5" fmla="*/ 3462 h 11213"/>
              <a:gd name="T6" fmla="*/ 6001 w 11256"/>
              <a:gd name="T7" fmla="*/ 230 h 11213"/>
              <a:gd name="T8" fmla="*/ 5640 w 11256"/>
              <a:gd name="T9" fmla="*/ 0 h 11213"/>
              <a:gd name="T10" fmla="*/ 5640 w 11256"/>
              <a:gd name="T11" fmla="*/ 0 h 11213"/>
              <a:gd name="T12" fmla="*/ 5279 w 11256"/>
              <a:gd name="T13" fmla="*/ 230 h 11213"/>
              <a:gd name="T14" fmla="*/ 3756 w 11256"/>
              <a:gd name="T15" fmla="*/ 3455 h 11213"/>
              <a:gd name="T16" fmla="*/ 370 w 11256"/>
              <a:gd name="T17" fmla="*/ 3965 h 11213"/>
              <a:gd name="T18" fmla="*/ 49 w 11256"/>
              <a:gd name="T19" fmla="*/ 4231 h 11213"/>
              <a:gd name="T20" fmla="*/ 142 w 11256"/>
              <a:gd name="T21" fmla="*/ 4638 h 11213"/>
              <a:gd name="T22" fmla="*/ 2597 w 11256"/>
              <a:gd name="T23" fmla="*/ 7164 h 11213"/>
              <a:gd name="T24" fmla="*/ 2010 w 11256"/>
              <a:gd name="T25" fmla="*/ 10725 h 11213"/>
              <a:gd name="T26" fmla="*/ 2174 w 11256"/>
              <a:gd name="T27" fmla="*/ 11116 h 11213"/>
              <a:gd name="T28" fmla="*/ 2597 w 11256"/>
              <a:gd name="T29" fmla="*/ 11140 h 11213"/>
              <a:gd name="T30" fmla="*/ 5620 w 11256"/>
              <a:gd name="T31" fmla="*/ 9478 h 11213"/>
              <a:gd name="T32" fmla="*/ 8637 w 11256"/>
              <a:gd name="T33" fmla="*/ 11151 h 11213"/>
              <a:gd name="T34" fmla="*/ 8831 w 11256"/>
              <a:gd name="T35" fmla="*/ 11200 h 11213"/>
              <a:gd name="T36" fmla="*/ 8839 w 11256"/>
              <a:gd name="T37" fmla="*/ 11200 h 11213"/>
              <a:gd name="T38" fmla="*/ 9239 w 11256"/>
              <a:gd name="T39" fmla="*/ 10800 h 11213"/>
              <a:gd name="T40" fmla="*/ 9213 w 11256"/>
              <a:gd name="T41" fmla="*/ 10658 h 11213"/>
              <a:gd name="T42" fmla="*/ 8652 w 11256"/>
              <a:gd name="T43" fmla="*/ 7175 h 11213"/>
              <a:gd name="T44" fmla="*/ 11114 w 11256"/>
              <a:gd name="T45" fmla="*/ 4659 h 11213"/>
              <a:gd name="T46" fmla="*/ 11209 w 11256"/>
              <a:gd name="T47" fmla="*/ 4253 h 1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1256" h="11213">
                <a:moveTo>
                  <a:pt x="11209" y="4253"/>
                </a:moveTo>
                <a:cubicBezTo>
                  <a:pt x="11161" y="4111"/>
                  <a:pt x="11039" y="4008"/>
                  <a:pt x="10891" y="3984"/>
                </a:cubicBezTo>
                <a:lnTo>
                  <a:pt x="7510" y="3462"/>
                </a:lnTo>
                <a:lnTo>
                  <a:pt x="6001" y="230"/>
                </a:lnTo>
                <a:cubicBezTo>
                  <a:pt x="5934" y="90"/>
                  <a:pt x="5795" y="0"/>
                  <a:pt x="5640" y="0"/>
                </a:cubicBezTo>
                <a:lnTo>
                  <a:pt x="5640" y="0"/>
                </a:lnTo>
                <a:cubicBezTo>
                  <a:pt x="5485" y="0"/>
                  <a:pt x="5345" y="88"/>
                  <a:pt x="5279" y="230"/>
                </a:cubicBezTo>
                <a:lnTo>
                  <a:pt x="3756" y="3455"/>
                </a:lnTo>
                <a:lnTo>
                  <a:pt x="370" y="3965"/>
                </a:lnTo>
                <a:cubicBezTo>
                  <a:pt x="221" y="3986"/>
                  <a:pt x="99" y="4090"/>
                  <a:pt x="49" y="4231"/>
                </a:cubicBezTo>
                <a:cubicBezTo>
                  <a:pt x="0" y="4373"/>
                  <a:pt x="36" y="4530"/>
                  <a:pt x="142" y="4638"/>
                </a:cubicBezTo>
                <a:lnTo>
                  <a:pt x="2597" y="7164"/>
                </a:lnTo>
                <a:lnTo>
                  <a:pt x="2010" y="10725"/>
                </a:lnTo>
                <a:cubicBezTo>
                  <a:pt x="1984" y="10875"/>
                  <a:pt x="2049" y="11028"/>
                  <a:pt x="2174" y="11116"/>
                </a:cubicBezTo>
                <a:cubicBezTo>
                  <a:pt x="2298" y="11204"/>
                  <a:pt x="2464" y="11213"/>
                  <a:pt x="2597" y="11140"/>
                </a:cubicBezTo>
                <a:lnTo>
                  <a:pt x="5620" y="9478"/>
                </a:lnTo>
                <a:lnTo>
                  <a:pt x="8637" y="11151"/>
                </a:lnTo>
                <a:cubicBezTo>
                  <a:pt x="8697" y="11183"/>
                  <a:pt x="8764" y="11200"/>
                  <a:pt x="8831" y="11200"/>
                </a:cubicBezTo>
                <a:lnTo>
                  <a:pt x="8839" y="11200"/>
                </a:lnTo>
                <a:cubicBezTo>
                  <a:pt x="9061" y="11200"/>
                  <a:pt x="9239" y="11022"/>
                  <a:pt x="9239" y="10800"/>
                </a:cubicBezTo>
                <a:cubicBezTo>
                  <a:pt x="9239" y="10751"/>
                  <a:pt x="9231" y="10703"/>
                  <a:pt x="9213" y="10658"/>
                </a:cubicBezTo>
                <a:lnTo>
                  <a:pt x="8652" y="7175"/>
                </a:lnTo>
                <a:lnTo>
                  <a:pt x="11114" y="4659"/>
                </a:lnTo>
                <a:cubicBezTo>
                  <a:pt x="11219" y="4552"/>
                  <a:pt x="11256" y="4395"/>
                  <a:pt x="11209" y="425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99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组合 6"/>
          <p:cNvGrpSpPr/>
          <p:nvPr/>
        </p:nvGrpSpPr>
        <p:grpSpPr>
          <a:xfrm flipH="1">
            <a:off x="6198870" y="2958147"/>
            <a:ext cx="777240" cy="156845"/>
            <a:chOff x="4887865" y="3342962"/>
            <a:chExt cx="713775" cy="156845"/>
          </a:xfrm>
        </p:grpSpPr>
        <p:sp>
          <p:nvSpPr>
            <p:cNvPr id="14" name="平行四边形 13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5" name="平行四边形 14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8" name="Text1"/>
          <p:cNvSpPr txBox="1"/>
          <p:nvPr>
            <p:custDataLst>
              <p:tags r:id="rId2"/>
            </p:custDataLst>
          </p:nvPr>
        </p:nvSpPr>
        <p:spPr>
          <a:xfrm>
            <a:off x="527050" y="3327717"/>
            <a:ext cx="11137900" cy="1350645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1000" b="1" kern="1200" spc="-150">
                <a:solidFill>
                  <a:srgbClr val="8034FF"/>
                </a:solidFill>
                <a:latin typeface="Avenir LT Pro 65 Medium" panose="020B0603020203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6000" spc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字体圈欣意冠黑体" panose="00000500000000000000" charset="-122"/>
                <a:sym typeface="+mn-lt"/>
              </a:rPr>
              <a:t>项目概述</a:t>
            </a:r>
          </a:p>
        </p:txBody>
      </p:sp>
      <p:sp>
        <p:nvSpPr>
          <p:cNvPr id="9" name="Text2"/>
          <p:cNvSpPr txBox="1"/>
          <p:nvPr>
            <p:custDataLst>
              <p:tags r:id="rId3"/>
            </p:custDataLst>
          </p:nvPr>
        </p:nvSpPr>
        <p:spPr>
          <a:xfrm>
            <a:off x="528955" y="4815522"/>
            <a:ext cx="11135360" cy="878205"/>
          </a:xfrm>
          <a:prstGeom prst="rect">
            <a:avLst/>
          </a:prstGeom>
          <a:noFill/>
        </p:spPr>
        <p:txBody>
          <a:bodyPr wrap="square" rtlCol="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solidFill>
                  <a:schemeClr val="bg2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Open Sans" panose="020B0606030504020204" pitchFamily="34" charset="0"/>
              </a:rPr>
              <a:t>Project Overview</a:t>
            </a:r>
          </a:p>
        </p:txBody>
      </p:sp>
      <p:sp>
        <p:nvSpPr>
          <p:cNvPr id="10" name="Text3"/>
          <p:cNvSpPr txBox="1"/>
          <p:nvPr>
            <p:custDataLst>
              <p:tags r:id="rId4"/>
            </p:custDataLst>
          </p:nvPr>
        </p:nvSpPr>
        <p:spPr>
          <a:xfrm>
            <a:off x="5006975" y="1164272"/>
            <a:ext cx="2095500" cy="1833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</a:pPr>
            <a:r>
              <a:rPr lang="en-US" altLang="zh-CN" sz="8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</a:p>
        </p:txBody>
      </p:sp>
      <p:grpSp>
        <p:nvGrpSpPr>
          <p:cNvPr id="11" name="组合 10"/>
          <p:cNvGrpSpPr/>
          <p:nvPr/>
        </p:nvGrpSpPr>
        <p:grpSpPr>
          <a:xfrm>
            <a:off x="5006975" y="2958147"/>
            <a:ext cx="777240" cy="156845"/>
            <a:chOff x="4887865" y="3342962"/>
            <a:chExt cx="713775" cy="156845"/>
          </a:xfrm>
        </p:grpSpPr>
        <p:sp>
          <p:nvSpPr>
            <p:cNvPr id="12" name="平行四边形 11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3" name="平行四边形 12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>
            <p:custDataLst>
              <p:tags r:id="rId2"/>
            </p:custDataLst>
          </p:nvPr>
        </p:nvSpPr>
        <p:spPr>
          <a:xfrm>
            <a:off x="0" y="-4011"/>
            <a:ext cx="8037095" cy="6858000"/>
          </a:xfrm>
          <a:prstGeom prst="rect">
            <a:avLst/>
          </a:prstGeom>
          <a:gradFill flip="none" rotWithShape="1">
            <a:gsLst>
              <a:gs pos="1000">
                <a:schemeClr val="accent1">
                  <a:alpha val="50000"/>
                </a:schemeClr>
              </a:gs>
              <a:gs pos="100000">
                <a:schemeClr val="tx2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13" name="Shape1"/>
          <p:cNvSpPr/>
          <p:nvPr>
            <p:custDataLst>
              <p:tags r:id="rId3"/>
            </p:custDataLst>
          </p:nvPr>
        </p:nvSpPr>
        <p:spPr>
          <a:xfrm>
            <a:off x="0" y="-4011"/>
            <a:ext cx="3958812" cy="6858000"/>
          </a:xfrm>
          <a:custGeom>
            <a:avLst/>
            <a:gdLst>
              <a:gd name="connsiteX0" fmla="*/ 0 w 3958812"/>
              <a:gd name="connsiteY0" fmla="*/ 0 h 6858000"/>
              <a:gd name="connsiteX1" fmla="*/ 2633070 w 3958812"/>
              <a:gd name="connsiteY1" fmla="*/ 0 h 6858000"/>
              <a:gd name="connsiteX2" fmla="*/ 3958812 w 3958812"/>
              <a:gd name="connsiteY2" fmla="*/ 6858000 h 6858000"/>
              <a:gd name="connsiteX3" fmla="*/ 0 w 395881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8812" h="6858000">
                <a:moveTo>
                  <a:pt x="0" y="0"/>
                </a:moveTo>
                <a:lnTo>
                  <a:pt x="2633070" y="0"/>
                </a:lnTo>
                <a:lnTo>
                  <a:pt x="395881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5"/>
            <a:stretch>
              <a:fillRect l="-72643" r="-72643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0" name="任意多边形: 形状 19"/>
          <p:cNvSpPr/>
          <p:nvPr>
            <p:custDataLst>
              <p:tags r:id="rId4"/>
            </p:custDataLst>
          </p:nvPr>
        </p:nvSpPr>
        <p:spPr>
          <a:xfrm flipH="1">
            <a:off x="1604211" y="1288284"/>
            <a:ext cx="2871538" cy="3975617"/>
          </a:xfrm>
          <a:custGeom>
            <a:avLst/>
            <a:gdLst>
              <a:gd name="connsiteX0" fmla="*/ 0 w 3449053"/>
              <a:gd name="connsiteY0" fmla="*/ 0 h 6858000"/>
              <a:gd name="connsiteX1" fmla="*/ 3449053 w 3449053"/>
              <a:gd name="connsiteY1" fmla="*/ 0 h 6858000"/>
              <a:gd name="connsiteX2" fmla="*/ 2294021 w 3449053"/>
              <a:gd name="connsiteY2" fmla="*/ 6858000 h 6858000"/>
              <a:gd name="connsiteX3" fmla="*/ 0 w 344905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9053" h="6858000">
                <a:moveTo>
                  <a:pt x="0" y="0"/>
                </a:moveTo>
                <a:lnTo>
                  <a:pt x="3449053" y="0"/>
                </a:lnTo>
                <a:lnTo>
                  <a:pt x="229402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80000"/>
            </a:schemeClr>
          </a:solidFill>
          <a:ln>
            <a:noFill/>
          </a:ln>
          <a:effectLst>
            <a:outerShdw blurRad="76200" dist="88900" sx="99000" sy="99000" algn="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r>
              <a:rPr lang="en-US" altLang="zh-CN"/>
              <a:t>z</a:t>
            </a:r>
            <a:endParaRPr lang="zh-CN" altLang="en-US"/>
          </a:p>
        </p:txBody>
      </p:sp>
      <p:sp>
        <p:nvSpPr>
          <p:cNvPr id="7" name="Text1"/>
          <p:cNvSpPr txBox="1"/>
          <p:nvPr>
            <p:custDataLst>
              <p:tags r:id="rId5"/>
            </p:custDataLst>
          </p:nvPr>
        </p:nvSpPr>
        <p:spPr>
          <a:xfrm>
            <a:off x="6096174" y="962525"/>
            <a:ext cx="5201604" cy="1121585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项目基本信息</a:t>
            </a:r>
          </a:p>
        </p:txBody>
      </p:sp>
      <p:sp>
        <p:nvSpPr>
          <p:cNvPr id="8" name="Text2"/>
          <p:cNvSpPr txBox="1"/>
          <p:nvPr>
            <p:custDataLst>
              <p:tags r:id="rId6"/>
            </p:custDataLst>
          </p:nvPr>
        </p:nvSpPr>
        <p:spPr>
          <a:xfrm>
            <a:off x="6096000" y="2486527"/>
            <a:ext cx="5208310" cy="340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6" rIns="60950" bIns="30466" anchor="t" anchorCtr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1.项目基本概况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本项目为课程实训项目，名称为SmartMail AI智能邮件工作台，核心定位是完整可独立运行的基础邮件系统搭配可插拔AI插件，关闭插件后系统仍可正常提供邮件服务。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2.核心设计理念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遵循AI是增强而非依赖的设计原则，核心邮件投递流程同步完成，AI分析任务采用异步处理方式，绝不阻塞邮件入箱的核心流程，保证基础功能的稳定性。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3.项目解决痛点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针对传统邮件系统信息分类杂乱、垃圾邮件占比高、重要邮件易遗漏、内容梳理成本高的问题，通过AI能力提升邮件处理效率，同时保留基础功能的独立性。</a:t>
            </a:r>
          </a:p>
        </p:txBody>
      </p:sp>
      <p:sp>
        <p:nvSpPr>
          <p:cNvPr id="23" name="Shape2"/>
          <p:cNvSpPr txBox="1"/>
          <p:nvPr>
            <p:custDataLst>
              <p:tags r:id="rId7"/>
            </p:custDataLst>
          </p:nvPr>
        </p:nvSpPr>
        <p:spPr>
          <a:xfrm>
            <a:off x="4475749" y="6290213"/>
            <a:ext cx="1163894" cy="25122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1"/>
            </a:solidFill>
          </a:ln>
        </p:spPr>
        <p:txBody>
          <a:bodyPr wrap="square" lIns="91440" tIns="0" rIns="0" bIns="0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>
                <a:latin typeface="微软雅黑" panose="020B0503020204020204" charset="-122"/>
                <a:ea typeface="微软雅黑" panose="020B0503020204020204" charset="-122"/>
                <a:sym typeface="思源黑体 CN" panose="020B0500000000000000" pitchFamily="34" charset="-122"/>
              </a:rPr>
              <a:t>Read more &gt;&gt;</a:t>
            </a:r>
          </a:p>
        </p:txBody>
      </p:sp>
      <p:grpSp>
        <p:nvGrpSpPr>
          <p:cNvPr id="5" name="平滑1"/>
          <p:cNvGrpSpPr/>
          <p:nvPr>
            <p:custDataLst>
              <p:tags r:id="rId8"/>
            </p:custDataLst>
          </p:nvPr>
        </p:nvGrpSpPr>
        <p:grpSpPr>
          <a:xfrm flipV="1">
            <a:off x="10969780" y="633491"/>
            <a:ext cx="669060" cy="66675"/>
            <a:chOff x="6413567" y="3799683"/>
            <a:chExt cx="954185" cy="95089"/>
          </a:xfrm>
          <a:solidFill>
            <a:schemeClr val="accent1"/>
          </a:solidFill>
        </p:grpSpPr>
        <p:sp>
          <p:nvSpPr>
            <p:cNvPr id="9" name="Oval 6"/>
            <p:cNvSpPr/>
            <p:nvPr>
              <p:custDataLst>
                <p:tags r:id="rId10"/>
              </p:custDataLst>
            </p:nvPr>
          </p:nvSpPr>
          <p:spPr>
            <a:xfrm>
              <a:off x="6413567" y="3799683"/>
              <a:ext cx="95089" cy="9508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" name="Oval 7"/>
            <p:cNvSpPr/>
            <p:nvPr>
              <p:custDataLst>
                <p:tags r:id="rId11"/>
              </p:custDataLst>
            </p:nvPr>
          </p:nvSpPr>
          <p:spPr>
            <a:xfrm>
              <a:off x="6558841" y="3799683"/>
              <a:ext cx="95089" cy="9508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Rounded Rectangle 8"/>
            <p:cNvSpPr/>
            <p:nvPr>
              <p:custDataLst>
                <p:tags r:id="rId12"/>
              </p:custDataLst>
            </p:nvPr>
          </p:nvSpPr>
          <p:spPr>
            <a:xfrm>
              <a:off x="6704115" y="3799683"/>
              <a:ext cx="663637" cy="95089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15" name="Shape3"/>
          <p:cNvSpPr/>
          <p:nvPr>
            <p:custDataLst>
              <p:tags r:id="rId9"/>
            </p:custDataLst>
          </p:nvPr>
        </p:nvSpPr>
        <p:spPr>
          <a:xfrm>
            <a:off x="1804165" y="1425656"/>
            <a:ext cx="2665052" cy="3774077"/>
          </a:xfrm>
          <a:custGeom>
            <a:avLst/>
            <a:gdLst>
              <a:gd name="connsiteX0" fmla="*/ 0 w 2665052"/>
              <a:gd name="connsiteY0" fmla="*/ 0 h 3774077"/>
              <a:gd name="connsiteX1" fmla="*/ 2665052 w 2665052"/>
              <a:gd name="connsiteY1" fmla="*/ 0 h 3774077"/>
              <a:gd name="connsiteX2" fmla="*/ 2665052 w 2665052"/>
              <a:gd name="connsiteY2" fmla="*/ 3774077 h 3774077"/>
              <a:gd name="connsiteX3" fmla="*/ 892483 w 2665052"/>
              <a:gd name="connsiteY3" fmla="*/ 3774077 h 3774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5052" h="3774077">
                <a:moveTo>
                  <a:pt x="0" y="0"/>
                </a:moveTo>
                <a:lnTo>
                  <a:pt x="2665052" y="0"/>
                </a:lnTo>
                <a:lnTo>
                  <a:pt x="2665052" y="3774077"/>
                </a:lnTo>
                <a:lnTo>
                  <a:pt x="892483" y="3774077"/>
                </a:lnTo>
                <a:close/>
              </a:path>
            </a:pathLst>
          </a:custGeom>
          <a:blipFill>
            <a:blip r:embed="rId16"/>
            <a:stretch>
              <a:fillRect l="-56157" r="-56157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1"/>
          <p:cNvSpPr txBox="1"/>
          <p:nvPr>
            <p:custDataLst>
              <p:tags r:id="rId2"/>
            </p:custDataLst>
          </p:nvPr>
        </p:nvSpPr>
        <p:spPr>
          <a:xfrm>
            <a:off x="1447628" y="1530701"/>
            <a:ext cx="1282659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b="1">
                <a:gradFill flip="none" rotWithShape="1"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8100000" scaled="1"/>
                </a:gradFill>
                <a:latin typeface="+mj-ea"/>
                <a:ea typeface="+mj-ea"/>
              </a:rPr>
              <a:t>PART 01</a:t>
            </a:r>
            <a:endParaRPr lang="zh-CN" altLang="en-US" sz="2400" b="1"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lin ang="8100000" scaled="1"/>
              </a:gradFill>
              <a:latin typeface="+mj-ea"/>
              <a:ea typeface="+mj-ea"/>
            </a:endParaRPr>
          </a:p>
        </p:txBody>
      </p:sp>
      <p:sp>
        <p:nvSpPr>
          <p:cNvPr id="3" name="Text2"/>
          <p:cNvSpPr txBox="1"/>
          <p:nvPr>
            <p:custDataLst>
              <p:tags r:id="rId3"/>
            </p:custDataLst>
          </p:nvPr>
        </p:nvSpPr>
        <p:spPr>
          <a:xfrm>
            <a:off x="5462429" y="1530701"/>
            <a:ext cx="1282659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800" b="1" kern="1200">
                <a:gradFill flip="none" rotWithShape="1">
                  <a:gsLst>
                    <a:gs pos="0">
                      <a:schemeClr val="accent2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8100000" scaled="1"/>
                </a:gradFill>
                <a:latin typeface="+mj-ea"/>
                <a:ea typeface="+mj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>
                <a:gradFill flip="none" rotWithShape="1"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8100000" scaled="1"/>
                </a:gradFill>
              </a:rPr>
              <a:t>PART 02</a:t>
            </a:r>
            <a:endParaRPr lang="zh-CN" altLang="en-US" sz="2400"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lin ang="8100000" scaled="1"/>
              </a:gradFill>
            </a:endParaRPr>
          </a:p>
        </p:txBody>
      </p:sp>
      <p:sp>
        <p:nvSpPr>
          <p:cNvPr id="2" name="Text3"/>
          <p:cNvSpPr txBox="1"/>
          <p:nvPr>
            <p:custDataLst>
              <p:tags r:id="rId4"/>
            </p:custDataLst>
          </p:nvPr>
        </p:nvSpPr>
        <p:spPr>
          <a:xfrm>
            <a:off x="9505685" y="1530701"/>
            <a:ext cx="1282659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800" b="1" kern="1200">
                <a:gradFill flip="none" rotWithShape="1">
                  <a:gsLst>
                    <a:gs pos="0">
                      <a:schemeClr val="accent2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8100000" scaled="1"/>
                </a:gradFill>
                <a:latin typeface="+mj-ea"/>
                <a:ea typeface="+mj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>
                <a:gradFill flip="none" rotWithShape="1"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8100000" scaled="1"/>
                </a:gradFill>
              </a:rPr>
              <a:t>PART 03</a:t>
            </a:r>
            <a:endParaRPr lang="zh-CN" altLang="en-US" sz="2400"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lin ang="8100000" scaled="1"/>
              </a:gradFill>
            </a:endParaRPr>
          </a:p>
        </p:txBody>
      </p:sp>
      <p:sp>
        <p:nvSpPr>
          <p:cNvPr id="5" name="Shape1"/>
          <p:cNvSpPr/>
          <p:nvPr>
            <p:custDataLst>
              <p:tags r:id="rId5"/>
            </p:custDataLst>
          </p:nvPr>
        </p:nvSpPr>
        <p:spPr>
          <a:xfrm>
            <a:off x="713572" y="1792151"/>
            <a:ext cx="2750770" cy="3383781"/>
          </a:xfrm>
          <a:prstGeom prst="round2SameRect">
            <a:avLst>
              <a:gd name="adj1" fmla="val 10088"/>
              <a:gd name="adj2" fmla="val 0"/>
            </a:avLst>
          </a:prstGeom>
          <a:solidFill>
            <a:schemeClr val="bg1"/>
          </a:solidFill>
          <a:ln w="25400" cap="flat" cmpd="sng" algn="ctr">
            <a:gradFill>
              <a:gsLst>
                <a:gs pos="0">
                  <a:schemeClr val="accent1"/>
                </a:gs>
                <a:gs pos="80000">
                  <a:schemeClr val="accent2"/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6" name="Oval 75-[1]【1】"/>
          <p:cNvSpPr/>
          <p:nvPr>
            <p:custDataLst>
              <p:tags r:id="rId6"/>
            </p:custDataLst>
          </p:nvPr>
        </p:nvSpPr>
        <p:spPr>
          <a:xfrm>
            <a:off x="1575913" y="4706687"/>
            <a:ext cx="1104966" cy="1104966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7" name="Oval 76-[1]【1】"/>
          <p:cNvSpPr/>
          <p:nvPr>
            <p:custDataLst>
              <p:tags r:id="rId7"/>
            </p:custDataLst>
          </p:nvPr>
        </p:nvSpPr>
        <p:spPr>
          <a:xfrm>
            <a:off x="1689476" y="4820250"/>
            <a:ext cx="877840" cy="877840"/>
          </a:xfrm>
          <a:prstGeom prst="ellipse">
            <a:avLst/>
          </a:prstGeom>
          <a:gradFill flip="none" rotWithShape="1">
            <a:gsLst>
              <a:gs pos="82000">
                <a:schemeClr val="accent1">
                  <a:lumMod val="75000"/>
                </a:schemeClr>
              </a:gs>
              <a:gs pos="0">
                <a:schemeClr val="accent1"/>
              </a:gs>
            </a:gsLst>
            <a:lin ang="54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grpSp>
        <p:nvGrpSpPr>
          <p:cNvPr id="78" name="Shape2"/>
          <p:cNvGrpSpPr/>
          <p:nvPr>
            <p:custDataLst>
              <p:tags r:id="rId8"/>
            </p:custDataLst>
          </p:nvPr>
        </p:nvGrpSpPr>
        <p:grpSpPr>
          <a:xfrm>
            <a:off x="1911435" y="5042196"/>
            <a:ext cx="433922" cy="433948"/>
            <a:chOff x="6760538" y="1031641"/>
            <a:chExt cx="614853" cy="614890"/>
          </a:xfrm>
          <a:solidFill>
            <a:schemeClr val="bg1"/>
          </a:solidFill>
        </p:grpSpPr>
        <p:sp>
          <p:nvSpPr>
            <p:cNvPr id="79" name="11"/>
            <p:cNvSpPr/>
            <p:nvPr>
              <p:custDataLst>
                <p:tags r:id="rId31"/>
              </p:custDataLst>
            </p:nvPr>
          </p:nvSpPr>
          <p:spPr>
            <a:xfrm>
              <a:off x="6760538" y="1031641"/>
              <a:ext cx="614853" cy="614890"/>
            </a:xfrm>
            <a:custGeom>
              <a:avLst/>
              <a:gdLst>
                <a:gd name="connsiteX0" fmla="*/ 307385 w 614853"/>
                <a:gd name="connsiteY0" fmla="*/ 614707 h 614890"/>
                <a:gd name="connsiteX1" fmla="*/ 278892 w 614853"/>
                <a:gd name="connsiteY1" fmla="*/ 602928 h 614890"/>
                <a:gd name="connsiteX2" fmla="*/ 212502 w 614853"/>
                <a:gd name="connsiteY2" fmla="*/ 536538 h 614890"/>
                <a:gd name="connsiteX3" fmla="*/ 118483 w 614853"/>
                <a:gd name="connsiteY3" fmla="*/ 536538 h 614890"/>
                <a:gd name="connsiteX4" fmla="*/ 78181 w 614853"/>
                <a:gd name="connsiteY4" fmla="*/ 496173 h 614890"/>
                <a:gd name="connsiteX5" fmla="*/ 78181 w 614853"/>
                <a:gd name="connsiteY5" fmla="*/ 402308 h 614890"/>
                <a:gd name="connsiteX6" fmla="*/ 11729 w 614853"/>
                <a:gd name="connsiteY6" fmla="*/ 335764 h 614890"/>
                <a:gd name="connsiteX7" fmla="*/ 11729 w 614853"/>
                <a:gd name="connsiteY7" fmla="*/ 278779 h 614890"/>
                <a:gd name="connsiteX8" fmla="*/ 78181 w 614853"/>
                <a:gd name="connsiteY8" fmla="*/ 212389 h 614890"/>
                <a:gd name="connsiteX9" fmla="*/ 78181 w 614853"/>
                <a:gd name="connsiteY9" fmla="*/ 118370 h 614890"/>
                <a:gd name="connsiteX10" fmla="*/ 118483 w 614853"/>
                <a:gd name="connsiteY10" fmla="*/ 78068 h 614890"/>
                <a:gd name="connsiteX11" fmla="*/ 212348 w 614853"/>
                <a:gd name="connsiteY11" fmla="*/ 78068 h 614890"/>
                <a:gd name="connsiteX12" fmla="*/ 278892 w 614853"/>
                <a:gd name="connsiteY12" fmla="*/ 11616 h 614890"/>
                <a:gd name="connsiteX13" fmla="*/ 335877 w 614853"/>
                <a:gd name="connsiteY13" fmla="*/ 11616 h 614890"/>
                <a:gd name="connsiteX14" fmla="*/ 402267 w 614853"/>
                <a:gd name="connsiteY14" fmla="*/ 77975 h 614890"/>
                <a:gd name="connsiteX15" fmla="*/ 496286 w 614853"/>
                <a:gd name="connsiteY15" fmla="*/ 77975 h 614890"/>
                <a:gd name="connsiteX16" fmla="*/ 536589 w 614853"/>
                <a:gd name="connsiteY16" fmla="*/ 118278 h 614890"/>
                <a:gd name="connsiteX17" fmla="*/ 536589 w 614853"/>
                <a:gd name="connsiteY17" fmla="*/ 212143 h 614890"/>
                <a:gd name="connsiteX18" fmla="*/ 603009 w 614853"/>
                <a:gd name="connsiteY18" fmla="*/ 278687 h 614890"/>
                <a:gd name="connsiteX19" fmla="*/ 603009 w 614853"/>
                <a:gd name="connsiteY19" fmla="*/ 335672 h 614890"/>
                <a:gd name="connsiteX20" fmla="*/ 536650 w 614853"/>
                <a:gd name="connsiteY20" fmla="*/ 402062 h 614890"/>
                <a:gd name="connsiteX21" fmla="*/ 536650 w 614853"/>
                <a:gd name="connsiteY21" fmla="*/ 402216 h 614890"/>
                <a:gd name="connsiteX22" fmla="*/ 536650 w 614853"/>
                <a:gd name="connsiteY22" fmla="*/ 496081 h 614890"/>
                <a:gd name="connsiteX23" fmla="*/ 496348 w 614853"/>
                <a:gd name="connsiteY23" fmla="*/ 536383 h 614890"/>
                <a:gd name="connsiteX24" fmla="*/ 402421 w 614853"/>
                <a:gd name="connsiteY24" fmla="*/ 536383 h 614890"/>
                <a:gd name="connsiteX25" fmla="*/ 335877 w 614853"/>
                <a:gd name="connsiteY25" fmla="*/ 602835 h 614890"/>
                <a:gd name="connsiteX26" fmla="*/ 307385 w 614853"/>
                <a:gd name="connsiteY26" fmla="*/ 614707 h 614890"/>
                <a:gd name="connsiteX27" fmla="*/ 118483 w 614853"/>
                <a:gd name="connsiteY27" fmla="*/ 118247 h 614890"/>
                <a:gd name="connsiteX28" fmla="*/ 118267 w 614853"/>
                <a:gd name="connsiteY28" fmla="*/ 212235 h 614890"/>
                <a:gd name="connsiteX29" fmla="*/ 106457 w 614853"/>
                <a:gd name="connsiteY29" fmla="*/ 240759 h 614890"/>
                <a:gd name="connsiteX30" fmla="*/ 40098 w 614853"/>
                <a:gd name="connsiteY30" fmla="*/ 307118 h 614890"/>
                <a:gd name="connsiteX31" fmla="*/ 106457 w 614853"/>
                <a:gd name="connsiteY31" fmla="*/ 373816 h 614890"/>
                <a:gd name="connsiteX32" fmla="*/ 118267 w 614853"/>
                <a:gd name="connsiteY32" fmla="*/ 402308 h 614890"/>
                <a:gd name="connsiteX33" fmla="*/ 118267 w 614853"/>
                <a:gd name="connsiteY33" fmla="*/ 496173 h 614890"/>
                <a:gd name="connsiteX34" fmla="*/ 212348 w 614853"/>
                <a:gd name="connsiteY34" fmla="*/ 496389 h 614890"/>
                <a:gd name="connsiteX35" fmla="*/ 240840 w 614853"/>
                <a:gd name="connsiteY35" fmla="*/ 508199 h 614890"/>
                <a:gd name="connsiteX36" fmla="*/ 307230 w 614853"/>
                <a:gd name="connsiteY36" fmla="*/ 574558 h 614890"/>
                <a:gd name="connsiteX37" fmla="*/ 373898 w 614853"/>
                <a:gd name="connsiteY37" fmla="*/ 508076 h 614890"/>
                <a:gd name="connsiteX38" fmla="*/ 402421 w 614853"/>
                <a:gd name="connsiteY38" fmla="*/ 496266 h 614890"/>
                <a:gd name="connsiteX39" fmla="*/ 496286 w 614853"/>
                <a:gd name="connsiteY39" fmla="*/ 496266 h 614890"/>
                <a:gd name="connsiteX40" fmla="*/ 496502 w 614853"/>
                <a:gd name="connsiteY40" fmla="*/ 402185 h 614890"/>
                <a:gd name="connsiteX41" fmla="*/ 508312 w 614853"/>
                <a:gd name="connsiteY41" fmla="*/ 373693 h 614890"/>
                <a:gd name="connsiteX42" fmla="*/ 574640 w 614853"/>
                <a:gd name="connsiteY42" fmla="*/ 307426 h 614890"/>
                <a:gd name="connsiteX43" fmla="*/ 508281 w 614853"/>
                <a:gd name="connsiteY43" fmla="*/ 240759 h 614890"/>
                <a:gd name="connsiteX44" fmla="*/ 496471 w 614853"/>
                <a:gd name="connsiteY44" fmla="*/ 212235 h 614890"/>
                <a:gd name="connsiteX45" fmla="*/ 496471 w 614853"/>
                <a:gd name="connsiteY45" fmla="*/ 118370 h 614890"/>
                <a:gd name="connsiteX46" fmla="*/ 402390 w 614853"/>
                <a:gd name="connsiteY46" fmla="*/ 118155 h 614890"/>
                <a:gd name="connsiteX47" fmla="*/ 373867 w 614853"/>
                <a:gd name="connsiteY47" fmla="*/ 106344 h 614890"/>
                <a:gd name="connsiteX48" fmla="*/ 307539 w 614853"/>
                <a:gd name="connsiteY48" fmla="*/ 39985 h 614890"/>
                <a:gd name="connsiteX49" fmla="*/ 240840 w 614853"/>
                <a:gd name="connsiteY49" fmla="*/ 106344 h 614890"/>
                <a:gd name="connsiteX50" fmla="*/ 212348 w 614853"/>
                <a:gd name="connsiteY50" fmla="*/ 118155 h 61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614853" h="614890">
                  <a:moveTo>
                    <a:pt x="307385" y="614707"/>
                  </a:moveTo>
                  <a:cubicBezTo>
                    <a:pt x="296697" y="614735"/>
                    <a:pt x="286441" y="610495"/>
                    <a:pt x="278892" y="602928"/>
                  </a:cubicBezTo>
                  <a:lnTo>
                    <a:pt x="212502" y="536538"/>
                  </a:lnTo>
                  <a:lnTo>
                    <a:pt x="118483" y="536538"/>
                  </a:lnTo>
                  <a:cubicBezTo>
                    <a:pt x="96207" y="536519"/>
                    <a:pt x="78162" y="518449"/>
                    <a:pt x="78181" y="496173"/>
                  </a:cubicBezTo>
                  <a:lnTo>
                    <a:pt x="78181" y="402308"/>
                  </a:lnTo>
                  <a:lnTo>
                    <a:pt x="11729" y="335764"/>
                  </a:lnTo>
                  <a:cubicBezTo>
                    <a:pt x="-3970" y="320013"/>
                    <a:pt x="-3970" y="294530"/>
                    <a:pt x="11729" y="278779"/>
                  </a:cubicBezTo>
                  <a:lnTo>
                    <a:pt x="78181" y="212389"/>
                  </a:lnTo>
                  <a:lnTo>
                    <a:pt x="78181" y="118370"/>
                  </a:lnTo>
                  <a:cubicBezTo>
                    <a:pt x="78214" y="96125"/>
                    <a:pt x="96238" y="78102"/>
                    <a:pt x="118483" y="78068"/>
                  </a:cubicBezTo>
                  <a:lnTo>
                    <a:pt x="212348" y="78068"/>
                  </a:lnTo>
                  <a:lnTo>
                    <a:pt x="278892" y="11616"/>
                  </a:lnTo>
                  <a:cubicBezTo>
                    <a:pt x="294631" y="-4116"/>
                    <a:pt x="320138" y="-4116"/>
                    <a:pt x="335877" y="11616"/>
                  </a:cubicBezTo>
                  <a:lnTo>
                    <a:pt x="402267" y="77975"/>
                  </a:lnTo>
                  <a:lnTo>
                    <a:pt x="496286" y="77975"/>
                  </a:lnTo>
                  <a:cubicBezTo>
                    <a:pt x="518531" y="78009"/>
                    <a:pt x="536555" y="96033"/>
                    <a:pt x="536589" y="118278"/>
                  </a:cubicBezTo>
                  <a:lnTo>
                    <a:pt x="536589" y="212143"/>
                  </a:lnTo>
                  <a:lnTo>
                    <a:pt x="603009" y="278687"/>
                  </a:lnTo>
                  <a:cubicBezTo>
                    <a:pt x="618742" y="294426"/>
                    <a:pt x="618742" y="319933"/>
                    <a:pt x="603009" y="335672"/>
                  </a:cubicBezTo>
                  <a:lnTo>
                    <a:pt x="536650" y="402062"/>
                  </a:lnTo>
                  <a:cubicBezTo>
                    <a:pt x="536650" y="402062"/>
                    <a:pt x="536650" y="402062"/>
                    <a:pt x="536650" y="402216"/>
                  </a:cubicBezTo>
                  <a:lnTo>
                    <a:pt x="536650" y="496081"/>
                  </a:lnTo>
                  <a:cubicBezTo>
                    <a:pt x="536616" y="518326"/>
                    <a:pt x="518593" y="536350"/>
                    <a:pt x="496348" y="536383"/>
                  </a:cubicBezTo>
                  <a:lnTo>
                    <a:pt x="402421" y="536383"/>
                  </a:lnTo>
                  <a:lnTo>
                    <a:pt x="335877" y="602835"/>
                  </a:lnTo>
                  <a:cubicBezTo>
                    <a:pt x="328344" y="610436"/>
                    <a:pt x="318085" y="614710"/>
                    <a:pt x="307385" y="614707"/>
                  </a:cubicBezTo>
                  <a:close/>
                  <a:moveTo>
                    <a:pt x="118483" y="118247"/>
                  </a:moveTo>
                  <a:lnTo>
                    <a:pt x="118267" y="212235"/>
                  </a:lnTo>
                  <a:cubicBezTo>
                    <a:pt x="118295" y="222938"/>
                    <a:pt x="114043" y="233210"/>
                    <a:pt x="106457" y="240759"/>
                  </a:cubicBezTo>
                  <a:lnTo>
                    <a:pt x="40098" y="307118"/>
                  </a:lnTo>
                  <a:lnTo>
                    <a:pt x="106457" y="373816"/>
                  </a:lnTo>
                  <a:cubicBezTo>
                    <a:pt x="114037" y="381358"/>
                    <a:pt x="118289" y="391615"/>
                    <a:pt x="118267" y="402308"/>
                  </a:cubicBezTo>
                  <a:lnTo>
                    <a:pt x="118267" y="496173"/>
                  </a:lnTo>
                  <a:lnTo>
                    <a:pt x="212348" y="496389"/>
                  </a:lnTo>
                  <a:cubicBezTo>
                    <a:pt x="223042" y="496368"/>
                    <a:pt x="233298" y="500620"/>
                    <a:pt x="240840" y="508199"/>
                  </a:cubicBezTo>
                  <a:lnTo>
                    <a:pt x="307230" y="574558"/>
                  </a:lnTo>
                  <a:lnTo>
                    <a:pt x="373898" y="508076"/>
                  </a:lnTo>
                  <a:cubicBezTo>
                    <a:pt x="381446" y="500490"/>
                    <a:pt x="391718" y="496238"/>
                    <a:pt x="402421" y="496266"/>
                  </a:cubicBezTo>
                  <a:lnTo>
                    <a:pt x="496286" y="496266"/>
                  </a:lnTo>
                  <a:lnTo>
                    <a:pt x="496502" y="402185"/>
                  </a:lnTo>
                  <a:cubicBezTo>
                    <a:pt x="496480" y="391491"/>
                    <a:pt x="500733" y="381235"/>
                    <a:pt x="508312" y="373693"/>
                  </a:cubicBezTo>
                  <a:lnTo>
                    <a:pt x="574640" y="307426"/>
                  </a:lnTo>
                  <a:lnTo>
                    <a:pt x="508281" y="240759"/>
                  </a:lnTo>
                  <a:cubicBezTo>
                    <a:pt x="500695" y="233210"/>
                    <a:pt x="496443" y="222938"/>
                    <a:pt x="496471" y="212235"/>
                  </a:cubicBezTo>
                  <a:lnTo>
                    <a:pt x="496471" y="118370"/>
                  </a:lnTo>
                  <a:lnTo>
                    <a:pt x="402390" y="118155"/>
                  </a:lnTo>
                  <a:cubicBezTo>
                    <a:pt x="391687" y="118182"/>
                    <a:pt x="381416" y="113930"/>
                    <a:pt x="373867" y="106344"/>
                  </a:cubicBezTo>
                  <a:lnTo>
                    <a:pt x="307539" y="39985"/>
                  </a:lnTo>
                  <a:lnTo>
                    <a:pt x="240840" y="106344"/>
                  </a:lnTo>
                  <a:cubicBezTo>
                    <a:pt x="233298" y="113924"/>
                    <a:pt x="223042" y="118176"/>
                    <a:pt x="212348" y="118155"/>
                  </a:cubicBezTo>
                  <a:close/>
                </a:path>
              </a:pathLst>
            </a:custGeom>
            <a:grpFill/>
            <a:ln w="308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 sz="1200"/>
            </a:p>
          </p:txBody>
        </p:sp>
        <p:sp>
          <p:nvSpPr>
            <p:cNvPr id="80" name="任意多边形: 形状 192"/>
            <p:cNvSpPr/>
            <p:nvPr>
              <p:custDataLst>
                <p:tags r:id="rId32"/>
              </p:custDataLst>
            </p:nvPr>
          </p:nvSpPr>
          <p:spPr>
            <a:xfrm>
              <a:off x="6938023" y="1250288"/>
              <a:ext cx="261675" cy="176506"/>
            </a:xfrm>
            <a:custGeom>
              <a:avLst/>
              <a:gdLst>
                <a:gd name="connsiteX0" fmla="*/ 98909 w 261675"/>
                <a:gd name="connsiteY0" fmla="*/ 176323 h 176506"/>
                <a:gd name="connsiteX1" fmla="*/ 73993 w 261675"/>
                <a:gd name="connsiteY1" fmla="*/ 166085 h 176506"/>
                <a:gd name="connsiteX2" fmla="*/ 5538 w 261675"/>
                <a:gd name="connsiteY2" fmla="*/ 97938 h 176506"/>
                <a:gd name="connsiteX3" fmla="*/ 6120 w 261675"/>
                <a:gd name="connsiteY3" fmla="*/ 69599 h 176506"/>
                <a:gd name="connsiteX4" fmla="*/ 33814 w 261675"/>
                <a:gd name="connsiteY4" fmla="*/ 69538 h 176506"/>
                <a:gd name="connsiteX5" fmla="*/ 98816 w 261675"/>
                <a:gd name="connsiteY5" fmla="*/ 134293 h 176506"/>
                <a:gd name="connsiteX6" fmla="*/ 227742 w 261675"/>
                <a:gd name="connsiteY6" fmla="*/ 5368 h 176506"/>
                <a:gd name="connsiteX7" fmla="*/ 256080 w 261675"/>
                <a:gd name="connsiteY7" fmla="*/ 6015 h 176506"/>
                <a:gd name="connsiteX8" fmla="*/ 256080 w 261675"/>
                <a:gd name="connsiteY8" fmla="*/ 33706 h 176506"/>
                <a:gd name="connsiteX9" fmla="*/ 123886 w 261675"/>
                <a:gd name="connsiteY9" fmla="*/ 166085 h 176506"/>
                <a:gd name="connsiteX10" fmla="*/ 98909 w 261675"/>
                <a:gd name="connsiteY10" fmla="*/ 176323 h 176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1675" h="176506">
                  <a:moveTo>
                    <a:pt x="98909" y="176323"/>
                  </a:moveTo>
                  <a:cubicBezTo>
                    <a:pt x="89575" y="176344"/>
                    <a:pt x="80617" y="172663"/>
                    <a:pt x="73993" y="166085"/>
                  </a:cubicBezTo>
                  <a:lnTo>
                    <a:pt x="5538" y="97938"/>
                  </a:lnTo>
                  <a:cubicBezTo>
                    <a:pt x="-2128" y="89951"/>
                    <a:pt x="-1866" y="77262"/>
                    <a:pt x="6120" y="69599"/>
                  </a:cubicBezTo>
                  <a:cubicBezTo>
                    <a:pt x="13851" y="62177"/>
                    <a:pt x="26050" y="62152"/>
                    <a:pt x="33814" y="69538"/>
                  </a:cubicBezTo>
                  <a:lnTo>
                    <a:pt x="98816" y="134293"/>
                  </a:lnTo>
                  <a:lnTo>
                    <a:pt x="227742" y="5368"/>
                  </a:lnTo>
                  <a:cubicBezTo>
                    <a:pt x="235747" y="-2279"/>
                    <a:pt x="248433" y="-1990"/>
                    <a:pt x="256080" y="6015"/>
                  </a:cubicBezTo>
                  <a:cubicBezTo>
                    <a:pt x="263481" y="13761"/>
                    <a:pt x="263481" y="25960"/>
                    <a:pt x="256080" y="33706"/>
                  </a:cubicBezTo>
                  <a:lnTo>
                    <a:pt x="123886" y="166085"/>
                  </a:lnTo>
                  <a:cubicBezTo>
                    <a:pt x="117250" y="172681"/>
                    <a:pt x="108265" y="176363"/>
                    <a:pt x="98909" y="176323"/>
                  </a:cubicBezTo>
                  <a:close/>
                </a:path>
              </a:pathLst>
            </a:custGeom>
            <a:grpFill/>
            <a:ln w="308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 sz="1200"/>
            </a:p>
          </p:txBody>
        </p:sp>
      </p:grpSp>
      <p:sp>
        <p:nvSpPr>
          <p:cNvPr id="96" name="Text4"/>
          <p:cNvSpPr txBox="1"/>
          <p:nvPr>
            <p:custDataLst>
              <p:tags r:id="rId9"/>
            </p:custDataLst>
          </p:nvPr>
        </p:nvSpPr>
        <p:spPr>
          <a:xfrm>
            <a:off x="713572" y="2046804"/>
            <a:ext cx="2750770" cy="464107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zh-CN" altLang="en-US" sz="20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分层核心定位</a:t>
            </a:r>
          </a:p>
        </p:txBody>
      </p:sp>
      <p:sp>
        <p:nvSpPr>
          <p:cNvPr id="95" name="Text5"/>
          <p:cNvSpPr txBox="1"/>
          <p:nvPr>
            <p:custDataLst>
              <p:tags r:id="rId10"/>
            </p:custDataLst>
          </p:nvPr>
        </p:nvSpPr>
        <p:spPr>
          <a:xfrm>
            <a:off x="732289" y="2510910"/>
            <a:ext cx="2732052" cy="217520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100">
                <a:latin typeface="微软雅黑" panose="020B0503020204020204" charset="-122"/>
                <a:ea typeface="微软雅黑" panose="020B0503020204020204" charset="-122"/>
              </a:rPr>
              <a:t>基础邮件系统是项目核心底座，可独立运行满足用户收发、管理邮件的核心需求；AI插件为可选增强功能，提供智能分析与交互式问答能力，不绑定核心流程。</a:t>
            </a:r>
          </a:p>
        </p:txBody>
      </p:sp>
      <p:sp>
        <p:nvSpPr>
          <p:cNvPr id="38" name="Shape3"/>
          <p:cNvSpPr/>
          <p:nvPr>
            <p:custDataLst>
              <p:tags r:id="rId11"/>
            </p:custDataLst>
          </p:nvPr>
        </p:nvSpPr>
        <p:spPr>
          <a:xfrm>
            <a:off x="4728373" y="1792151"/>
            <a:ext cx="2750770" cy="3383781"/>
          </a:xfrm>
          <a:prstGeom prst="round2SameRect">
            <a:avLst>
              <a:gd name="adj1" fmla="val 11126"/>
              <a:gd name="adj2" fmla="val 0"/>
            </a:avLst>
          </a:prstGeom>
          <a:solidFill>
            <a:schemeClr val="bg1"/>
          </a:solidFill>
          <a:ln w="25400" cap="flat" cmpd="sng" algn="ctr">
            <a:gradFill>
              <a:gsLst>
                <a:gs pos="0">
                  <a:schemeClr val="accent1"/>
                </a:gs>
                <a:gs pos="80000">
                  <a:schemeClr val="accent2"/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2" name="Oval 81-[2]【1】"/>
          <p:cNvSpPr/>
          <p:nvPr>
            <p:custDataLst>
              <p:tags r:id="rId12"/>
            </p:custDataLst>
          </p:nvPr>
        </p:nvSpPr>
        <p:spPr>
          <a:xfrm>
            <a:off x="5526289" y="4731620"/>
            <a:ext cx="1104966" cy="1104966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3" name="Oval 82-[2]【1】"/>
          <p:cNvSpPr/>
          <p:nvPr>
            <p:custDataLst>
              <p:tags r:id="rId13"/>
            </p:custDataLst>
          </p:nvPr>
        </p:nvSpPr>
        <p:spPr>
          <a:xfrm>
            <a:off x="5639852" y="4845183"/>
            <a:ext cx="877840" cy="877840"/>
          </a:xfrm>
          <a:prstGeom prst="ellipse">
            <a:avLst/>
          </a:prstGeom>
          <a:gradFill flip="none" rotWithShape="1">
            <a:gsLst>
              <a:gs pos="82000">
                <a:schemeClr val="accent1">
                  <a:lumMod val="75000"/>
                </a:schemeClr>
              </a:gs>
              <a:gs pos="0">
                <a:schemeClr val="accent1"/>
              </a:gs>
            </a:gsLst>
            <a:lin ang="54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grpSp>
        <p:nvGrpSpPr>
          <p:cNvPr id="84" name="Shape4"/>
          <p:cNvGrpSpPr/>
          <p:nvPr>
            <p:custDataLst>
              <p:tags r:id="rId14"/>
            </p:custDataLst>
          </p:nvPr>
        </p:nvGrpSpPr>
        <p:grpSpPr>
          <a:xfrm>
            <a:off x="5873657" y="5116716"/>
            <a:ext cx="410231" cy="334775"/>
            <a:chOff x="6777312" y="2111831"/>
            <a:chExt cx="581284" cy="474365"/>
          </a:xfrm>
          <a:solidFill>
            <a:schemeClr val="bg1"/>
          </a:solidFill>
        </p:grpSpPr>
        <p:sp>
          <p:nvSpPr>
            <p:cNvPr id="85" name="任意多边形: 形状 204"/>
            <p:cNvSpPr/>
            <p:nvPr>
              <p:custDataLst>
                <p:tags r:id="rId29"/>
              </p:custDataLst>
            </p:nvPr>
          </p:nvSpPr>
          <p:spPr>
            <a:xfrm>
              <a:off x="6860194" y="2546110"/>
              <a:ext cx="411814" cy="40086"/>
            </a:xfrm>
            <a:custGeom>
              <a:avLst/>
              <a:gdLst>
                <a:gd name="connsiteX0" fmla="*/ 391726 w 411814"/>
                <a:gd name="connsiteY0" fmla="*/ -183 h 40086"/>
                <a:gd name="connsiteX1" fmla="*/ 19998 w 411814"/>
                <a:gd name="connsiteY1" fmla="*/ -183 h 40086"/>
                <a:gd name="connsiteX2" fmla="*/ -45 w 411814"/>
                <a:gd name="connsiteY2" fmla="*/ 19860 h 40086"/>
                <a:gd name="connsiteX3" fmla="*/ 19998 w 411814"/>
                <a:gd name="connsiteY3" fmla="*/ 39904 h 40086"/>
                <a:gd name="connsiteX4" fmla="*/ 391726 w 411814"/>
                <a:gd name="connsiteY4" fmla="*/ 39904 h 40086"/>
                <a:gd name="connsiteX5" fmla="*/ 411770 w 411814"/>
                <a:gd name="connsiteY5" fmla="*/ 19860 h 40086"/>
                <a:gd name="connsiteX6" fmla="*/ 391726 w 411814"/>
                <a:gd name="connsiteY6" fmla="*/ -183 h 40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1813" h="40086">
                  <a:moveTo>
                    <a:pt x="391726" y="-183"/>
                  </a:moveTo>
                  <a:lnTo>
                    <a:pt x="19998" y="-183"/>
                  </a:lnTo>
                  <a:cubicBezTo>
                    <a:pt x="8928" y="-183"/>
                    <a:pt x="-45" y="8790"/>
                    <a:pt x="-45" y="19860"/>
                  </a:cubicBezTo>
                  <a:cubicBezTo>
                    <a:pt x="-45" y="30930"/>
                    <a:pt x="8928" y="39904"/>
                    <a:pt x="19998" y="39904"/>
                  </a:cubicBezTo>
                  <a:lnTo>
                    <a:pt x="391726" y="39904"/>
                  </a:lnTo>
                  <a:cubicBezTo>
                    <a:pt x="402797" y="39904"/>
                    <a:pt x="411770" y="30930"/>
                    <a:pt x="411770" y="19860"/>
                  </a:cubicBezTo>
                  <a:cubicBezTo>
                    <a:pt x="411770" y="8790"/>
                    <a:pt x="402797" y="-183"/>
                    <a:pt x="391726" y="-183"/>
                  </a:cubicBezTo>
                  <a:close/>
                </a:path>
              </a:pathLst>
            </a:custGeom>
            <a:grpFill/>
            <a:ln w="308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200">
                <a:solidFill>
                  <a:schemeClr val="bg1"/>
                </a:solidFill>
              </a:endParaRPr>
            </a:p>
          </p:txBody>
        </p:sp>
        <p:sp>
          <p:nvSpPr>
            <p:cNvPr id="86" name="任意多边形: 形状 205"/>
            <p:cNvSpPr/>
            <p:nvPr>
              <p:custDataLst>
                <p:tags r:id="rId30"/>
              </p:custDataLst>
            </p:nvPr>
          </p:nvSpPr>
          <p:spPr>
            <a:xfrm>
              <a:off x="6777312" y="2111831"/>
              <a:ext cx="581284" cy="394439"/>
            </a:xfrm>
            <a:custGeom>
              <a:avLst/>
              <a:gdLst>
                <a:gd name="connsiteX0" fmla="*/ 581240 w 581284"/>
                <a:gd name="connsiteY0" fmla="*/ 115745 h 394439"/>
                <a:gd name="connsiteX1" fmla="*/ 540367 w 581284"/>
                <a:gd name="connsiteY1" fmla="*/ 74718 h 394439"/>
                <a:gd name="connsiteX2" fmla="*/ 499339 w 581284"/>
                <a:gd name="connsiteY2" fmla="*/ 115591 h 394439"/>
                <a:gd name="connsiteX3" fmla="*/ 502762 w 581284"/>
                <a:gd name="connsiteY3" fmla="*/ 132057 h 394439"/>
                <a:gd name="connsiteX4" fmla="*/ 373806 w 581284"/>
                <a:gd name="connsiteY4" fmla="*/ 218676 h 394439"/>
                <a:gd name="connsiteX5" fmla="*/ 314848 w 581284"/>
                <a:gd name="connsiteY5" fmla="*/ 72359 h 394439"/>
                <a:gd name="connsiteX6" fmla="*/ 320383 w 581284"/>
                <a:gd name="connsiteY6" fmla="*/ 14711 h 394439"/>
                <a:gd name="connsiteX7" fmla="*/ 262735 w 581284"/>
                <a:gd name="connsiteY7" fmla="*/ 9176 h 394439"/>
                <a:gd name="connsiteX8" fmla="*/ 257200 w 581284"/>
                <a:gd name="connsiteY8" fmla="*/ 66824 h 394439"/>
                <a:gd name="connsiteX9" fmla="*/ 262735 w 581284"/>
                <a:gd name="connsiteY9" fmla="*/ 72359 h 394439"/>
                <a:gd name="connsiteX10" fmla="*/ 203745 w 581284"/>
                <a:gd name="connsiteY10" fmla="*/ 218552 h 394439"/>
                <a:gd name="connsiteX11" fmla="*/ 77564 w 581284"/>
                <a:gd name="connsiteY11" fmla="*/ 134031 h 394439"/>
                <a:gd name="connsiteX12" fmla="*/ 59023 w 581284"/>
                <a:gd name="connsiteY12" fmla="*/ 79214 h 394439"/>
                <a:gd name="connsiteX13" fmla="*/ 4203 w 581284"/>
                <a:gd name="connsiteY13" fmla="*/ 97756 h 394439"/>
                <a:gd name="connsiteX14" fmla="*/ 22747 w 581284"/>
                <a:gd name="connsiteY14" fmla="*/ 152573 h 394439"/>
                <a:gd name="connsiteX15" fmla="*/ 29245 w 581284"/>
                <a:gd name="connsiteY15" fmla="*/ 155123 h 394439"/>
                <a:gd name="connsiteX16" fmla="*/ 74604 w 581284"/>
                <a:gd name="connsiteY16" fmla="*/ 359134 h 394439"/>
                <a:gd name="connsiteX17" fmla="*/ 118391 w 581284"/>
                <a:gd name="connsiteY17" fmla="*/ 394256 h 394439"/>
                <a:gd name="connsiteX18" fmla="*/ 459191 w 581284"/>
                <a:gd name="connsiteY18" fmla="*/ 394256 h 394439"/>
                <a:gd name="connsiteX19" fmla="*/ 502947 w 581284"/>
                <a:gd name="connsiteY19" fmla="*/ 359134 h 394439"/>
                <a:gd name="connsiteX20" fmla="*/ 548122 w 581284"/>
                <a:gd name="connsiteY20" fmla="*/ 155894 h 394439"/>
                <a:gd name="connsiteX21" fmla="*/ 581240 w 581284"/>
                <a:gd name="connsiteY21" fmla="*/ 115745 h 394439"/>
                <a:gd name="connsiteX22" fmla="*/ 540290 w 581284"/>
                <a:gd name="connsiteY22" fmla="*/ 114882 h 394439"/>
                <a:gd name="connsiteX23" fmla="*/ 541153 w 581284"/>
                <a:gd name="connsiteY23" fmla="*/ 115745 h 394439"/>
                <a:gd name="connsiteX24" fmla="*/ 540290 w 581284"/>
                <a:gd name="connsiteY24" fmla="*/ 116609 h 394439"/>
                <a:gd name="connsiteX25" fmla="*/ 539426 w 581284"/>
                <a:gd name="connsiteY25" fmla="*/ 115745 h 394439"/>
                <a:gd name="connsiteX26" fmla="*/ 540290 w 581284"/>
                <a:gd name="connsiteY26" fmla="*/ 114882 h 394439"/>
                <a:gd name="connsiteX27" fmla="*/ 288791 w 581284"/>
                <a:gd name="connsiteY27" fmla="*/ 40074 h 394439"/>
                <a:gd name="connsiteX28" fmla="*/ 289655 w 581284"/>
                <a:gd name="connsiteY28" fmla="*/ 40937 h 394439"/>
                <a:gd name="connsiteX29" fmla="*/ 289346 w 581284"/>
                <a:gd name="connsiteY29" fmla="*/ 41461 h 394439"/>
                <a:gd name="connsiteX30" fmla="*/ 288205 w 581284"/>
                <a:gd name="connsiteY30" fmla="*/ 41461 h 394439"/>
                <a:gd name="connsiteX31" fmla="*/ 287928 w 581284"/>
                <a:gd name="connsiteY31" fmla="*/ 40937 h 394439"/>
                <a:gd name="connsiteX32" fmla="*/ 288791 w 581284"/>
                <a:gd name="connsiteY32" fmla="*/ 40074 h 394439"/>
                <a:gd name="connsiteX33" fmla="*/ 40901 w 581284"/>
                <a:gd name="connsiteY33" fmla="*/ 114882 h 394439"/>
                <a:gd name="connsiteX34" fmla="*/ 41912 w 581284"/>
                <a:gd name="connsiteY34" fmla="*/ 115566 h 394439"/>
                <a:gd name="connsiteX35" fmla="*/ 41224 w 581284"/>
                <a:gd name="connsiteY35" fmla="*/ 116578 h 394439"/>
                <a:gd name="connsiteX36" fmla="*/ 40901 w 581284"/>
                <a:gd name="connsiteY36" fmla="*/ 116578 h 394439"/>
                <a:gd name="connsiteX37" fmla="*/ 40216 w 581284"/>
                <a:gd name="connsiteY37" fmla="*/ 115566 h 394439"/>
                <a:gd name="connsiteX38" fmla="*/ 40901 w 581284"/>
                <a:gd name="connsiteY38" fmla="*/ 114882 h 394439"/>
                <a:gd name="connsiteX39" fmla="*/ 463816 w 581284"/>
                <a:gd name="connsiteY39" fmla="*/ 350438 h 394439"/>
                <a:gd name="connsiteX40" fmla="*/ 459191 w 581284"/>
                <a:gd name="connsiteY40" fmla="*/ 354169 h 394439"/>
                <a:gd name="connsiteX41" fmla="*/ 118391 w 581284"/>
                <a:gd name="connsiteY41" fmla="*/ 354169 h 394439"/>
                <a:gd name="connsiteX42" fmla="*/ 113735 w 581284"/>
                <a:gd name="connsiteY42" fmla="*/ 350438 h 394439"/>
                <a:gd name="connsiteX43" fmla="*/ 76146 w 581284"/>
                <a:gd name="connsiteY43" fmla="*/ 181241 h 394439"/>
                <a:gd name="connsiteX44" fmla="*/ 194001 w 581284"/>
                <a:gd name="connsiteY44" fmla="*/ 260459 h 394439"/>
                <a:gd name="connsiteX45" fmla="*/ 231815 w 581284"/>
                <a:gd name="connsiteY45" fmla="*/ 254180 h 394439"/>
                <a:gd name="connsiteX46" fmla="*/ 235075 w 581284"/>
                <a:gd name="connsiteY46" fmla="*/ 248124 h 394439"/>
                <a:gd name="connsiteX47" fmla="*/ 288791 w 581284"/>
                <a:gd name="connsiteY47" fmla="*/ 114974 h 394439"/>
                <a:gd name="connsiteX48" fmla="*/ 342477 w 581284"/>
                <a:gd name="connsiteY48" fmla="*/ 248124 h 394439"/>
                <a:gd name="connsiteX49" fmla="*/ 377546 w 581284"/>
                <a:gd name="connsiteY49" fmla="*/ 263709 h 394439"/>
                <a:gd name="connsiteX50" fmla="*/ 383581 w 581284"/>
                <a:gd name="connsiteY50" fmla="*/ 260459 h 394439"/>
                <a:gd name="connsiteX51" fmla="*/ 501436 w 581284"/>
                <a:gd name="connsiteY51" fmla="*/ 181272 h 394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581284" h="394439">
                  <a:moveTo>
                    <a:pt x="581240" y="115745"/>
                  </a:moveTo>
                  <a:cubicBezTo>
                    <a:pt x="581283" y="93130"/>
                    <a:pt x="562982" y="74761"/>
                    <a:pt x="540367" y="74718"/>
                  </a:cubicBezTo>
                  <a:cubicBezTo>
                    <a:pt x="517752" y="74675"/>
                    <a:pt x="499383" y="92976"/>
                    <a:pt x="499339" y="115591"/>
                  </a:cubicBezTo>
                  <a:cubicBezTo>
                    <a:pt x="499330" y="121259"/>
                    <a:pt x="500496" y="126865"/>
                    <a:pt x="502762" y="132057"/>
                  </a:cubicBezTo>
                  <a:lnTo>
                    <a:pt x="373806" y="218676"/>
                  </a:lnTo>
                  <a:lnTo>
                    <a:pt x="314848" y="72359"/>
                  </a:lnTo>
                  <a:cubicBezTo>
                    <a:pt x="332295" y="57968"/>
                    <a:pt x="334774" y="32158"/>
                    <a:pt x="320383" y="14711"/>
                  </a:cubicBezTo>
                  <a:cubicBezTo>
                    <a:pt x="305991" y="-2736"/>
                    <a:pt x="280182" y="-5212"/>
                    <a:pt x="262735" y="9176"/>
                  </a:cubicBezTo>
                  <a:cubicBezTo>
                    <a:pt x="245288" y="23567"/>
                    <a:pt x="242808" y="49377"/>
                    <a:pt x="257200" y="66824"/>
                  </a:cubicBezTo>
                  <a:cubicBezTo>
                    <a:pt x="258865" y="68841"/>
                    <a:pt x="260718" y="70694"/>
                    <a:pt x="262735" y="72359"/>
                  </a:cubicBezTo>
                  <a:lnTo>
                    <a:pt x="203745" y="218552"/>
                  </a:lnTo>
                  <a:lnTo>
                    <a:pt x="77564" y="134031"/>
                  </a:lnTo>
                  <a:cubicBezTo>
                    <a:pt x="87580" y="113772"/>
                    <a:pt x="79279" y="89229"/>
                    <a:pt x="59023" y="79214"/>
                  </a:cubicBezTo>
                  <a:cubicBezTo>
                    <a:pt x="38764" y="69198"/>
                    <a:pt x="14221" y="77499"/>
                    <a:pt x="4203" y="97756"/>
                  </a:cubicBezTo>
                  <a:cubicBezTo>
                    <a:pt x="-5813" y="118015"/>
                    <a:pt x="2488" y="142557"/>
                    <a:pt x="22747" y="152573"/>
                  </a:cubicBezTo>
                  <a:cubicBezTo>
                    <a:pt x="24835" y="153609"/>
                    <a:pt x="27009" y="154460"/>
                    <a:pt x="29245" y="155123"/>
                  </a:cubicBezTo>
                  <a:lnTo>
                    <a:pt x="74604" y="359134"/>
                  </a:lnTo>
                  <a:cubicBezTo>
                    <a:pt x="79076" y="379714"/>
                    <a:pt x="97333" y="394358"/>
                    <a:pt x="118391" y="394256"/>
                  </a:cubicBezTo>
                  <a:lnTo>
                    <a:pt x="459191" y="394256"/>
                  </a:lnTo>
                  <a:cubicBezTo>
                    <a:pt x="480243" y="394355"/>
                    <a:pt x="498488" y="379708"/>
                    <a:pt x="502947" y="359134"/>
                  </a:cubicBezTo>
                  <a:lnTo>
                    <a:pt x="548122" y="155894"/>
                  </a:lnTo>
                  <a:cubicBezTo>
                    <a:pt x="567333" y="152138"/>
                    <a:pt x="581206" y="135320"/>
                    <a:pt x="581240" y="115745"/>
                  </a:cubicBezTo>
                  <a:close/>
                  <a:moveTo>
                    <a:pt x="540290" y="114882"/>
                  </a:moveTo>
                  <a:cubicBezTo>
                    <a:pt x="540768" y="114882"/>
                    <a:pt x="541153" y="115267"/>
                    <a:pt x="541153" y="115745"/>
                  </a:cubicBezTo>
                  <a:cubicBezTo>
                    <a:pt x="541153" y="116223"/>
                    <a:pt x="540768" y="116609"/>
                    <a:pt x="540290" y="116609"/>
                  </a:cubicBezTo>
                  <a:cubicBezTo>
                    <a:pt x="539812" y="116609"/>
                    <a:pt x="539426" y="116223"/>
                    <a:pt x="539426" y="115745"/>
                  </a:cubicBezTo>
                  <a:cubicBezTo>
                    <a:pt x="539426" y="115267"/>
                    <a:pt x="539812" y="114882"/>
                    <a:pt x="540290" y="114882"/>
                  </a:cubicBezTo>
                  <a:close/>
                  <a:moveTo>
                    <a:pt x="288791" y="40074"/>
                  </a:moveTo>
                  <a:cubicBezTo>
                    <a:pt x="289260" y="40089"/>
                    <a:pt x="289639" y="40468"/>
                    <a:pt x="289655" y="40937"/>
                  </a:cubicBezTo>
                  <a:cubicBezTo>
                    <a:pt x="289664" y="41159"/>
                    <a:pt x="289544" y="41363"/>
                    <a:pt x="289346" y="41461"/>
                  </a:cubicBezTo>
                  <a:lnTo>
                    <a:pt x="288205" y="41461"/>
                  </a:lnTo>
                  <a:cubicBezTo>
                    <a:pt x="288023" y="41350"/>
                    <a:pt x="287918" y="41150"/>
                    <a:pt x="287928" y="40937"/>
                  </a:cubicBezTo>
                  <a:cubicBezTo>
                    <a:pt x="287943" y="40468"/>
                    <a:pt x="288322" y="40089"/>
                    <a:pt x="288791" y="40074"/>
                  </a:cubicBezTo>
                  <a:close/>
                  <a:moveTo>
                    <a:pt x="40901" y="114882"/>
                  </a:moveTo>
                  <a:cubicBezTo>
                    <a:pt x="41369" y="114792"/>
                    <a:pt x="41822" y="115098"/>
                    <a:pt x="41912" y="115566"/>
                  </a:cubicBezTo>
                  <a:cubicBezTo>
                    <a:pt x="42001" y="116035"/>
                    <a:pt x="41693" y="116488"/>
                    <a:pt x="41224" y="116578"/>
                  </a:cubicBezTo>
                  <a:cubicBezTo>
                    <a:pt x="41119" y="116599"/>
                    <a:pt x="41008" y="116599"/>
                    <a:pt x="40901" y="116578"/>
                  </a:cubicBezTo>
                  <a:cubicBezTo>
                    <a:pt x="40432" y="116488"/>
                    <a:pt x="40127" y="116035"/>
                    <a:pt x="40216" y="115566"/>
                  </a:cubicBezTo>
                  <a:cubicBezTo>
                    <a:pt x="40281" y="115221"/>
                    <a:pt x="40552" y="114950"/>
                    <a:pt x="40901" y="114882"/>
                  </a:cubicBezTo>
                  <a:close/>
                  <a:moveTo>
                    <a:pt x="463816" y="350438"/>
                  </a:moveTo>
                  <a:cubicBezTo>
                    <a:pt x="463351" y="352618"/>
                    <a:pt x="461420" y="354176"/>
                    <a:pt x="459191" y="354169"/>
                  </a:cubicBezTo>
                  <a:lnTo>
                    <a:pt x="118391" y="354169"/>
                  </a:lnTo>
                  <a:cubicBezTo>
                    <a:pt x="116150" y="354191"/>
                    <a:pt x="114204" y="352631"/>
                    <a:pt x="113735" y="350438"/>
                  </a:cubicBezTo>
                  <a:lnTo>
                    <a:pt x="76146" y="181241"/>
                  </a:lnTo>
                  <a:lnTo>
                    <a:pt x="194001" y="260459"/>
                  </a:lnTo>
                  <a:cubicBezTo>
                    <a:pt x="206178" y="269167"/>
                    <a:pt x="223107" y="266358"/>
                    <a:pt x="231815" y="254180"/>
                  </a:cubicBezTo>
                  <a:cubicBezTo>
                    <a:pt x="233154" y="252309"/>
                    <a:pt x="234252" y="250274"/>
                    <a:pt x="235075" y="248124"/>
                  </a:cubicBezTo>
                  <a:lnTo>
                    <a:pt x="288791" y="114974"/>
                  </a:lnTo>
                  <a:lnTo>
                    <a:pt x="342477" y="248124"/>
                  </a:lnTo>
                  <a:cubicBezTo>
                    <a:pt x="347857" y="262111"/>
                    <a:pt x="363559" y="269090"/>
                    <a:pt x="377546" y="263709"/>
                  </a:cubicBezTo>
                  <a:cubicBezTo>
                    <a:pt x="379686" y="262885"/>
                    <a:pt x="381715" y="261794"/>
                    <a:pt x="383581" y="260459"/>
                  </a:cubicBezTo>
                  <a:lnTo>
                    <a:pt x="501436" y="181272"/>
                  </a:lnTo>
                  <a:close/>
                </a:path>
              </a:pathLst>
            </a:custGeom>
            <a:grpFill/>
            <a:ln w="308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200">
                <a:solidFill>
                  <a:schemeClr val="bg1"/>
                </a:solidFill>
              </a:endParaRPr>
            </a:p>
          </p:txBody>
        </p:sp>
      </p:grpSp>
      <p:sp>
        <p:nvSpPr>
          <p:cNvPr id="98" name="Text6"/>
          <p:cNvSpPr txBox="1"/>
          <p:nvPr>
            <p:custDataLst>
              <p:tags r:id="rId15"/>
            </p:custDataLst>
          </p:nvPr>
        </p:nvSpPr>
        <p:spPr>
          <a:xfrm>
            <a:off x="4728373" y="2046804"/>
            <a:ext cx="2750770" cy="464107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zh-CN" altLang="en-US" sz="20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架构依赖原则</a:t>
            </a:r>
          </a:p>
        </p:txBody>
      </p:sp>
      <p:sp>
        <p:nvSpPr>
          <p:cNvPr id="97" name="Text7"/>
          <p:cNvSpPr txBox="1"/>
          <p:nvPr>
            <p:custDataLst>
              <p:tags r:id="rId16"/>
            </p:custDataLst>
          </p:nvPr>
        </p:nvSpPr>
        <p:spPr>
          <a:xfrm>
            <a:off x="4737732" y="2510910"/>
            <a:ext cx="2732052" cy="217520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150000"/>
              </a:lnSpc>
              <a:defRPr sz="11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altLang="zh-CN"/>
              <a:t>采用单向依赖设计，底层不反向依赖上层，保证各模块解耦：前端仅调用后端API，不直连Agent服务或数据库；Agent仅通过后端内部API读写数据，不直连数据库。</a:t>
            </a:r>
          </a:p>
        </p:txBody>
      </p:sp>
      <p:sp>
        <p:nvSpPr>
          <p:cNvPr id="42" name="Shape5"/>
          <p:cNvSpPr/>
          <p:nvPr>
            <p:custDataLst>
              <p:tags r:id="rId17"/>
            </p:custDataLst>
          </p:nvPr>
        </p:nvSpPr>
        <p:spPr>
          <a:xfrm>
            <a:off x="8876290" y="1792151"/>
            <a:ext cx="2750770" cy="3383781"/>
          </a:xfrm>
          <a:prstGeom prst="round2SameRect">
            <a:avLst>
              <a:gd name="adj1" fmla="val 10434"/>
              <a:gd name="adj2" fmla="val 0"/>
            </a:avLst>
          </a:prstGeom>
          <a:solidFill>
            <a:schemeClr val="bg1"/>
          </a:solidFill>
          <a:ln w="25400" cap="flat" cmpd="sng" algn="ctr">
            <a:gradFill>
              <a:gsLst>
                <a:gs pos="0">
                  <a:schemeClr val="accent1"/>
                </a:gs>
                <a:gs pos="80000">
                  <a:schemeClr val="accent2"/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8" name="Oval 87-[3]【1】"/>
          <p:cNvSpPr/>
          <p:nvPr>
            <p:custDataLst>
              <p:tags r:id="rId18"/>
            </p:custDataLst>
          </p:nvPr>
        </p:nvSpPr>
        <p:spPr>
          <a:xfrm>
            <a:off x="9699191" y="4623449"/>
            <a:ext cx="1104966" cy="1104966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9" name="Oval 88-[3]【1】"/>
          <p:cNvSpPr/>
          <p:nvPr>
            <p:custDataLst>
              <p:tags r:id="rId19"/>
            </p:custDataLst>
          </p:nvPr>
        </p:nvSpPr>
        <p:spPr>
          <a:xfrm>
            <a:off x="9812754" y="4737012"/>
            <a:ext cx="877840" cy="877840"/>
          </a:xfrm>
          <a:prstGeom prst="ellipse">
            <a:avLst/>
          </a:prstGeom>
          <a:gradFill flip="none" rotWithShape="1">
            <a:gsLst>
              <a:gs pos="82000">
                <a:schemeClr val="accent1">
                  <a:lumMod val="75000"/>
                </a:schemeClr>
              </a:gs>
              <a:gs pos="0">
                <a:schemeClr val="accent1"/>
              </a:gs>
            </a:gsLst>
            <a:lin ang="54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grpSp>
        <p:nvGrpSpPr>
          <p:cNvPr id="90" name="Shape6"/>
          <p:cNvGrpSpPr/>
          <p:nvPr>
            <p:custDataLst>
              <p:tags r:id="rId20"/>
            </p:custDataLst>
          </p:nvPr>
        </p:nvGrpSpPr>
        <p:grpSpPr>
          <a:xfrm>
            <a:off x="10063151" y="4987409"/>
            <a:ext cx="377047" cy="377047"/>
            <a:chOff x="5997280" y="4101941"/>
            <a:chExt cx="534264" cy="534264"/>
          </a:xfrm>
          <a:solidFill>
            <a:schemeClr val="bg1"/>
          </a:solidFill>
        </p:grpSpPr>
        <p:sp>
          <p:nvSpPr>
            <p:cNvPr id="91" name="任意多边形: 形状 245"/>
            <p:cNvSpPr/>
            <p:nvPr>
              <p:custDataLst>
                <p:tags r:id="rId26"/>
              </p:custDataLst>
            </p:nvPr>
          </p:nvSpPr>
          <p:spPr>
            <a:xfrm>
              <a:off x="5997280" y="4101941"/>
              <a:ext cx="534264" cy="534264"/>
            </a:xfrm>
            <a:custGeom>
              <a:avLst/>
              <a:gdLst>
                <a:gd name="connsiteX0" fmla="*/ 267118 w 534264"/>
                <a:gd name="connsiteY0" fmla="*/ 534082 h 534264"/>
                <a:gd name="connsiteX1" fmla="*/ -45 w 534264"/>
                <a:gd name="connsiteY1" fmla="*/ 266980 h 534264"/>
                <a:gd name="connsiteX2" fmla="*/ 267056 w 534264"/>
                <a:gd name="connsiteY2" fmla="*/ -183 h 534264"/>
                <a:gd name="connsiteX3" fmla="*/ 534220 w 534264"/>
                <a:gd name="connsiteY3" fmla="*/ 266918 h 534264"/>
                <a:gd name="connsiteX4" fmla="*/ 534220 w 534264"/>
                <a:gd name="connsiteY4" fmla="*/ 266980 h 534264"/>
                <a:gd name="connsiteX5" fmla="*/ 267118 w 534264"/>
                <a:gd name="connsiteY5" fmla="*/ 534082 h 534264"/>
                <a:gd name="connsiteX6" fmla="*/ 267118 w 534264"/>
                <a:gd name="connsiteY6" fmla="*/ 39935 h 534264"/>
                <a:gd name="connsiteX7" fmla="*/ 40042 w 534264"/>
                <a:gd name="connsiteY7" fmla="*/ 266949 h 534264"/>
                <a:gd name="connsiteX8" fmla="*/ 267056 w 534264"/>
                <a:gd name="connsiteY8" fmla="*/ 494026 h 534264"/>
                <a:gd name="connsiteX9" fmla="*/ 494133 w 534264"/>
                <a:gd name="connsiteY9" fmla="*/ 267011 h 534264"/>
                <a:gd name="connsiteX10" fmla="*/ 494133 w 534264"/>
                <a:gd name="connsiteY10" fmla="*/ 266980 h 534264"/>
                <a:gd name="connsiteX11" fmla="*/ 267118 w 534264"/>
                <a:gd name="connsiteY11" fmla="*/ 39935 h 534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4264" h="534264">
                  <a:moveTo>
                    <a:pt x="267118" y="534082"/>
                  </a:moveTo>
                  <a:cubicBezTo>
                    <a:pt x="119586" y="534112"/>
                    <a:pt x="-28" y="414499"/>
                    <a:pt x="-45" y="266980"/>
                  </a:cubicBezTo>
                  <a:cubicBezTo>
                    <a:pt x="-62" y="119461"/>
                    <a:pt x="119525" y="-152"/>
                    <a:pt x="267056" y="-183"/>
                  </a:cubicBezTo>
                  <a:cubicBezTo>
                    <a:pt x="414588" y="-214"/>
                    <a:pt x="534201" y="119399"/>
                    <a:pt x="534220" y="266918"/>
                  </a:cubicBezTo>
                  <a:cubicBezTo>
                    <a:pt x="534220" y="266949"/>
                    <a:pt x="534220" y="266949"/>
                    <a:pt x="534220" y="266980"/>
                  </a:cubicBezTo>
                  <a:cubicBezTo>
                    <a:pt x="534050" y="414438"/>
                    <a:pt x="414564" y="533897"/>
                    <a:pt x="267118" y="534082"/>
                  </a:cubicBezTo>
                  <a:close/>
                  <a:moveTo>
                    <a:pt x="267118" y="39935"/>
                  </a:moveTo>
                  <a:cubicBezTo>
                    <a:pt x="141724" y="39904"/>
                    <a:pt x="40059" y="141570"/>
                    <a:pt x="40042" y="266949"/>
                  </a:cubicBezTo>
                  <a:cubicBezTo>
                    <a:pt x="40025" y="392329"/>
                    <a:pt x="141662" y="493995"/>
                    <a:pt x="267056" y="494026"/>
                  </a:cubicBezTo>
                  <a:cubicBezTo>
                    <a:pt x="392451" y="494056"/>
                    <a:pt x="494114" y="392390"/>
                    <a:pt x="494133" y="267011"/>
                  </a:cubicBezTo>
                  <a:cubicBezTo>
                    <a:pt x="494133" y="267011"/>
                    <a:pt x="494133" y="266980"/>
                    <a:pt x="494133" y="266980"/>
                  </a:cubicBezTo>
                  <a:cubicBezTo>
                    <a:pt x="493997" y="141662"/>
                    <a:pt x="392445" y="40089"/>
                    <a:pt x="267118" y="39935"/>
                  </a:cubicBezTo>
                  <a:close/>
                </a:path>
              </a:pathLst>
            </a:custGeom>
            <a:grpFill/>
            <a:ln w="308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200"/>
            </a:p>
          </p:txBody>
        </p:sp>
        <p:sp>
          <p:nvSpPr>
            <p:cNvPr id="92" name="任意多边形: 形状 246"/>
            <p:cNvSpPr/>
            <p:nvPr>
              <p:custDataLst>
                <p:tags r:id="rId27"/>
              </p:custDataLst>
            </p:nvPr>
          </p:nvSpPr>
          <p:spPr>
            <a:xfrm>
              <a:off x="6242488" y="4347118"/>
              <a:ext cx="43910" cy="43910"/>
            </a:xfrm>
            <a:custGeom>
              <a:avLst/>
              <a:gdLst>
                <a:gd name="connsiteX0" fmla="*/ 43910 w 43910"/>
                <a:gd name="connsiteY0" fmla="*/ 21955 h 43910"/>
                <a:gd name="connsiteX1" fmla="*/ 21955 w 43910"/>
                <a:gd name="connsiteY1" fmla="*/ 43911 h 43910"/>
                <a:gd name="connsiteX2" fmla="*/ 0 w 43910"/>
                <a:gd name="connsiteY2" fmla="*/ 21955 h 43910"/>
                <a:gd name="connsiteX3" fmla="*/ 21955 w 43910"/>
                <a:gd name="connsiteY3" fmla="*/ 0 h 43910"/>
                <a:gd name="connsiteX4" fmla="*/ 43910 w 43910"/>
                <a:gd name="connsiteY4" fmla="*/ 21955 h 43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910" h="43910">
                  <a:moveTo>
                    <a:pt x="43910" y="21955"/>
                  </a:moveTo>
                  <a:cubicBezTo>
                    <a:pt x="43910" y="34081"/>
                    <a:pt x="34081" y="43911"/>
                    <a:pt x="21955" y="43911"/>
                  </a:cubicBezTo>
                  <a:cubicBezTo>
                    <a:pt x="9830" y="43911"/>
                    <a:pt x="0" y="34081"/>
                    <a:pt x="0" y="21955"/>
                  </a:cubicBezTo>
                  <a:cubicBezTo>
                    <a:pt x="0" y="9830"/>
                    <a:pt x="9830" y="0"/>
                    <a:pt x="21955" y="0"/>
                  </a:cubicBezTo>
                  <a:cubicBezTo>
                    <a:pt x="34081" y="0"/>
                    <a:pt x="43910" y="9830"/>
                    <a:pt x="43910" y="21955"/>
                  </a:cubicBezTo>
                  <a:close/>
                </a:path>
              </a:pathLst>
            </a:custGeom>
            <a:grpFill/>
            <a:ln w="308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200"/>
            </a:p>
          </p:txBody>
        </p:sp>
        <p:sp>
          <p:nvSpPr>
            <p:cNvPr id="93" name="任意多边形: 形状 247"/>
            <p:cNvSpPr/>
            <p:nvPr>
              <p:custDataLst>
                <p:tags r:id="rId28"/>
              </p:custDataLst>
            </p:nvPr>
          </p:nvSpPr>
          <p:spPr>
            <a:xfrm>
              <a:off x="6116112" y="4220839"/>
              <a:ext cx="296554" cy="296617"/>
            </a:xfrm>
            <a:custGeom>
              <a:avLst/>
              <a:gdLst>
                <a:gd name="connsiteX0" fmla="*/ 24510 w 296554"/>
                <a:gd name="connsiteY0" fmla="*/ 296434 h 296617"/>
                <a:gd name="connsiteX1" fmla="*/ -45 w 296554"/>
                <a:gd name="connsiteY1" fmla="*/ 271642 h 296617"/>
                <a:gd name="connsiteX2" fmla="*/ 2308 w 296554"/>
                <a:gd name="connsiteY2" fmla="*/ 261250 h 296617"/>
                <a:gd name="connsiteX3" fmla="*/ 82482 w 296554"/>
                <a:gd name="connsiteY3" fmla="*/ 93841 h 296617"/>
                <a:gd name="connsiteX4" fmla="*/ 94014 w 296554"/>
                <a:gd name="connsiteY4" fmla="*/ 82309 h 296617"/>
                <a:gd name="connsiteX5" fmla="*/ 261423 w 296554"/>
                <a:gd name="connsiteY5" fmla="*/ 2135 h 296617"/>
                <a:gd name="connsiteX6" fmla="*/ 294202 w 296554"/>
                <a:gd name="connsiteY6" fmla="*/ 14069 h 296617"/>
                <a:gd name="connsiteX7" fmla="*/ 294202 w 296554"/>
                <a:gd name="connsiteY7" fmla="*/ 34914 h 296617"/>
                <a:gd name="connsiteX8" fmla="*/ 214028 w 296554"/>
                <a:gd name="connsiteY8" fmla="*/ 202322 h 296617"/>
                <a:gd name="connsiteX9" fmla="*/ 202495 w 296554"/>
                <a:gd name="connsiteY9" fmla="*/ 213886 h 296617"/>
                <a:gd name="connsiteX10" fmla="*/ 202495 w 296554"/>
                <a:gd name="connsiteY10" fmla="*/ 213886 h 296617"/>
                <a:gd name="connsiteX11" fmla="*/ 35087 w 296554"/>
                <a:gd name="connsiteY11" fmla="*/ 294059 h 296617"/>
                <a:gd name="connsiteX12" fmla="*/ 24510 w 296554"/>
                <a:gd name="connsiteY12" fmla="*/ 296434 h 296617"/>
                <a:gd name="connsiteX13" fmla="*/ 113934 w 296554"/>
                <a:gd name="connsiteY13" fmla="*/ 113792 h 296617"/>
                <a:gd name="connsiteX14" fmla="*/ 50875 w 296554"/>
                <a:gd name="connsiteY14" fmla="*/ 245431 h 296617"/>
                <a:gd name="connsiteX15" fmla="*/ 182514 w 296554"/>
                <a:gd name="connsiteY15" fmla="*/ 182372 h 296617"/>
                <a:gd name="connsiteX16" fmla="*/ 245573 w 296554"/>
                <a:gd name="connsiteY16" fmla="*/ 50733 h 296617"/>
                <a:gd name="connsiteX17" fmla="*/ 194447 w 296554"/>
                <a:gd name="connsiteY17" fmla="*/ 197050 h 296617"/>
                <a:gd name="connsiteX18" fmla="*/ 194447 w 296554"/>
                <a:gd name="connsiteY18" fmla="*/ 197050 h 296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6554" h="296617">
                  <a:moveTo>
                    <a:pt x="24510" y="296434"/>
                  </a:moveTo>
                  <a:cubicBezTo>
                    <a:pt x="10887" y="296372"/>
                    <a:pt x="-106" y="285271"/>
                    <a:pt x="-45" y="271642"/>
                  </a:cubicBezTo>
                  <a:cubicBezTo>
                    <a:pt x="-29" y="268065"/>
                    <a:pt x="775" y="264519"/>
                    <a:pt x="2308" y="261250"/>
                  </a:cubicBezTo>
                  <a:lnTo>
                    <a:pt x="82482" y="93841"/>
                  </a:lnTo>
                  <a:cubicBezTo>
                    <a:pt x="84908" y="88815"/>
                    <a:pt x="88973" y="84745"/>
                    <a:pt x="94014" y="82309"/>
                  </a:cubicBezTo>
                  <a:lnTo>
                    <a:pt x="261423" y="2135"/>
                  </a:lnTo>
                  <a:cubicBezTo>
                    <a:pt x="273773" y="-3631"/>
                    <a:pt x="288448" y="1734"/>
                    <a:pt x="294202" y="14069"/>
                  </a:cubicBezTo>
                  <a:cubicBezTo>
                    <a:pt x="297279" y="20698"/>
                    <a:pt x="297279" y="28315"/>
                    <a:pt x="294202" y="34914"/>
                  </a:cubicBezTo>
                  <a:lnTo>
                    <a:pt x="214028" y="202322"/>
                  </a:lnTo>
                  <a:cubicBezTo>
                    <a:pt x="211607" y="207379"/>
                    <a:pt x="207540" y="211450"/>
                    <a:pt x="202495" y="213886"/>
                  </a:cubicBezTo>
                  <a:lnTo>
                    <a:pt x="202495" y="213886"/>
                  </a:lnTo>
                  <a:lnTo>
                    <a:pt x="35087" y="294059"/>
                  </a:lnTo>
                  <a:cubicBezTo>
                    <a:pt x="31784" y="295632"/>
                    <a:pt x="28170" y="296434"/>
                    <a:pt x="24510" y="296434"/>
                  </a:cubicBezTo>
                  <a:close/>
                  <a:moveTo>
                    <a:pt x="113934" y="113792"/>
                  </a:moveTo>
                  <a:lnTo>
                    <a:pt x="50875" y="245431"/>
                  </a:lnTo>
                  <a:lnTo>
                    <a:pt x="182514" y="182372"/>
                  </a:lnTo>
                  <a:lnTo>
                    <a:pt x="245573" y="50733"/>
                  </a:lnTo>
                  <a:close/>
                  <a:moveTo>
                    <a:pt x="194447" y="197050"/>
                  </a:moveTo>
                  <a:lnTo>
                    <a:pt x="194447" y="197050"/>
                  </a:lnTo>
                  <a:close/>
                </a:path>
              </a:pathLst>
            </a:custGeom>
            <a:grpFill/>
            <a:ln w="308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1200"/>
            </a:p>
          </p:txBody>
        </p:sp>
      </p:grpSp>
      <p:sp>
        <p:nvSpPr>
          <p:cNvPr id="100" name="Text8"/>
          <p:cNvSpPr txBox="1"/>
          <p:nvPr>
            <p:custDataLst>
              <p:tags r:id="rId21"/>
            </p:custDataLst>
          </p:nvPr>
        </p:nvSpPr>
        <p:spPr>
          <a:xfrm>
            <a:off x="8891806" y="2046804"/>
            <a:ext cx="2750770" cy="464107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zh-CN" altLang="en-US" sz="20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权限分离原则</a:t>
            </a:r>
          </a:p>
        </p:txBody>
      </p:sp>
      <p:sp>
        <p:nvSpPr>
          <p:cNvPr id="99" name="Text9"/>
          <p:cNvSpPr txBox="1"/>
          <p:nvPr>
            <p:custDataLst>
              <p:tags r:id="rId22"/>
            </p:custDataLst>
          </p:nvPr>
        </p:nvSpPr>
        <p:spPr>
          <a:xfrm>
            <a:off x="8885633" y="2510910"/>
            <a:ext cx="2732052" cy="217520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150000"/>
              </a:lnSpc>
              <a:defRPr sz="1100" kern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altLang="zh-CN"/>
              <a:t>自动AI分析管道为系统级权限，仅写入分析结果不修改业务数据；交互式问答为用户级权限，默认只读业务数据，写操作需要用户主动二次确认，保障数据安全。</a:t>
            </a:r>
          </a:p>
        </p:txBody>
      </p:sp>
      <p:sp>
        <p:nvSpPr>
          <p:cNvPr id="7" name="Shape7"/>
          <p:cNvSpPr/>
          <p:nvPr>
            <p:custDataLst>
              <p:tags r:id="rId23"/>
            </p:custDataLst>
          </p:nvPr>
        </p:nvSpPr>
        <p:spPr>
          <a:xfrm>
            <a:off x="3772869" y="3140968"/>
            <a:ext cx="648074" cy="454051"/>
          </a:xfrm>
          <a:custGeom>
            <a:avLst/>
            <a:gdLst>
              <a:gd name="connsiteX0" fmla="*/ 421047 w 648074"/>
              <a:gd name="connsiteY0" fmla="*/ 388040 h 454051"/>
              <a:gd name="connsiteX1" fmla="*/ 454053 w 648074"/>
              <a:gd name="connsiteY1" fmla="*/ 421045 h 454051"/>
              <a:gd name="connsiteX2" fmla="*/ 421047 w 648074"/>
              <a:gd name="connsiteY2" fmla="*/ 454051 h 454051"/>
              <a:gd name="connsiteX3" fmla="*/ 388042 w 648074"/>
              <a:gd name="connsiteY3" fmla="*/ 421045 h 454051"/>
              <a:gd name="connsiteX4" fmla="*/ 421047 w 648074"/>
              <a:gd name="connsiteY4" fmla="*/ 388040 h 454051"/>
              <a:gd name="connsiteX5" fmla="*/ 291734 w 648074"/>
              <a:gd name="connsiteY5" fmla="*/ 388040 h 454051"/>
              <a:gd name="connsiteX6" fmla="*/ 324740 w 648074"/>
              <a:gd name="connsiteY6" fmla="*/ 421045 h 454051"/>
              <a:gd name="connsiteX7" fmla="*/ 291734 w 648074"/>
              <a:gd name="connsiteY7" fmla="*/ 454051 h 454051"/>
              <a:gd name="connsiteX8" fmla="*/ 258729 w 648074"/>
              <a:gd name="connsiteY8" fmla="*/ 421045 h 454051"/>
              <a:gd name="connsiteX9" fmla="*/ 291734 w 648074"/>
              <a:gd name="connsiteY9" fmla="*/ 388040 h 454051"/>
              <a:gd name="connsiteX10" fmla="*/ 162369 w 648074"/>
              <a:gd name="connsiteY10" fmla="*/ 388040 h 454051"/>
              <a:gd name="connsiteX11" fmla="*/ 195375 w 648074"/>
              <a:gd name="connsiteY11" fmla="*/ 421045 h 454051"/>
              <a:gd name="connsiteX12" fmla="*/ 162369 w 648074"/>
              <a:gd name="connsiteY12" fmla="*/ 454051 h 454051"/>
              <a:gd name="connsiteX13" fmla="*/ 129364 w 648074"/>
              <a:gd name="connsiteY13" fmla="*/ 421045 h 454051"/>
              <a:gd name="connsiteX14" fmla="*/ 162369 w 648074"/>
              <a:gd name="connsiteY14" fmla="*/ 388040 h 454051"/>
              <a:gd name="connsiteX15" fmla="*/ 33005 w 648074"/>
              <a:gd name="connsiteY15" fmla="*/ 388040 h 454051"/>
              <a:gd name="connsiteX16" fmla="*/ 66011 w 648074"/>
              <a:gd name="connsiteY16" fmla="*/ 421045 h 454051"/>
              <a:gd name="connsiteX17" fmla="*/ 33005 w 648074"/>
              <a:gd name="connsiteY17" fmla="*/ 454051 h 454051"/>
              <a:gd name="connsiteX18" fmla="*/ 0 w 648074"/>
              <a:gd name="connsiteY18" fmla="*/ 421045 h 454051"/>
              <a:gd name="connsiteX19" fmla="*/ 33005 w 648074"/>
              <a:gd name="connsiteY19" fmla="*/ 388040 h 454051"/>
              <a:gd name="connsiteX20" fmla="*/ 485755 w 648074"/>
              <a:gd name="connsiteY20" fmla="*/ 323332 h 454051"/>
              <a:gd name="connsiteX21" fmla="*/ 518761 w 648074"/>
              <a:gd name="connsiteY21" fmla="*/ 356336 h 454051"/>
              <a:gd name="connsiteX22" fmla="*/ 485755 w 648074"/>
              <a:gd name="connsiteY22" fmla="*/ 389343 h 454051"/>
              <a:gd name="connsiteX23" fmla="*/ 452750 w 648074"/>
              <a:gd name="connsiteY23" fmla="*/ 356336 h 454051"/>
              <a:gd name="connsiteX24" fmla="*/ 485755 w 648074"/>
              <a:gd name="connsiteY24" fmla="*/ 323332 h 454051"/>
              <a:gd name="connsiteX25" fmla="*/ 356390 w 648074"/>
              <a:gd name="connsiteY25" fmla="*/ 323332 h 454051"/>
              <a:gd name="connsiteX26" fmla="*/ 389396 w 648074"/>
              <a:gd name="connsiteY26" fmla="*/ 356336 h 454051"/>
              <a:gd name="connsiteX27" fmla="*/ 356390 w 648074"/>
              <a:gd name="connsiteY27" fmla="*/ 389343 h 454051"/>
              <a:gd name="connsiteX28" fmla="*/ 323385 w 648074"/>
              <a:gd name="connsiteY28" fmla="*/ 356336 h 454051"/>
              <a:gd name="connsiteX29" fmla="*/ 356390 w 648074"/>
              <a:gd name="connsiteY29" fmla="*/ 323332 h 454051"/>
              <a:gd name="connsiteX30" fmla="*/ 227025 w 648074"/>
              <a:gd name="connsiteY30" fmla="*/ 323332 h 454051"/>
              <a:gd name="connsiteX31" fmla="*/ 260031 w 648074"/>
              <a:gd name="connsiteY31" fmla="*/ 356336 h 454051"/>
              <a:gd name="connsiteX32" fmla="*/ 227025 w 648074"/>
              <a:gd name="connsiteY32" fmla="*/ 389343 h 454051"/>
              <a:gd name="connsiteX33" fmla="*/ 194020 w 648074"/>
              <a:gd name="connsiteY33" fmla="*/ 356336 h 454051"/>
              <a:gd name="connsiteX34" fmla="*/ 227025 w 648074"/>
              <a:gd name="connsiteY34" fmla="*/ 323332 h 454051"/>
              <a:gd name="connsiteX35" fmla="*/ 97714 w 648074"/>
              <a:gd name="connsiteY35" fmla="*/ 323332 h 454051"/>
              <a:gd name="connsiteX36" fmla="*/ 130720 w 648074"/>
              <a:gd name="connsiteY36" fmla="*/ 356336 h 454051"/>
              <a:gd name="connsiteX37" fmla="*/ 97714 w 648074"/>
              <a:gd name="connsiteY37" fmla="*/ 389343 h 454051"/>
              <a:gd name="connsiteX38" fmla="*/ 64709 w 648074"/>
              <a:gd name="connsiteY38" fmla="*/ 356336 h 454051"/>
              <a:gd name="connsiteX39" fmla="*/ 97714 w 648074"/>
              <a:gd name="connsiteY39" fmla="*/ 323332 h 454051"/>
              <a:gd name="connsiteX40" fmla="*/ 550412 w 648074"/>
              <a:gd name="connsiteY40" fmla="*/ 258676 h 454051"/>
              <a:gd name="connsiteX41" fmla="*/ 583418 w 648074"/>
              <a:gd name="connsiteY41" fmla="*/ 291680 h 454051"/>
              <a:gd name="connsiteX42" fmla="*/ 550412 w 648074"/>
              <a:gd name="connsiteY42" fmla="*/ 324686 h 454051"/>
              <a:gd name="connsiteX43" fmla="*/ 517407 w 648074"/>
              <a:gd name="connsiteY43" fmla="*/ 291680 h 454051"/>
              <a:gd name="connsiteX44" fmla="*/ 550412 w 648074"/>
              <a:gd name="connsiteY44" fmla="*/ 258676 h 454051"/>
              <a:gd name="connsiteX45" fmla="*/ 421047 w 648074"/>
              <a:gd name="connsiteY45" fmla="*/ 258676 h 454051"/>
              <a:gd name="connsiteX46" fmla="*/ 454053 w 648074"/>
              <a:gd name="connsiteY46" fmla="*/ 291680 h 454051"/>
              <a:gd name="connsiteX47" fmla="*/ 421047 w 648074"/>
              <a:gd name="connsiteY47" fmla="*/ 324686 h 454051"/>
              <a:gd name="connsiteX48" fmla="*/ 388042 w 648074"/>
              <a:gd name="connsiteY48" fmla="*/ 291680 h 454051"/>
              <a:gd name="connsiteX49" fmla="*/ 421047 w 648074"/>
              <a:gd name="connsiteY49" fmla="*/ 258676 h 454051"/>
              <a:gd name="connsiteX50" fmla="*/ 291734 w 648074"/>
              <a:gd name="connsiteY50" fmla="*/ 258676 h 454051"/>
              <a:gd name="connsiteX51" fmla="*/ 324740 w 648074"/>
              <a:gd name="connsiteY51" fmla="*/ 291680 h 454051"/>
              <a:gd name="connsiteX52" fmla="*/ 291734 w 648074"/>
              <a:gd name="connsiteY52" fmla="*/ 324686 h 454051"/>
              <a:gd name="connsiteX53" fmla="*/ 258729 w 648074"/>
              <a:gd name="connsiteY53" fmla="*/ 291680 h 454051"/>
              <a:gd name="connsiteX54" fmla="*/ 291734 w 648074"/>
              <a:gd name="connsiteY54" fmla="*/ 258676 h 454051"/>
              <a:gd name="connsiteX55" fmla="*/ 162369 w 648074"/>
              <a:gd name="connsiteY55" fmla="*/ 258676 h 454051"/>
              <a:gd name="connsiteX56" fmla="*/ 195375 w 648074"/>
              <a:gd name="connsiteY56" fmla="*/ 291680 h 454051"/>
              <a:gd name="connsiteX57" fmla="*/ 162369 w 648074"/>
              <a:gd name="connsiteY57" fmla="*/ 324686 h 454051"/>
              <a:gd name="connsiteX58" fmla="*/ 129364 w 648074"/>
              <a:gd name="connsiteY58" fmla="*/ 291680 h 454051"/>
              <a:gd name="connsiteX59" fmla="*/ 162369 w 648074"/>
              <a:gd name="connsiteY59" fmla="*/ 258676 h 454051"/>
              <a:gd name="connsiteX60" fmla="*/ 615068 w 648074"/>
              <a:gd name="connsiteY60" fmla="*/ 194019 h 454051"/>
              <a:gd name="connsiteX61" fmla="*/ 648074 w 648074"/>
              <a:gd name="connsiteY61" fmla="*/ 227023 h 454051"/>
              <a:gd name="connsiteX62" fmla="*/ 615068 w 648074"/>
              <a:gd name="connsiteY62" fmla="*/ 260029 h 454051"/>
              <a:gd name="connsiteX63" fmla="*/ 582063 w 648074"/>
              <a:gd name="connsiteY63" fmla="*/ 227023 h 454051"/>
              <a:gd name="connsiteX64" fmla="*/ 615068 w 648074"/>
              <a:gd name="connsiteY64" fmla="*/ 194019 h 454051"/>
              <a:gd name="connsiteX65" fmla="*/ 485755 w 648074"/>
              <a:gd name="connsiteY65" fmla="*/ 194019 h 454051"/>
              <a:gd name="connsiteX66" fmla="*/ 518761 w 648074"/>
              <a:gd name="connsiteY66" fmla="*/ 227023 h 454051"/>
              <a:gd name="connsiteX67" fmla="*/ 485755 w 648074"/>
              <a:gd name="connsiteY67" fmla="*/ 260029 h 454051"/>
              <a:gd name="connsiteX68" fmla="*/ 452750 w 648074"/>
              <a:gd name="connsiteY68" fmla="*/ 227023 h 454051"/>
              <a:gd name="connsiteX69" fmla="*/ 485755 w 648074"/>
              <a:gd name="connsiteY69" fmla="*/ 194019 h 454051"/>
              <a:gd name="connsiteX70" fmla="*/ 356390 w 648074"/>
              <a:gd name="connsiteY70" fmla="*/ 194019 h 454051"/>
              <a:gd name="connsiteX71" fmla="*/ 389396 w 648074"/>
              <a:gd name="connsiteY71" fmla="*/ 227023 h 454051"/>
              <a:gd name="connsiteX72" fmla="*/ 356390 w 648074"/>
              <a:gd name="connsiteY72" fmla="*/ 260029 h 454051"/>
              <a:gd name="connsiteX73" fmla="*/ 323385 w 648074"/>
              <a:gd name="connsiteY73" fmla="*/ 227023 h 454051"/>
              <a:gd name="connsiteX74" fmla="*/ 356390 w 648074"/>
              <a:gd name="connsiteY74" fmla="*/ 194019 h 454051"/>
              <a:gd name="connsiteX75" fmla="*/ 227025 w 648074"/>
              <a:gd name="connsiteY75" fmla="*/ 194019 h 454051"/>
              <a:gd name="connsiteX76" fmla="*/ 260031 w 648074"/>
              <a:gd name="connsiteY76" fmla="*/ 227023 h 454051"/>
              <a:gd name="connsiteX77" fmla="*/ 227025 w 648074"/>
              <a:gd name="connsiteY77" fmla="*/ 260029 h 454051"/>
              <a:gd name="connsiteX78" fmla="*/ 194020 w 648074"/>
              <a:gd name="connsiteY78" fmla="*/ 227023 h 454051"/>
              <a:gd name="connsiteX79" fmla="*/ 227025 w 648074"/>
              <a:gd name="connsiteY79" fmla="*/ 194019 h 454051"/>
              <a:gd name="connsiteX80" fmla="*/ 550412 w 648074"/>
              <a:gd name="connsiteY80" fmla="*/ 129312 h 454051"/>
              <a:gd name="connsiteX81" fmla="*/ 583418 w 648074"/>
              <a:gd name="connsiteY81" fmla="*/ 162316 h 454051"/>
              <a:gd name="connsiteX82" fmla="*/ 550412 w 648074"/>
              <a:gd name="connsiteY82" fmla="*/ 195322 h 454051"/>
              <a:gd name="connsiteX83" fmla="*/ 517407 w 648074"/>
              <a:gd name="connsiteY83" fmla="*/ 162316 h 454051"/>
              <a:gd name="connsiteX84" fmla="*/ 550412 w 648074"/>
              <a:gd name="connsiteY84" fmla="*/ 129312 h 454051"/>
              <a:gd name="connsiteX85" fmla="*/ 421047 w 648074"/>
              <a:gd name="connsiteY85" fmla="*/ 129312 h 454051"/>
              <a:gd name="connsiteX86" fmla="*/ 454053 w 648074"/>
              <a:gd name="connsiteY86" fmla="*/ 162316 h 454051"/>
              <a:gd name="connsiteX87" fmla="*/ 421047 w 648074"/>
              <a:gd name="connsiteY87" fmla="*/ 195322 h 454051"/>
              <a:gd name="connsiteX88" fmla="*/ 388042 w 648074"/>
              <a:gd name="connsiteY88" fmla="*/ 162316 h 454051"/>
              <a:gd name="connsiteX89" fmla="*/ 421047 w 648074"/>
              <a:gd name="connsiteY89" fmla="*/ 129312 h 454051"/>
              <a:gd name="connsiteX90" fmla="*/ 291734 w 648074"/>
              <a:gd name="connsiteY90" fmla="*/ 129312 h 454051"/>
              <a:gd name="connsiteX91" fmla="*/ 324740 w 648074"/>
              <a:gd name="connsiteY91" fmla="*/ 162316 h 454051"/>
              <a:gd name="connsiteX92" fmla="*/ 291734 w 648074"/>
              <a:gd name="connsiteY92" fmla="*/ 195322 h 454051"/>
              <a:gd name="connsiteX93" fmla="*/ 258729 w 648074"/>
              <a:gd name="connsiteY93" fmla="*/ 162316 h 454051"/>
              <a:gd name="connsiteX94" fmla="*/ 291734 w 648074"/>
              <a:gd name="connsiteY94" fmla="*/ 129312 h 454051"/>
              <a:gd name="connsiteX95" fmla="*/ 162369 w 648074"/>
              <a:gd name="connsiteY95" fmla="*/ 129312 h 454051"/>
              <a:gd name="connsiteX96" fmla="*/ 195375 w 648074"/>
              <a:gd name="connsiteY96" fmla="*/ 162316 h 454051"/>
              <a:gd name="connsiteX97" fmla="*/ 162369 w 648074"/>
              <a:gd name="connsiteY97" fmla="*/ 195322 h 454051"/>
              <a:gd name="connsiteX98" fmla="*/ 129364 w 648074"/>
              <a:gd name="connsiteY98" fmla="*/ 162316 h 454051"/>
              <a:gd name="connsiteX99" fmla="*/ 162369 w 648074"/>
              <a:gd name="connsiteY99" fmla="*/ 129312 h 454051"/>
              <a:gd name="connsiteX100" fmla="*/ 485755 w 648074"/>
              <a:gd name="connsiteY100" fmla="*/ 64656 h 454051"/>
              <a:gd name="connsiteX101" fmla="*/ 518761 w 648074"/>
              <a:gd name="connsiteY101" fmla="*/ 97660 h 454051"/>
              <a:gd name="connsiteX102" fmla="*/ 485755 w 648074"/>
              <a:gd name="connsiteY102" fmla="*/ 130666 h 454051"/>
              <a:gd name="connsiteX103" fmla="*/ 452750 w 648074"/>
              <a:gd name="connsiteY103" fmla="*/ 97660 h 454051"/>
              <a:gd name="connsiteX104" fmla="*/ 485755 w 648074"/>
              <a:gd name="connsiteY104" fmla="*/ 64656 h 454051"/>
              <a:gd name="connsiteX105" fmla="*/ 356390 w 648074"/>
              <a:gd name="connsiteY105" fmla="*/ 64656 h 454051"/>
              <a:gd name="connsiteX106" fmla="*/ 389396 w 648074"/>
              <a:gd name="connsiteY106" fmla="*/ 97660 h 454051"/>
              <a:gd name="connsiteX107" fmla="*/ 356390 w 648074"/>
              <a:gd name="connsiteY107" fmla="*/ 130666 h 454051"/>
              <a:gd name="connsiteX108" fmla="*/ 323385 w 648074"/>
              <a:gd name="connsiteY108" fmla="*/ 97660 h 454051"/>
              <a:gd name="connsiteX109" fmla="*/ 356390 w 648074"/>
              <a:gd name="connsiteY109" fmla="*/ 64656 h 454051"/>
              <a:gd name="connsiteX110" fmla="*/ 227025 w 648074"/>
              <a:gd name="connsiteY110" fmla="*/ 64656 h 454051"/>
              <a:gd name="connsiteX111" fmla="*/ 260031 w 648074"/>
              <a:gd name="connsiteY111" fmla="*/ 97660 h 454051"/>
              <a:gd name="connsiteX112" fmla="*/ 227025 w 648074"/>
              <a:gd name="connsiteY112" fmla="*/ 130666 h 454051"/>
              <a:gd name="connsiteX113" fmla="*/ 194020 w 648074"/>
              <a:gd name="connsiteY113" fmla="*/ 97660 h 454051"/>
              <a:gd name="connsiteX114" fmla="*/ 227025 w 648074"/>
              <a:gd name="connsiteY114" fmla="*/ 64656 h 454051"/>
              <a:gd name="connsiteX115" fmla="*/ 97712 w 648074"/>
              <a:gd name="connsiteY115" fmla="*/ 64656 h 454051"/>
              <a:gd name="connsiteX116" fmla="*/ 130718 w 648074"/>
              <a:gd name="connsiteY116" fmla="*/ 97660 h 454051"/>
              <a:gd name="connsiteX117" fmla="*/ 97712 w 648074"/>
              <a:gd name="connsiteY117" fmla="*/ 130666 h 454051"/>
              <a:gd name="connsiteX118" fmla="*/ 64707 w 648074"/>
              <a:gd name="connsiteY118" fmla="*/ 97660 h 454051"/>
              <a:gd name="connsiteX119" fmla="*/ 97712 w 648074"/>
              <a:gd name="connsiteY119" fmla="*/ 64656 h 454051"/>
              <a:gd name="connsiteX120" fmla="*/ 421047 w 648074"/>
              <a:gd name="connsiteY120" fmla="*/ 0 h 454051"/>
              <a:gd name="connsiteX121" fmla="*/ 454053 w 648074"/>
              <a:gd name="connsiteY121" fmla="*/ 33004 h 454051"/>
              <a:gd name="connsiteX122" fmla="*/ 421047 w 648074"/>
              <a:gd name="connsiteY122" fmla="*/ 66010 h 454051"/>
              <a:gd name="connsiteX123" fmla="*/ 388042 w 648074"/>
              <a:gd name="connsiteY123" fmla="*/ 33004 h 454051"/>
              <a:gd name="connsiteX124" fmla="*/ 421047 w 648074"/>
              <a:gd name="connsiteY124" fmla="*/ 0 h 454051"/>
              <a:gd name="connsiteX125" fmla="*/ 291734 w 648074"/>
              <a:gd name="connsiteY125" fmla="*/ 0 h 454051"/>
              <a:gd name="connsiteX126" fmla="*/ 324740 w 648074"/>
              <a:gd name="connsiteY126" fmla="*/ 33004 h 454051"/>
              <a:gd name="connsiteX127" fmla="*/ 291734 w 648074"/>
              <a:gd name="connsiteY127" fmla="*/ 66010 h 454051"/>
              <a:gd name="connsiteX128" fmla="*/ 258729 w 648074"/>
              <a:gd name="connsiteY128" fmla="*/ 33004 h 454051"/>
              <a:gd name="connsiteX129" fmla="*/ 291734 w 648074"/>
              <a:gd name="connsiteY129" fmla="*/ 0 h 454051"/>
              <a:gd name="connsiteX130" fmla="*/ 162369 w 648074"/>
              <a:gd name="connsiteY130" fmla="*/ 0 h 454051"/>
              <a:gd name="connsiteX131" fmla="*/ 195375 w 648074"/>
              <a:gd name="connsiteY131" fmla="*/ 33004 h 454051"/>
              <a:gd name="connsiteX132" fmla="*/ 162369 w 648074"/>
              <a:gd name="connsiteY132" fmla="*/ 66010 h 454051"/>
              <a:gd name="connsiteX133" fmla="*/ 129364 w 648074"/>
              <a:gd name="connsiteY133" fmla="*/ 33004 h 454051"/>
              <a:gd name="connsiteX134" fmla="*/ 162369 w 648074"/>
              <a:gd name="connsiteY134" fmla="*/ 0 h 454051"/>
              <a:gd name="connsiteX135" fmla="*/ 33005 w 648074"/>
              <a:gd name="connsiteY135" fmla="*/ 0 h 454051"/>
              <a:gd name="connsiteX136" fmla="*/ 66011 w 648074"/>
              <a:gd name="connsiteY136" fmla="*/ 33004 h 454051"/>
              <a:gd name="connsiteX137" fmla="*/ 33005 w 648074"/>
              <a:gd name="connsiteY137" fmla="*/ 66010 h 454051"/>
              <a:gd name="connsiteX138" fmla="*/ 0 w 648074"/>
              <a:gd name="connsiteY138" fmla="*/ 33004 h 454051"/>
              <a:gd name="connsiteX139" fmla="*/ 33005 w 648074"/>
              <a:gd name="connsiteY139" fmla="*/ 0 h 45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648074" h="454051">
                <a:moveTo>
                  <a:pt x="421047" y="388040"/>
                </a:moveTo>
                <a:cubicBezTo>
                  <a:pt x="439268" y="388040"/>
                  <a:pt x="454053" y="402825"/>
                  <a:pt x="454053" y="421045"/>
                </a:cubicBezTo>
                <a:cubicBezTo>
                  <a:pt x="454053" y="439266"/>
                  <a:pt x="439268" y="454051"/>
                  <a:pt x="421047" y="454051"/>
                </a:cubicBezTo>
                <a:cubicBezTo>
                  <a:pt x="402827" y="454051"/>
                  <a:pt x="388042" y="439266"/>
                  <a:pt x="388042" y="421045"/>
                </a:cubicBezTo>
                <a:cubicBezTo>
                  <a:pt x="388042" y="402825"/>
                  <a:pt x="402827" y="388040"/>
                  <a:pt x="421047" y="388040"/>
                </a:cubicBezTo>
                <a:close/>
                <a:moveTo>
                  <a:pt x="291734" y="388040"/>
                </a:moveTo>
                <a:cubicBezTo>
                  <a:pt x="309902" y="388040"/>
                  <a:pt x="324740" y="402825"/>
                  <a:pt x="324740" y="421045"/>
                </a:cubicBezTo>
                <a:cubicBezTo>
                  <a:pt x="324740" y="439266"/>
                  <a:pt x="309955" y="454051"/>
                  <a:pt x="291734" y="454051"/>
                </a:cubicBezTo>
                <a:cubicBezTo>
                  <a:pt x="273514" y="454051"/>
                  <a:pt x="258729" y="439266"/>
                  <a:pt x="258729" y="421045"/>
                </a:cubicBezTo>
                <a:cubicBezTo>
                  <a:pt x="258729" y="402825"/>
                  <a:pt x="273514" y="388040"/>
                  <a:pt x="291734" y="388040"/>
                </a:cubicBezTo>
                <a:close/>
                <a:moveTo>
                  <a:pt x="162369" y="388040"/>
                </a:moveTo>
                <a:cubicBezTo>
                  <a:pt x="180590" y="388040"/>
                  <a:pt x="195375" y="402825"/>
                  <a:pt x="195375" y="421045"/>
                </a:cubicBezTo>
                <a:cubicBezTo>
                  <a:pt x="195375" y="439266"/>
                  <a:pt x="180590" y="454051"/>
                  <a:pt x="162369" y="454051"/>
                </a:cubicBezTo>
                <a:cubicBezTo>
                  <a:pt x="144149" y="454051"/>
                  <a:pt x="129364" y="439266"/>
                  <a:pt x="129364" y="421045"/>
                </a:cubicBezTo>
                <a:cubicBezTo>
                  <a:pt x="129364" y="402825"/>
                  <a:pt x="144149" y="388040"/>
                  <a:pt x="162369" y="388040"/>
                </a:cubicBezTo>
                <a:close/>
                <a:moveTo>
                  <a:pt x="33005" y="388040"/>
                </a:moveTo>
                <a:cubicBezTo>
                  <a:pt x="51226" y="388040"/>
                  <a:pt x="66011" y="402825"/>
                  <a:pt x="66011" y="421045"/>
                </a:cubicBezTo>
                <a:cubicBezTo>
                  <a:pt x="66011" y="439266"/>
                  <a:pt x="51226" y="454051"/>
                  <a:pt x="33005" y="454051"/>
                </a:cubicBezTo>
                <a:cubicBezTo>
                  <a:pt x="14785" y="454051"/>
                  <a:pt x="0" y="439266"/>
                  <a:pt x="0" y="421045"/>
                </a:cubicBezTo>
                <a:cubicBezTo>
                  <a:pt x="0" y="402825"/>
                  <a:pt x="14785" y="388040"/>
                  <a:pt x="33005" y="388040"/>
                </a:cubicBezTo>
                <a:close/>
                <a:moveTo>
                  <a:pt x="485755" y="323332"/>
                </a:moveTo>
                <a:cubicBezTo>
                  <a:pt x="503923" y="323332"/>
                  <a:pt x="518761" y="338168"/>
                  <a:pt x="518761" y="356336"/>
                </a:cubicBezTo>
                <a:cubicBezTo>
                  <a:pt x="518761" y="374557"/>
                  <a:pt x="503976" y="389343"/>
                  <a:pt x="485755" y="389343"/>
                </a:cubicBezTo>
                <a:cubicBezTo>
                  <a:pt x="467535" y="389343"/>
                  <a:pt x="452750" y="374557"/>
                  <a:pt x="452750" y="356336"/>
                </a:cubicBezTo>
                <a:cubicBezTo>
                  <a:pt x="452750" y="338117"/>
                  <a:pt x="467535" y="323332"/>
                  <a:pt x="485755" y="323332"/>
                </a:cubicBezTo>
                <a:close/>
                <a:moveTo>
                  <a:pt x="356390" y="323332"/>
                </a:moveTo>
                <a:cubicBezTo>
                  <a:pt x="374611" y="323332"/>
                  <a:pt x="389396" y="338168"/>
                  <a:pt x="389396" y="356336"/>
                </a:cubicBezTo>
                <a:cubicBezTo>
                  <a:pt x="389396" y="374557"/>
                  <a:pt x="374611" y="389343"/>
                  <a:pt x="356390" y="389343"/>
                </a:cubicBezTo>
                <a:cubicBezTo>
                  <a:pt x="338170" y="389343"/>
                  <a:pt x="323385" y="374557"/>
                  <a:pt x="323385" y="356336"/>
                </a:cubicBezTo>
                <a:cubicBezTo>
                  <a:pt x="323385" y="338117"/>
                  <a:pt x="338170" y="323332"/>
                  <a:pt x="356390" y="323332"/>
                </a:cubicBezTo>
                <a:close/>
                <a:moveTo>
                  <a:pt x="227025" y="323332"/>
                </a:moveTo>
                <a:cubicBezTo>
                  <a:pt x="245246" y="323332"/>
                  <a:pt x="260031" y="338168"/>
                  <a:pt x="260031" y="356336"/>
                </a:cubicBezTo>
                <a:cubicBezTo>
                  <a:pt x="260031" y="374557"/>
                  <a:pt x="245246" y="389343"/>
                  <a:pt x="227025" y="389343"/>
                </a:cubicBezTo>
                <a:cubicBezTo>
                  <a:pt x="208858" y="389343"/>
                  <a:pt x="194020" y="374557"/>
                  <a:pt x="194020" y="356336"/>
                </a:cubicBezTo>
                <a:cubicBezTo>
                  <a:pt x="194020" y="338117"/>
                  <a:pt x="208805" y="323332"/>
                  <a:pt x="227025" y="323332"/>
                </a:cubicBezTo>
                <a:close/>
                <a:moveTo>
                  <a:pt x="97714" y="323332"/>
                </a:moveTo>
                <a:cubicBezTo>
                  <a:pt x="115882" y="323332"/>
                  <a:pt x="130720" y="338168"/>
                  <a:pt x="130720" y="356336"/>
                </a:cubicBezTo>
                <a:cubicBezTo>
                  <a:pt x="130720" y="374557"/>
                  <a:pt x="115935" y="389343"/>
                  <a:pt x="97714" y="389343"/>
                </a:cubicBezTo>
                <a:cubicBezTo>
                  <a:pt x="79494" y="389343"/>
                  <a:pt x="64709" y="374557"/>
                  <a:pt x="64709" y="356336"/>
                </a:cubicBezTo>
                <a:cubicBezTo>
                  <a:pt x="64709" y="338117"/>
                  <a:pt x="79494" y="323332"/>
                  <a:pt x="97714" y="323332"/>
                </a:cubicBezTo>
                <a:close/>
                <a:moveTo>
                  <a:pt x="550412" y="258676"/>
                </a:moveTo>
                <a:cubicBezTo>
                  <a:pt x="568633" y="258676"/>
                  <a:pt x="583418" y="273461"/>
                  <a:pt x="583418" y="291680"/>
                </a:cubicBezTo>
                <a:cubicBezTo>
                  <a:pt x="583418" y="309901"/>
                  <a:pt x="568633" y="324686"/>
                  <a:pt x="550412" y="324686"/>
                </a:cubicBezTo>
                <a:cubicBezTo>
                  <a:pt x="532192" y="324686"/>
                  <a:pt x="517407" y="309901"/>
                  <a:pt x="517407" y="291680"/>
                </a:cubicBezTo>
                <a:cubicBezTo>
                  <a:pt x="517407" y="273461"/>
                  <a:pt x="532192" y="258676"/>
                  <a:pt x="550412" y="258676"/>
                </a:cubicBezTo>
                <a:close/>
                <a:moveTo>
                  <a:pt x="421047" y="258676"/>
                </a:moveTo>
                <a:cubicBezTo>
                  <a:pt x="439268" y="258676"/>
                  <a:pt x="454053" y="273461"/>
                  <a:pt x="454053" y="291680"/>
                </a:cubicBezTo>
                <a:cubicBezTo>
                  <a:pt x="454053" y="309901"/>
                  <a:pt x="439268" y="324686"/>
                  <a:pt x="421047" y="324686"/>
                </a:cubicBezTo>
                <a:cubicBezTo>
                  <a:pt x="402878" y="324686"/>
                  <a:pt x="388042" y="309901"/>
                  <a:pt x="388042" y="291680"/>
                </a:cubicBezTo>
                <a:cubicBezTo>
                  <a:pt x="388042" y="273461"/>
                  <a:pt x="402827" y="258676"/>
                  <a:pt x="421047" y="258676"/>
                </a:cubicBezTo>
                <a:close/>
                <a:moveTo>
                  <a:pt x="291734" y="258676"/>
                </a:moveTo>
                <a:cubicBezTo>
                  <a:pt x="309902" y="258676"/>
                  <a:pt x="324740" y="273461"/>
                  <a:pt x="324740" y="291680"/>
                </a:cubicBezTo>
                <a:cubicBezTo>
                  <a:pt x="324740" y="309901"/>
                  <a:pt x="309955" y="324686"/>
                  <a:pt x="291734" y="324686"/>
                </a:cubicBezTo>
                <a:cubicBezTo>
                  <a:pt x="273514" y="324686"/>
                  <a:pt x="258678" y="309901"/>
                  <a:pt x="258729" y="291680"/>
                </a:cubicBezTo>
                <a:cubicBezTo>
                  <a:pt x="258729" y="273461"/>
                  <a:pt x="273514" y="258676"/>
                  <a:pt x="291734" y="258676"/>
                </a:cubicBezTo>
                <a:close/>
                <a:moveTo>
                  <a:pt x="162369" y="258676"/>
                </a:moveTo>
                <a:cubicBezTo>
                  <a:pt x="180590" y="258676"/>
                  <a:pt x="195375" y="273461"/>
                  <a:pt x="195375" y="291680"/>
                </a:cubicBezTo>
                <a:cubicBezTo>
                  <a:pt x="195375" y="309901"/>
                  <a:pt x="180590" y="324686"/>
                  <a:pt x="162369" y="324686"/>
                </a:cubicBezTo>
                <a:cubicBezTo>
                  <a:pt x="144149" y="324686"/>
                  <a:pt x="129364" y="309901"/>
                  <a:pt x="129364" y="291680"/>
                </a:cubicBezTo>
                <a:cubicBezTo>
                  <a:pt x="129364" y="273461"/>
                  <a:pt x="144149" y="258676"/>
                  <a:pt x="162369" y="258676"/>
                </a:cubicBezTo>
                <a:close/>
                <a:moveTo>
                  <a:pt x="615068" y="194019"/>
                </a:moveTo>
                <a:cubicBezTo>
                  <a:pt x="633289" y="194019"/>
                  <a:pt x="648074" y="208804"/>
                  <a:pt x="648074" y="227023"/>
                </a:cubicBezTo>
                <a:cubicBezTo>
                  <a:pt x="648074" y="245244"/>
                  <a:pt x="633289" y="260029"/>
                  <a:pt x="615068" y="260029"/>
                </a:cubicBezTo>
                <a:cubicBezTo>
                  <a:pt x="596848" y="260029"/>
                  <a:pt x="582063" y="245244"/>
                  <a:pt x="582063" y="227023"/>
                </a:cubicBezTo>
                <a:cubicBezTo>
                  <a:pt x="582063" y="208804"/>
                  <a:pt x="596848" y="194019"/>
                  <a:pt x="615068" y="194019"/>
                </a:cubicBezTo>
                <a:close/>
                <a:moveTo>
                  <a:pt x="485755" y="194019"/>
                </a:moveTo>
                <a:cubicBezTo>
                  <a:pt x="503976" y="194019"/>
                  <a:pt x="518761" y="208804"/>
                  <a:pt x="518761" y="227023"/>
                </a:cubicBezTo>
                <a:cubicBezTo>
                  <a:pt x="518761" y="245244"/>
                  <a:pt x="503976" y="260029"/>
                  <a:pt x="485755" y="260029"/>
                </a:cubicBezTo>
                <a:cubicBezTo>
                  <a:pt x="467535" y="260029"/>
                  <a:pt x="452698" y="245192"/>
                  <a:pt x="452750" y="227023"/>
                </a:cubicBezTo>
                <a:cubicBezTo>
                  <a:pt x="452750" y="208804"/>
                  <a:pt x="467535" y="194019"/>
                  <a:pt x="485755" y="194019"/>
                </a:cubicBezTo>
                <a:close/>
                <a:moveTo>
                  <a:pt x="356390" y="194019"/>
                </a:moveTo>
                <a:cubicBezTo>
                  <a:pt x="374611" y="194019"/>
                  <a:pt x="389396" y="208804"/>
                  <a:pt x="389396" y="227023"/>
                </a:cubicBezTo>
                <a:cubicBezTo>
                  <a:pt x="389396" y="245244"/>
                  <a:pt x="374611" y="260029"/>
                  <a:pt x="356390" y="260029"/>
                </a:cubicBezTo>
                <a:cubicBezTo>
                  <a:pt x="338170" y="260029"/>
                  <a:pt x="323385" y="245192"/>
                  <a:pt x="323385" y="227023"/>
                </a:cubicBezTo>
                <a:cubicBezTo>
                  <a:pt x="323385" y="208804"/>
                  <a:pt x="338170" y="194019"/>
                  <a:pt x="356390" y="194019"/>
                </a:cubicBezTo>
                <a:close/>
                <a:moveTo>
                  <a:pt x="227025" y="194019"/>
                </a:moveTo>
                <a:cubicBezTo>
                  <a:pt x="245246" y="194019"/>
                  <a:pt x="260031" y="208804"/>
                  <a:pt x="260031" y="227023"/>
                </a:cubicBezTo>
                <a:cubicBezTo>
                  <a:pt x="260031" y="245244"/>
                  <a:pt x="245246" y="260029"/>
                  <a:pt x="227025" y="260029"/>
                </a:cubicBezTo>
                <a:cubicBezTo>
                  <a:pt x="208858" y="260029"/>
                  <a:pt x="194020" y="245192"/>
                  <a:pt x="194020" y="227023"/>
                </a:cubicBezTo>
                <a:cubicBezTo>
                  <a:pt x="194020" y="208804"/>
                  <a:pt x="208805" y="194019"/>
                  <a:pt x="227025" y="194019"/>
                </a:cubicBezTo>
                <a:close/>
                <a:moveTo>
                  <a:pt x="550412" y="129312"/>
                </a:moveTo>
                <a:cubicBezTo>
                  <a:pt x="568633" y="129312"/>
                  <a:pt x="583418" y="144097"/>
                  <a:pt x="583418" y="162316"/>
                </a:cubicBezTo>
                <a:cubicBezTo>
                  <a:pt x="583418" y="180537"/>
                  <a:pt x="568633" y="195322"/>
                  <a:pt x="550412" y="195322"/>
                </a:cubicBezTo>
                <a:cubicBezTo>
                  <a:pt x="532192" y="195322"/>
                  <a:pt x="517407" y="180537"/>
                  <a:pt x="517407" y="162316"/>
                </a:cubicBezTo>
                <a:cubicBezTo>
                  <a:pt x="517407" y="144097"/>
                  <a:pt x="532192" y="129312"/>
                  <a:pt x="550412" y="129312"/>
                </a:cubicBezTo>
                <a:close/>
                <a:moveTo>
                  <a:pt x="421047" y="129312"/>
                </a:moveTo>
                <a:cubicBezTo>
                  <a:pt x="439268" y="129312"/>
                  <a:pt x="454053" y="144097"/>
                  <a:pt x="454053" y="162316"/>
                </a:cubicBezTo>
                <a:cubicBezTo>
                  <a:pt x="454053" y="180537"/>
                  <a:pt x="439268" y="195322"/>
                  <a:pt x="421047" y="195322"/>
                </a:cubicBezTo>
                <a:cubicBezTo>
                  <a:pt x="402878" y="195322"/>
                  <a:pt x="388042" y="180537"/>
                  <a:pt x="388042" y="162316"/>
                </a:cubicBezTo>
                <a:cubicBezTo>
                  <a:pt x="388042" y="144097"/>
                  <a:pt x="402827" y="129312"/>
                  <a:pt x="421047" y="129312"/>
                </a:cubicBezTo>
                <a:close/>
                <a:moveTo>
                  <a:pt x="291734" y="129312"/>
                </a:moveTo>
                <a:cubicBezTo>
                  <a:pt x="309902" y="129312"/>
                  <a:pt x="324740" y="144097"/>
                  <a:pt x="324740" y="162316"/>
                </a:cubicBezTo>
                <a:cubicBezTo>
                  <a:pt x="324740" y="180537"/>
                  <a:pt x="309955" y="195322"/>
                  <a:pt x="291734" y="195322"/>
                </a:cubicBezTo>
                <a:cubicBezTo>
                  <a:pt x="273514" y="195322"/>
                  <a:pt x="258678" y="180537"/>
                  <a:pt x="258729" y="162316"/>
                </a:cubicBezTo>
                <a:cubicBezTo>
                  <a:pt x="258729" y="144097"/>
                  <a:pt x="273514" y="129312"/>
                  <a:pt x="291734" y="129312"/>
                </a:cubicBezTo>
                <a:close/>
                <a:moveTo>
                  <a:pt x="162369" y="129312"/>
                </a:moveTo>
                <a:cubicBezTo>
                  <a:pt x="180590" y="129312"/>
                  <a:pt x="195375" y="144097"/>
                  <a:pt x="195375" y="162316"/>
                </a:cubicBezTo>
                <a:cubicBezTo>
                  <a:pt x="195375" y="180537"/>
                  <a:pt x="180590" y="195322"/>
                  <a:pt x="162369" y="195322"/>
                </a:cubicBezTo>
                <a:cubicBezTo>
                  <a:pt x="144149" y="195322"/>
                  <a:pt x="129364" y="180537"/>
                  <a:pt x="129364" y="162316"/>
                </a:cubicBezTo>
                <a:cubicBezTo>
                  <a:pt x="129364" y="144097"/>
                  <a:pt x="144149" y="129312"/>
                  <a:pt x="162369" y="129312"/>
                </a:cubicBezTo>
                <a:close/>
                <a:moveTo>
                  <a:pt x="485755" y="64656"/>
                </a:moveTo>
                <a:cubicBezTo>
                  <a:pt x="503976" y="64656"/>
                  <a:pt x="518761" y="79441"/>
                  <a:pt x="518761" y="97660"/>
                </a:cubicBezTo>
                <a:cubicBezTo>
                  <a:pt x="518761" y="115881"/>
                  <a:pt x="503976" y="130666"/>
                  <a:pt x="485755" y="130666"/>
                </a:cubicBezTo>
                <a:cubicBezTo>
                  <a:pt x="467535" y="130666"/>
                  <a:pt x="452698" y="115881"/>
                  <a:pt x="452750" y="97660"/>
                </a:cubicBezTo>
                <a:cubicBezTo>
                  <a:pt x="452750" y="79441"/>
                  <a:pt x="467535" y="64656"/>
                  <a:pt x="485755" y="64656"/>
                </a:cubicBezTo>
                <a:close/>
                <a:moveTo>
                  <a:pt x="356390" y="64656"/>
                </a:moveTo>
                <a:cubicBezTo>
                  <a:pt x="374611" y="64656"/>
                  <a:pt x="389396" y="79441"/>
                  <a:pt x="389396" y="97660"/>
                </a:cubicBezTo>
                <a:cubicBezTo>
                  <a:pt x="389396" y="115881"/>
                  <a:pt x="374611" y="130666"/>
                  <a:pt x="356390" y="130666"/>
                </a:cubicBezTo>
                <a:cubicBezTo>
                  <a:pt x="338170" y="130666"/>
                  <a:pt x="323385" y="115881"/>
                  <a:pt x="323385" y="97660"/>
                </a:cubicBezTo>
                <a:cubicBezTo>
                  <a:pt x="323385" y="79441"/>
                  <a:pt x="338170" y="64656"/>
                  <a:pt x="356390" y="64656"/>
                </a:cubicBezTo>
                <a:close/>
                <a:moveTo>
                  <a:pt x="227025" y="64656"/>
                </a:moveTo>
                <a:cubicBezTo>
                  <a:pt x="245246" y="64656"/>
                  <a:pt x="260031" y="79441"/>
                  <a:pt x="260031" y="97660"/>
                </a:cubicBezTo>
                <a:cubicBezTo>
                  <a:pt x="260031" y="115881"/>
                  <a:pt x="245246" y="130666"/>
                  <a:pt x="227025" y="130666"/>
                </a:cubicBezTo>
                <a:cubicBezTo>
                  <a:pt x="208858" y="130666"/>
                  <a:pt x="194020" y="115881"/>
                  <a:pt x="194020" y="97660"/>
                </a:cubicBezTo>
                <a:cubicBezTo>
                  <a:pt x="194020" y="79441"/>
                  <a:pt x="208805" y="64656"/>
                  <a:pt x="227025" y="64656"/>
                </a:cubicBezTo>
                <a:close/>
                <a:moveTo>
                  <a:pt x="97712" y="64656"/>
                </a:moveTo>
                <a:cubicBezTo>
                  <a:pt x="115933" y="64656"/>
                  <a:pt x="130718" y="79441"/>
                  <a:pt x="130718" y="97660"/>
                </a:cubicBezTo>
                <a:cubicBezTo>
                  <a:pt x="130718" y="115881"/>
                  <a:pt x="115933" y="130666"/>
                  <a:pt x="97712" y="130666"/>
                </a:cubicBezTo>
                <a:cubicBezTo>
                  <a:pt x="79492" y="130666"/>
                  <a:pt x="64655" y="115881"/>
                  <a:pt x="64707" y="97660"/>
                </a:cubicBezTo>
                <a:cubicBezTo>
                  <a:pt x="64707" y="79441"/>
                  <a:pt x="79492" y="64656"/>
                  <a:pt x="97712" y="64656"/>
                </a:cubicBezTo>
                <a:close/>
                <a:moveTo>
                  <a:pt x="421047" y="0"/>
                </a:moveTo>
                <a:cubicBezTo>
                  <a:pt x="439268" y="0"/>
                  <a:pt x="454053" y="14785"/>
                  <a:pt x="454053" y="33004"/>
                </a:cubicBezTo>
                <a:cubicBezTo>
                  <a:pt x="454053" y="51225"/>
                  <a:pt x="439268" y="66010"/>
                  <a:pt x="421047" y="66010"/>
                </a:cubicBezTo>
                <a:cubicBezTo>
                  <a:pt x="402878" y="66010"/>
                  <a:pt x="388042" y="51173"/>
                  <a:pt x="388042" y="33004"/>
                </a:cubicBezTo>
                <a:cubicBezTo>
                  <a:pt x="388042" y="14785"/>
                  <a:pt x="402827" y="0"/>
                  <a:pt x="421047" y="0"/>
                </a:cubicBezTo>
                <a:close/>
                <a:moveTo>
                  <a:pt x="291734" y="0"/>
                </a:moveTo>
                <a:cubicBezTo>
                  <a:pt x="309902" y="0"/>
                  <a:pt x="324740" y="14785"/>
                  <a:pt x="324740" y="33004"/>
                </a:cubicBezTo>
                <a:cubicBezTo>
                  <a:pt x="324740" y="51225"/>
                  <a:pt x="309955" y="66010"/>
                  <a:pt x="291734" y="66010"/>
                </a:cubicBezTo>
                <a:cubicBezTo>
                  <a:pt x="273514" y="66010"/>
                  <a:pt x="258678" y="51173"/>
                  <a:pt x="258729" y="33004"/>
                </a:cubicBezTo>
                <a:cubicBezTo>
                  <a:pt x="258729" y="14785"/>
                  <a:pt x="273514" y="0"/>
                  <a:pt x="291734" y="0"/>
                </a:cubicBezTo>
                <a:close/>
                <a:moveTo>
                  <a:pt x="162369" y="0"/>
                </a:moveTo>
                <a:cubicBezTo>
                  <a:pt x="180590" y="0"/>
                  <a:pt x="195375" y="14785"/>
                  <a:pt x="195375" y="33004"/>
                </a:cubicBezTo>
                <a:cubicBezTo>
                  <a:pt x="195375" y="51225"/>
                  <a:pt x="180590" y="66010"/>
                  <a:pt x="162369" y="66010"/>
                </a:cubicBezTo>
                <a:cubicBezTo>
                  <a:pt x="144149" y="66010"/>
                  <a:pt x="129364" y="51173"/>
                  <a:pt x="129364" y="33004"/>
                </a:cubicBezTo>
                <a:cubicBezTo>
                  <a:pt x="129364" y="14785"/>
                  <a:pt x="144149" y="0"/>
                  <a:pt x="162369" y="0"/>
                </a:cubicBezTo>
                <a:close/>
                <a:moveTo>
                  <a:pt x="33005" y="0"/>
                </a:moveTo>
                <a:cubicBezTo>
                  <a:pt x="51173" y="0"/>
                  <a:pt x="66011" y="14785"/>
                  <a:pt x="66011" y="33004"/>
                </a:cubicBezTo>
                <a:cubicBezTo>
                  <a:pt x="66011" y="51225"/>
                  <a:pt x="51226" y="66010"/>
                  <a:pt x="33005" y="66010"/>
                </a:cubicBezTo>
                <a:cubicBezTo>
                  <a:pt x="14836" y="66010"/>
                  <a:pt x="0" y="51173"/>
                  <a:pt x="0" y="33004"/>
                </a:cubicBezTo>
                <a:cubicBezTo>
                  <a:pt x="0" y="14785"/>
                  <a:pt x="14785" y="0"/>
                  <a:pt x="3300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1"/>
          </a:gradFill>
          <a:ln w="357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Shape8"/>
          <p:cNvSpPr/>
          <p:nvPr>
            <p:custDataLst>
              <p:tags r:id="rId24"/>
            </p:custDataLst>
          </p:nvPr>
        </p:nvSpPr>
        <p:spPr>
          <a:xfrm>
            <a:off x="7879953" y="3140968"/>
            <a:ext cx="648073" cy="454051"/>
          </a:xfrm>
          <a:custGeom>
            <a:avLst/>
            <a:gdLst>
              <a:gd name="connsiteX0" fmla="*/ 421047 w 648073"/>
              <a:gd name="connsiteY0" fmla="*/ 388040 h 454051"/>
              <a:gd name="connsiteX1" fmla="*/ 454053 w 648073"/>
              <a:gd name="connsiteY1" fmla="*/ 421045 h 454051"/>
              <a:gd name="connsiteX2" fmla="*/ 421047 w 648073"/>
              <a:gd name="connsiteY2" fmla="*/ 454051 h 454051"/>
              <a:gd name="connsiteX3" fmla="*/ 388042 w 648073"/>
              <a:gd name="connsiteY3" fmla="*/ 421045 h 454051"/>
              <a:gd name="connsiteX4" fmla="*/ 421047 w 648073"/>
              <a:gd name="connsiteY4" fmla="*/ 388040 h 454051"/>
              <a:gd name="connsiteX5" fmla="*/ 291733 w 648073"/>
              <a:gd name="connsiteY5" fmla="*/ 388040 h 454051"/>
              <a:gd name="connsiteX6" fmla="*/ 324739 w 648073"/>
              <a:gd name="connsiteY6" fmla="*/ 421045 h 454051"/>
              <a:gd name="connsiteX7" fmla="*/ 291733 w 648073"/>
              <a:gd name="connsiteY7" fmla="*/ 454051 h 454051"/>
              <a:gd name="connsiteX8" fmla="*/ 258729 w 648073"/>
              <a:gd name="connsiteY8" fmla="*/ 421045 h 454051"/>
              <a:gd name="connsiteX9" fmla="*/ 291733 w 648073"/>
              <a:gd name="connsiteY9" fmla="*/ 388040 h 454051"/>
              <a:gd name="connsiteX10" fmla="*/ 162368 w 648073"/>
              <a:gd name="connsiteY10" fmla="*/ 388040 h 454051"/>
              <a:gd name="connsiteX11" fmla="*/ 195374 w 648073"/>
              <a:gd name="connsiteY11" fmla="*/ 421045 h 454051"/>
              <a:gd name="connsiteX12" fmla="*/ 162368 w 648073"/>
              <a:gd name="connsiteY12" fmla="*/ 454051 h 454051"/>
              <a:gd name="connsiteX13" fmla="*/ 129364 w 648073"/>
              <a:gd name="connsiteY13" fmla="*/ 421045 h 454051"/>
              <a:gd name="connsiteX14" fmla="*/ 162368 w 648073"/>
              <a:gd name="connsiteY14" fmla="*/ 388040 h 454051"/>
              <a:gd name="connsiteX15" fmla="*/ 33004 w 648073"/>
              <a:gd name="connsiteY15" fmla="*/ 388040 h 454051"/>
              <a:gd name="connsiteX16" fmla="*/ 66010 w 648073"/>
              <a:gd name="connsiteY16" fmla="*/ 421045 h 454051"/>
              <a:gd name="connsiteX17" fmla="*/ 33004 w 648073"/>
              <a:gd name="connsiteY17" fmla="*/ 454051 h 454051"/>
              <a:gd name="connsiteX18" fmla="*/ 0 w 648073"/>
              <a:gd name="connsiteY18" fmla="*/ 421045 h 454051"/>
              <a:gd name="connsiteX19" fmla="*/ 33004 w 648073"/>
              <a:gd name="connsiteY19" fmla="*/ 388040 h 454051"/>
              <a:gd name="connsiteX20" fmla="*/ 485755 w 648073"/>
              <a:gd name="connsiteY20" fmla="*/ 323332 h 454051"/>
              <a:gd name="connsiteX21" fmla="*/ 518760 w 648073"/>
              <a:gd name="connsiteY21" fmla="*/ 356337 h 454051"/>
              <a:gd name="connsiteX22" fmla="*/ 485755 w 648073"/>
              <a:gd name="connsiteY22" fmla="*/ 389343 h 454051"/>
              <a:gd name="connsiteX23" fmla="*/ 452750 w 648073"/>
              <a:gd name="connsiteY23" fmla="*/ 356337 h 454051"/>
              <a:gd name="connsiteX24" fmla="*/ 485755 w 648073"/>
              <a:gd name="connsiteY24" fmla="*/ 323332 h 454051"/>
              <a:gd name="connsiteX25" fmla="*/ 356389 w 648073"/>
              <a:gd name="connsiteY25" fmla="*/ 323332 h 454051"/>
              <a:gd name="connsiteX26" fmla="*/ 389396 w 648073"/>
              <a:gd name="connsiteY26" fmla="*/ 356337 h 454051"/>
              <a:gd name="connsiteX27" fmla="*/ 356389 w 648073"/>
              <a:gd name="connsiteY27" fmla="*/ 389343 h 454051"/>
              <a:gd name="connsiteX28" fmla="*/ 323385 w 648073"/>
              <a:gd name="connsiteY28" fmla="*/ 356337 h 454051"/>
              <a:gd name="connsiteX29" fmla="*/ 356389 w 648073"/>
              <a:gd name="connsiteY29" fmla="*/ 323332 h 454051"/>
              <a:gd name="connsiteX30" fmla="*/ 227024 w 648073"/>
              <a:gd name="connsiteY30" fmla="*/ 323332 h 454051"/>
              <a:gd name="connsiteX31" fmla="*/ 260030 w 648073"/>
              <a:gd name="connsiteY31" fmla="*/ 356337 h 454051"/>
              <a:gd name="connsiteX32" fmla="*/ 227024 w 648073"/>
              <a:gd name="connsiteY32" fmla="*/ 389343 h 454051"/>
              <a:gd name="connsiteX33" fmla="*/ 194020 w 648073"/>
              <a:gd name="connsiteY33" fmla="*/ 356337 h 454051"/>
              <a:gd name="connsiteX34" fmla="*/ 227024 w 648073"/>
              <a:gd name="connsiteY34" fmla="*/ 323332 h 454051"/>
              <a:gd name="connsiteX35" fmla="*/ 97713 w 648073"/>
              <a:gd name="connsiteY35" fmla="*/ 323332 h 454051"/>
              <a:gd name="connsiteX36" fmla="*/ 130719 w 648073"/>
              <a:gd name="connsiteY36" fmla="*/ 356337 h 454051"/>
              <a:gd name="connsiteX37" fmla="*/ 97713 w 648073"/>
              <a:gd name="connsiteY37" fmla="*/ 389343 h 454051"/>
              <a:gd name="connsiteX38" fmla="*/ 64709 w 648073"/>
              <a:gd name="connsiteY38" fmla="*/ 356337 h 454051"/>
              <a:gd name="connsiteX39" fmla="*/ 97713 w 648073"/>
              <a:gd name="connsiteY39" fmla="*/ 323332 h 454051"/>
              <a:gd name="connsiteX40" fmla="*/ 550411 w 648073"/>
              <a:gd name="connsiteY40" fmla="*/ 258676 h 454051"/>
              <a:gd name="connsiteX41" fmla="*/ 583417 w 648073"/>
              <a:gd name="connsiteY41" fmla="*/ 291681 h 454051"/>
              <a:gd name="connsiteX42" fmla="*/ 550411 w 648073"/>
              <a:gd name="connsiteY42" fmla="*/ 324687 h 454051"/>
              <a:gd name="connsiteX43" fmla="*/ 517407 w 648073"/>
              <a:gd name="connsiteY43" fmla="*/ 291681 h 454051"/>
              <a:gd name="connsiteX44" fmla="*/ 550411 w 648073"/>
              <a:gd name="connsiteY44" fmla="*/ 258676 h 454051"/>
              <a:gd name="connsiteX45" fmla="*/ 421047 w 648073"/>
              <a:gd name="connsiteY45" fmla="*/ 258676 h 454051"/>
              <a:gd name="connsiteX46" fmla="*/ 454053 w 648073"/>
              <a:gd name="connsiteY46" fmla="*/ 291681 h 454051"/>
              <a:gd name="connsiteX47" fmla="*/ 421047 w 648073"/>
              <a:gd name="connsiteY47" fmla="*/ 324687 h 454051"/>
              <a:gd name="connsiteX48" fmla="*/ 388042 w 648073"/>
              <a:gd name="connsiteY48" fmla="*/ 291681 h 454051"/>
              <a:gd name="connsiteX49" fmla="*/ 421047 w 648073"/>
              <a:gd name="connsiteY49" fmla="*/ 258676 h 454051"/>
              <a:gd name="connsiteX50" fmla="*/ 291733 w 648073"/>
              <a:gd name="connsiteY50" fmla="*/ 258676 h 454051"/>
              <a:gd name="connsiteX51" fmla="*/ 324739 w 648073"/>
              <a:gd name="connsiteY51" fmla="*/ 291681 h 454051"/>
              <a:gd name="connsiteX52" fmla="*/ 291733 w 648073"/>
              <a:gd name="connsiteY52" fmla="*/ 324687 h 454051"/>
              <a:gd name="connsiteX53" fmla="*/ 258729 w 648073"/>
              <a:gd name="connsiteY53" fmla="*/ 291681 h 454051"/>
              <a:gd name="connsiteX54" fmla="*/ 291733 w 648073"/>
              <a:gd name="connsiteY54" fmla="*/ 258676 h 454051"/>
              <a:gd name="connsiteX55" fmla="*/ 162368 w 648073"/>
              <a:gd name="connsiteY55" fmla="*/ 258676 h 454051"/>
              <a:gd name="connsiteX56" fmla="*/ 195374 w 648073"/>
              <a:gd name="connsiteY56" fmla="*/ 291681 h 454051"/>
              <a:gd name="connsiteX57" fmla="*/ 162368 w 648073"/>
              <a:gd name="connsiteY57" fmla="*/ 324687 h 454051"/>
              <a:gd name="connsiteX58" fmla="*/ 129364 w 648073"/>
              <a:gd name="connsiteY58" fmla="*/ 291681 h 454051"/>
              <a:gd name="connsiteX59" fmla="*/ 162368 w 648073"/>
              <a:gd name="connsiteY59" fmla="*/ 258676 h 454051"/>
              <a:gd name="connsiteX60" fmla="*/ 615067 w 648073"/>
              <a:gd name="connsiteY60" fmla="*/ 194019 h 454051"/>
              <a:gd name="connsiteX61" fmla="*/ 648073 w 648073"/>
              <a:gd name="connsiteY61" fmla="*/ 227024 h 454051"/>
              <a:gd name="connsiteX62" fmla="*/ 615067 w 648073"/>
              <a:gd name="connsiteY62" fmla="*/ 260030 h 454051"/>
              <a:gd name="connsiteX63" fmla="*/ 582063 w 648073"/>
              <a:gd name="connsiteY63" fmla="*/ 227024 h 454051"/>
              <a:gd name="connsiteX64" fmla="*/ 615067 w 648073"/>
              <a:gd name="connsiteY64" fmla="*/ 194019 h 454051"/>
              <a:gd name="connsiteX65" fmla="*/ 485755 w 648073"/>
              <a:gd name="connsiteY65" fmla="*/ 194019 h 454051"/>
              <a:gd name="connsiteX66" fmla="*/ 518760 w 648073"/>
              <a:gd name="connsiteY66" fmla="*/ 227024 h 454051"/>
              <a:gd name="connsiteX67" fmla="*/ 485755 w 648073"/>
              <a:gd name="connsiteY67" fmla="*/ 260030 h 454051"/>
              <a:gd name="connsiteX68" fmla="*/ 452750 w 648073"/>
              <a:gd name="connsiteY68" fmla="*/ 227024 h 454051"/>
              <a:gd name="connsiteX69" fmla="*/ 485755 w 648073"/>
              <a:gd name="connsiteY69" fmla="*/ 194019 h 454051"/>
              <a:gd name="connsiteX70" fmla="*/ 356389 w 648073"/>
              <a:gd name="connsiteY70" fmla="*/ 194019 h 454051"/>
              <a:gd name="connsiteX71" fmla="*/ 389396 w 648073"/>
              <a:gd name="connsiteY71" fmla="*/ 227024 h 454051"/>
              <a:gd name="connsiteX72" fmla="*/ 356389 w 648073"/>
              <a:gd name="connsiteY72" fmla="*/ 260030 h 454051"/>
              <a:gd name="connsiteX73" fmla="*/ 323385 w 648073"/>
              <a:gd name="connsiteY73" fmla="*/ 227024 h 454051"/>
              <a:gd name="connsiteX74" fmla="*/ 356389 w 648073"/>
              <a:gd name="connsiteY74" fmla="*/ 194019 h 454051"/>
              <a:gd name="connsiteX75" fmla="*/ 227024 w 648073"/>
              <a:gd name="connsiteY75" fmla="*/ 194019 h 454051"/>
              <a:gd name="connsiteX76" fmla="*/ 260030 w 648073"/>
              <a:gd name="connsiteY76" fmla="*/ 227024 h 454051"/>
              <a:gd name="connsiteX77" fmla="*/ 227024 w 648073"/>
              <a:gd name="connsiteY77" fmla="*/ 260030 h 454051"/>
              <a:gd name="connsiteX78" fmla="*/ 194020 w 648073"/>
              <a:gd name="connsiteY78" fmla="*/ 227024 h 454051"/>
              <a:gd name="connsiteX79" fmla="*/ 227024 w 648073"/>
              <a:gd name="connsiteY79" fmla="*/ 194019 h 454051"/>
              <a:gd name="connsiteX80" fmla="*/ 550411 w 648073"/>
              <a:gd name="connsiteY80" fmla="*/ 129312 h 454051"/>
              <a:gd name="connsiteX81" fmla="*/ 583417 w 648073"/>
              <a:gd name="connsiteY81" fmla="*/ 162317 h 454051"/>
              <a:gd name="connsiteX82" fmla="*/ 550411 w 648073"/>
              <a:gd name="connsiteY82" fmla="*/ 195323 h 454051"/>
              <a:gd name="connsiteX83" fmla="*/ 517407 w 648073"/>
              <a:gd name="connsiteY83" fmla="*/ 162317 h 454051"/>
              <a:gd name="connsiteX84" fmla="*/ 550411 w 648073"/>
              <a:gd name="connsiteY84" fmla="*/ 129312 h 454051"/>
              <a:gd name="connsiteX85" fmla="*/ 421047 w 648073"/>
              <a:gd name="connsiteY85" fmla="*/ 129312 h 454051"/>
              <a:gd name="connsiteX86" fmla="*/ 454053 w 648073"/>
              <a:gd name="connsiteY86" fmla="*/ 162317 h 454051"/>
              <a:gd name="connsiteX87" fmla="*/ 421047 w 648073"/>
              <a:gd name="connsiteY87" fmla="*/ 195323 h 454051"/>
              <a:gd name="connsiteX88" fmla="*/ 388042 w 648073"/>
              <a:gd name="connsiteY88" fmla="*/ 162317 h 454051"/>
              <a:gd name="connsiteX89" fmla="*/ 421047 w 648073"/>
              <a:gd name="connsiteY89" fmla="*/ 129312 h 454051"/>
              <a:gd name="connsiteX90" fmla="*/ 291733 w 648073"/>
              <a:gd name="connsiteY90" fmla="*/ 129312 h 454051"/>
              <a:gd name="connsiteX91" fmla="*/ 324739 w 648073"/>
              <a:gd name="connsiteY91" fmla="*/ 162317 h 454051"/>
              <a:gd name="connsiteX92" fmla="*/ 291733 w 648073"/>
              <a:gd name="connsiteY92" fmla="*/ 195323 h 454051"/>
              <a:gd name="connsiteX93" fmla="*/ 258729 w 648073"/>
              <a:gd name="connsiteY93" fmla="*/ 162317 h 454051"/>
              <a:gd name="connsiteX94" fmla="*/ 291733 w 648073"/>
              <a:gd name="connsiteY94" fmla="*/ 129312 h 454051"/>
              <a:gd name="connsiteX95" fmla="*/ 162368 w 648073"/>
              <a:gd name="connsiteY95" fmla="*/ 129312 h 454051"/>
              <a:gd name="connsiteX96" fmla="*/ 195374 w 648073"/>
              <a:gd name="connsiteY96" fmla="*/ 162317 h 454051"/>
              <a:gd name="connsiteX97" fmla="*/ 162368 w 648073"/>
              <a:gd name="connsiteY97" fmla="*/ 195323 h 454051"/>
              <a:gd name="connsiteX98" fmla="*/ 129364 w 648073"/>
              <a:gd name="connsiteY98" fmla="*/ 162317 h 454051"/>
              <a:gd name="connsiteX99" fmla="*/ 162368 w 648073"/>
              <a:gd name="connsiteY99" fmla="*/ 129312 h 454051"/>
              <a:gd name="connsiteX100" fmla="*/ 485755 w 648073"/>
              <a:gd name="connsiteY100" fmla="*/ 64656 h 454051"/>
              <a:gd name="connsiteX101" fmla="*/ 518760 w 648073"/>
              <a:gd name="connsiteY101" fmla="*/ 97661 h 454051"/>
              <a:gd name="connsiteX102" fmla="*/ 485755 w 648073"/>
              <a:gd name="connsiteY102" fmla="*/ 130667 h 454051"/>
              <a:gd name="connsiteX103" fmla="*/ 452750 w 648073"/>
              <a:gd name="connsiteY103" fmla="*/ 97661 h 454051"/>
              <a:gd name="connsiteX104" fmla="*/ 485755 w 648073"/>
              <a:gd name="connsiteY104" fmla="*/ 64656 h 454051"/>
              <a:gd name="connsiteX105" fmla="*/ 356389 w 648073"/>
              <a:gd name="connsiteY105" fmla="*/ 64656 h 454051"/>
              <a:gd name="connsiteX106" fmla="*/ 389396 w 648073"/>
              <a:gd name="connsiteY106" fmla="*/ 97661 h 454051"/>
              <a:gd name="connsiteX107" fmla="*/ 356389 w 648073"/>
              <a:gd name="connsiteY107" fmla="*/ 130667 h 454051"/>
              <a:gd name="connsiteX108" fmla="*/ 323385 w 648073"/>
              <a:gd name="connsiteY108" fmla="*/ 97661 h 454051"/>
              <a:gd name="connsiteX109" fmla="*/ 356389 w 648073"/>
              <a:gd name="connsiteY109" fmla="*/ 64656 h 454051"/>
              <a:gd name="connsiteX110" fmla="*/ 227024 w 648073"/>
              <a:gd name="connsiteY110" fmla="*/ 64656 h 454051"/>
              <a:gd name="connsiteX111" fmla="*/ 260030 w 648073"/>
              <a:gd name="connsiteY111" fmla="*/ 97661 h 454051"/>
              <a:gd name="connsiteX112" fmla="*/ 227024 w 648073"/>
              <a:gd name="connsiteY112" fmla="*/ 130667 h 454051"/>
              <a:gd name="connsiteX113" fmla="*/ 194020 w 648073"/>
              <a:gd name="connsiteY113" fmla="*/ 97661 h 454051"/>
              <a:gd name="connsiteX114" fmla="*/ 227024 w 648073"/>
              <a:gd name="connsiteY114" fmla="*/ 64656 h 454051"/>
              <a:gd name="connsiteX115" fmla="*/ 97711 w 648073"/>
              <a:gd name="connsiteY115" fmla="*/ 64656 h 454051"/>
              <a:gd name="connsiteX116" fmla="*/ 130717 w 648073"/>
              <a:gd name="connsiteY116" fmla="*/ 97661 h 454051"/>
              <a:gd name="connsiteX117" fmla="*/ 97711 w 648073"/>
              <a:gd name="connsiteY117" fmla="*/ 130667 h 454051"/>
              <a:gd name="connsiteX118" fmla="*/ 64707 w 648073"/>
              <a:gd name="connsiteY118" fmla="*/ 97661 h 454051"/>
              <a:gd name="connsiteX119" fmla="*/ 97711 w 648073"/>
              <a:gd name="connsiteY119" fmla="*/ 64656 h 454051"/>
              <a:gd name="connsiteX120" fmla="*/ 421047 w 648073"/>
              <a:gd name="connsiteY120" fmla="*/ 0 h 454051"/>
              <a:gd name="connsiteX121" fmla="*/ 454053 w 648073"/>
              <a:gd name="connsiteY121" fmla="*/ 33005 h 454051"/>
              <a:gd name="connsiteX122" fmla="*/ 421047 w 648073"/>
              <a:gd name="connsiteY122" fmla="*/ 66011 h 454051"/>
              <a:gd name="connsiteX123" fmla="*/ 388042 w 648073"/>
              <a:gd name="connsiteY123" fmla="*/ 33005 h 454051"/>
              <a:gd name="connsiteX124" fmla="*/ 421047 w 648073"/>
              <a:gd name="connsiteY124" fmla="*/ 0 h 454051"/>
              <a:gd name="connsiteX125" fmla="*/ 291733 w 648073"/>
              <a:gd name="connsiteY125" fmla="*/ 0 h 454051"/>
              <a:gd name="connsiteX126" fmla="*/ 324739 w 648073"/>
              <a:gd name="connsiteY126" fmla="*/ 33005 h 454051"/>
              <a:gd name="connsiteX127" fmla="*/ 291733 w 648073"/>
              <a:gd name="connsiteY127" fmla="*/ 66011 h 454051"/>
              <a:gd name="connsiteX128" fmla="*/ 258729 w 648073"/>
              <a:gd name="connsiteY128" fmla="*/ 33005 h 454051"/>
              <a:gd name="connsiteX129" fmla="*/ 291733 w 648073"/>
              <a:gd name="connsiteY129" fmla="*/ 0 h 454051"/>
              <a:gd name="connsiteX130" fmla="*/ 162368 w 648073"/>
              <a:gd name="connsiteY130" fmla="*/ 0 h 454051"/>
              <a:gd name="connsiteX131" fmla="*/ 195374 w 648073"/>
              <a:gd name="connsiteY131" fmla="*/ 33005 h 454051"/>
              <a:gd name="connsiteX132" fmla="*/ 162368 w 648073"/>
              <a:gd name="connsiteY132" fmla="*/ 66011 h 454051"/>
              <a:gd name="connsiteX133" fmla="*/ 129364 w 648073"/>
              <a:gd name="connsiteY133" fmla="*/ 33005 h 454051"/>
              <a:gd name="connsiteX134" fmla="*/ 162368 w 648073"/>
              <a:gd name="connsiteY134" fmla="*/ 0 h 454051"/>
              <a:gd name="connsiteX135" fmla="*/ 33004 w 648073"/>
              <a:gd name="connsiteY135" fmla="*/ 0 h 454051"/>
              <a:gd name="connsiteX136" fmla="*/ 66010 w 648073"/>
              <a:gd name="connsiteY136" fmla="*/ 33005 h 454051"/>
              <a:gd name="connsiteX137" fmla="*/ 33004 w 648073"/>
              <a:gd name="connsiteY137" fmla="*/ 66011 h 454051"/>
              <a:gd name="connsiteX138" fmla="*/ 0 w 648073"/>
              <a:gd name="connsiteY138" fmla="*/ 33005 h 454051"/>
              <a:gd name="connsiteX139" fmla="*/ 33004 w 648073"/>
              <a:gd name="connsiteY139" fmla="*/ 0 h 45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648073" h="454051">
                <a:moveTo>
                  <a:pt x="421047" y="388040"/>
                </a:moveTo>
                <a:cubicBezTo>
                  <a:pt x="439268" y="388040"/>
                  <a:pt x="454053" y="402825"/>
                  <a:pt x="454053" y="421045"/>
                </a:cubicBezTo>
                <a:cubicBezTo>
                  <a:pt x="454053" y="439266"/>
                  <a:pt x="439268" y="454051"/>
                  <a:pt x="421047" y="454051"/>
                </a:cubicBezTo>
                <a:cubicBezTo>
                  <a:pt x="402827" y="454051"/>
                  <a:pt x="388042" y="439266"/>
                  <a:pt x="388042" y="421045"/>
                </a:cubicBezTo>
                <a:cubicBezTo>
                  <a:pt x="388042" y="402825"/>
                  <a:pt x="402827" y="388040"/>
                  <a:pt x="421047" y="388040"/>
                </a:cubicBezTo>
                <a:close/>
                <a:moveTo>
                  <a:pt x="291733" y="388040"/>
                </a:moveTo>
                <a:cubicBezTo>
                  <a:pt x="309902" y="388040"/>
                  <a:pt x="324739" y="402825"/>
                  <a:pt x="324739" y="421045"/>
                </a:cubicBezTo>
                <a:cubicBezTo>
                  <a:pt x="324739" y="439266"/>
                  <a:pt x="309954" y="454051"/>
                  <a:pt x="291733" y="454051"/>
                </a:cubicBezTo>
                <a:cubicBezTo>
                  <a:pt x="273514" y="454051"/>
                  <a:pt x="258729" y="439266"/>
                  <a:pt x="258729" y="421045"/>
                </a:cubicBezTo>
                <a:cubicBezTo>
                  <a:pt x="258729" y="402825"/>
                  <a:pt x="273514" y="388040"/>
                  <a:pt x="291733" y="388040"/>
                </a:cubicBezTo>
                <a:close/>
                <a:moveTo>
                  <a:pt x="162368" y="388040"/>
                </a:moveTo>
                <a:cubicBezTo>
                  <a:pt x="180589" y="388040"/>
                  <a:pt x="195374" y="402825"/>
                  <a:pt x="195374" y="421045"/>
                </a:cubicBezTo>
                <a:cubicBezTo>
                  <a:pt x="195374" y="439266"/>
                  <a:pt x="180589" y="454051"/>
                  <a:pt x="162368" y="454051"/>
                </a:cubicBezTo>
                <a:cubicBezTo>
                  <a:pt x="144149" y="454051"/>
                  <a:pt x="129364" y="439266"/>
                  <a:pt x="129364" y="421045"/>
                </a:cubicBezTo>
                <a:cubicBezTo>
                  <a:pt x="129364" y="402825"/>
                  <a:pt x="144149" y="388040"/>
                  <a:pt x="162368" y="388040"/>
                </a:cubicBezTo>
                <a:close/>
                <a:moveTo>
                  <a:pt x="33004" y="388040"/>
                </a:moveTo>
                <a:cubicBezTo>
                  <a:pt x="51225" y="388040"/>
                  <a:pt x="66010" y="402825"/>
                  <a:pt x="66010" y="421045"/>
                </a:cubicBezTo>
                <a:cubicBezTo>
                  <a:pt x="66010" y="439266"/>
                  <a:pt x="51225" y="454051"/>
                  <a:pt x="33004" y="454051"/>
                </a:cubicBezTo>
                <a:cubicBezTo>
                  <a:pt x="14785" y="454051"/>
                  <a:pt x="0" y="439266"/>
                  <a:pt x="0" y="421045"/>
                </a:cubicBezTo>
                <a:cubicBezTo>
                  <a:pt x="0" y="402825"/>
                  <a:pt x="14785" y="388040"/>
                  <a:pt x="33004" y="388040"/>
                </a:cubicBezTo>
                <a:close/>
                <a:moveTo>
                  <a:pt x="485755" y="323332"/>
                </a:moveTo>
                <a:cubicBezTo>
                  <a:pt x="503923" y="323332"/>
                  <a:pt x="518760" y="338168"/>
                  <a:pt x="518760" y="356337"/>
                </a:cubicBezTo>
                <a:cubicBezTo>
                  <a:pt x="518760" y="374558"/>
                  <a:pt x="503976" y="389343"/>
                  <a:pt x="485755" y="389343"/>
                </a:cubicBezTo>
                <a:cubicBezTo>
                  <a:pt x="467535" y="389343"/>
                  <a:pt x="452750" y="374558"/>
                  <a:pt x="452750" y="356337"/>
                </a:cubicBezTo>
                <a:cubicBezTo>
                  <a:pt x="452750" y="338117"/>
                  <a:pt x="467535" y="323332"/>
                  <a:pt x="485755" y="323332"/>
                </a:cubicBezTo>
                <a:close/>
                <a:moveTo>
                  <a:pt x="356389" y="323332"/>
                </a:moveTo>
                <a:cubicBezTo>
                  <a:pt x="374610" y="323332"/>
                  <a:pt x="389396" y="338168"/>
                  <a:pt x="389396" y="356337"/>
                </a:cubicBezTo>
                <a:cubicBezTo>
                  <a:pt x="389396" y="374558"/>
                  <a:pt x="374610" y="389343"/>
                  <a:pt x="356389" y="389343"/>
                </a:cubicBezTo>
                <a:cubicBezTo>
                  <a:pt x="338170" y="389343"/>
                  <a:pt x="323385" y="374558"/>
                  <a:pt x="323385" y="356337"/>
                </a:cubicBezTo>
                <a:cubicBezTo>
                  <a:pt x="323385" y="338117"/>
                  <a:pt x="338170" y="323332"/>
                  <a:pt x="356389" y="323332"/>
                </a:cubicBezTo>
                <a:close/>
                <a:moveTo>
                  <a:pt x="227024" y="323332"/>
                </a:moveTo>
                <a:cubicBezTo>
                  <a:pt x="245245" y="323332"/>
                  <a:pt x="260030" y="338168"/>
                  <a:pt x="260030" y="356337"/>
                </a:cubicBezTo>
                <a:cubicBezTo>
                  <a:pt x="260030" y="374558"/>
                  <a:pt x="245245" y="389343"/>
                  <a:pt x="227024" y="389343"/>
                </a:cubicBezTo>
                <a:cubicBezTo>
                  <a:pt x="208857" y="389343"/>
                  <a:pt x="194020" y="374558"/>
                  <a:pt x="194020" y="356337"/>
                </a:cubicBezTo>
                <a:cubicBezTo>
                  <a:pt x="194020" y="338117"/>
                  <a:pt x="208805" y="323332"/>
                  <a:pt x="227024" y="323332"/>
                </a:cubicBezTo>
                <a:close/>
                <a:moveTo>
                  <a:pt x="97713" y="323332"/>
                </a:moveTo>
                <a:cubicBezTo>
                  <a:pt x="115882" y="323332"/>
                  <a:pt x="130719" y="338168"/>
                  <a:pt x="130719" y="356337"/>
                </a:cubicBezTo>
                <a:cubicBezTo>
                  <a:pt x="130719" y="374558"/>
                  <a:pt x="115934" y="389343"/>
                  <a:pt x="97713" y="389343"/>
                </a:cubicBezTo>
                <a:cubicBezTo>
                  <a:pt x="79494" y="389343"/>
                  <a:pt x="64709" y="374558"/>
                  <a:pt x="64709" y="356337"/>
                </a:cubicBezTo>
                <a:cubicBezTo>
                  <a:pt x="64709" y="338117"/>
                  <a:pt x="79494" y="323332"/>
                  <a:pt x="97713" y="323332"/>
                </a:cubicBezTo>
                <a:close/>
                <a:moveTo>
                  <a:pt x="550411" y="258676"/>
                </a:moveTo>
                <a:cubicBezTo>
                  <a:pt x="568632" y="258676"/>
                  <a:pt x="583417" y="273461"/>
                  <a:pt x="583417" y="291681"/>
                </a:cubicBezTo>
                <a:cubicBezTo>
                  <a:pt x="583417" y="309902"/>
                  <a:pt x="568632" y="324687"/>
                  <a:pt x="550411" y="324687"/>
                </a:cubicBezTo>
                <a:cubicBezTo>
                  <a:pt x="532192" y="324687"/>
                  <a:pt x="517407" y="309902"/>
                  <a:pt x="517407" y="291681"/>
                </a:cubicBezTo>
                <a:cubicBezTo>
                  <a:pt x="517407" y="273461"/>
                  <a:pt x="532192" y="258676"/>
                  <a:pt x="550411" y="258676"/>
                </a:cubicBezTo>
                <a:close/>
                <a:moveTo>
                  <a:pt x="421047" y="258676"/>
                </a:moveTo>
                <a:cubicBezTo>
                  <a:pt x="439268" y="258676"/>
                  <a:pt x="454053" y="273461"/>
                  <a:pt x="454053" y="291681"/>
                </a:cubicBezTo>
                <a:cubicBezTo>
                  <a:pt x="454053" y="309902"/>
                  <a:pt x="439268" y="324687"/>
                  <a:pt x="421047" y="324687"/>
                </a:cubicBezTo>
                <a:cubicBezTo>
                  <a:pt x="402878" y="324687"/>
                  <a:pt x="388042" y="309902"/>
                  <a:pt x="388042" y="291681"/>
                </a:cubicBezTo>
                <a:cubicBezTo>
                  <a:pt x="388042" y="273461"/>
                  <a:pt x="402827" y="258676"/>
                  <a:pt x="421047" y="258676"/>
                </a:cubicBezTo>
                <a:close/>
                <a:moveTo>
                  <a:pt x="291733" y="258676"/>
                </a:moveTo>
                <a:cubicBezTo>
                  <a:pt x="309902" y="258676"/>
                  <a:pt x="324739" y="273461"/>
                  <a:pt x="324739" y="291681"/>
                </a:cubicBezTo>
                <a:cubicBezTo>
                  <a:pt x="324739" y="309902"/>
                  <a:pt x="309954" y="324687"/>
                  <a:pt x="291733" y="324687"/>
                </a:cubicBezTo>
                <a:cubicBezTo>
                  <a:pt x="273514" y="324687"/>
                  <a:pt x="258678" y="309902"/>
                  <a:pt x="258729" y="291681"/>
                </a:cubicBezTo>
                <a:cubicBezTo>
                  <a:pt x="258729" y="273461"/>
                  <a:pt x="273514" y="258676"/>
                  <a:pt x="291733" y="258676"/>
                </a:cubicBezTo>
                <a:close/>
                <a:moveTo>
                  <a:pt x="162368" y="258676"/>
                </a:moveTo>
                <a:cubicBezTo>
                  <a:pt x="180589" y="258676"/>
                  <a:pt x="195374" y="273461"/>
                  <a:pt x="195374" y="291681"/>
                </a:cubicBezTo>
                <a:cubicBezTo>
                  <a:pt x="195374" y="309902"/>
                  <a:pt x="180589" y="324687"/>
                  <a:pt x="162368" y="324687"/>
                </a:cubicBezTo>
                <a:cubicBezTo>
                  <a:pt x="144149" y="324687"/>
                  <a:pt x="129364" y="309902"/>
                  <a:pt x="129364" y="291681"/>
                </a:cubicBezTo>
                <a:cubicBezTo>
                  <a:pt x="129364" y="273461"/>
                  <a:pt x="144149" y="258676"/>
                  <a:pt x="162368" y="258676"/>
                </a:cubicBezTo>
                <a:close/>
                <a:moveTo>
                  <a:pt x="615067" y="194019"/>
                </a:moveTo>
                <a:cubicBezTo>
                  <a:pt x="633288" y="194019"/>
                  <a:pt x="648073" y="208804"/>
                  <a:pt x="648073" y="227024"/>
                </a:cubicBezTo>
                <a:cubicBezTo>
                  <a:pt x="648073" y="245245"/>
                  <a:pt x="633288" y="260030"/>
                  <a:pt x="615067" y="260030"/>
                </a:cubicBezTo>
                <a:cubicBezTo>
                  <a:pt x="596848" y="260030"/>
                  <a:pt x="582063" y="245245"/>
                  <a:pt x="582063" y="227024"/>
                </a:cubicBezTo>
                <a:cubicBezTo>
                  <a:pt x="582063" y="208804"/>
                  <a:pt x="596848" y="194019"/>
                  <a:pt x="615067" y="194019"/>
                </a:cubicBezTo>
                <a:close/>
                <a:moveTo>
                  <a:pt x="485755" y="194019"/>
                </a:moveTo>
                <a:cubicBezTo>
                  <a:pt x="503976" y="194019"/>
                  <a:pt x="518760" y="208804"/>
                  <a:pt x="518760" y="227024"/>
                </a:cubicBezTo>
                <a:cubicBezTo>
                  <a:pt x="518760" y="245245"/>
                  <a:pt x="503976" y="260030"/>
                  <a:pt x="485755" y="260030"/>
                </a:cubicBezTo>
                <a:cubicBezTo>
                  <a:pt x="467535" y="260030"/>
                  <a:pt x="452698" y="245192"/>
                  <a:pt x="452750" y="227024"/>
                </a:cubicBezTo>
                <a:cubicBezTo>
                  <a:pt x="452750" y="208804"/>
                  <a:pt x="467535" y="194019"/>
                  <a:pt x="485755" y="194019"/>
                </a:cubicBezTo>
                <a:close/>
                <a:moveTo>
                  <a:pt x="356389" y="194019"/>
                </a:moveTo>
                <a:cubicBezTo>
                  <a:pt x="374610" y="194019"/>
                  <a:pt x="389396" y="208804"/>
                  <a:pt x="389396" y="227024"/>
                </a:cubicBezTo>
                <a:cubicBezTo>
                  <a:pt x="389396" y="245245"/>
                  <a:pt x="374610" y="260030"/>
                  <a:pt x="356389" y="260030"/>
                </a:cubicBezTo>
                <a:cubicBezTo>
                  <a:pt x="338170" y="260030"/>
                  <a:pt x="323385" y="245192"/>
                  <a:pt x="323385" y="227024"/>
                </a:cubicBezTo>
                <a:cubicBezTo>
                  <a:pt x="323385" y="208804"/>
                  <a:pt x="338170" y="194019"/>
                  <a:pt x="356389" y="194019"/>
                </a:cubicBezTo>
                <a:close/>
                <a:moveTo>
                  <a:pt x="227024" y="194019"/>
                </a:moveTo>
                <a:cubicBezTo>
                  <a:pt x="245245" y="194019"/>
                  <a:pt x="260030" y="208804"/>
                  <a:pt x="260030" y="227024"/>
                </a:cubicBezTo>
                <a:cubicBezTo>
                  <a:pt x="260030" y="245245"/>
                  <a:pt x="245245" y="260030"/>
                  <a:pt x="227024" y="260030"/>
                </a:cubicBezTo>
                <a:cubicBezTo>
                  <a:pt x="208857" y="260030"/>
                  <a:pt x="194020" y="245192"/>
                  <a:pt x="194020" y="227024"/>
                </a:cubicBezTo>
                <a:cubicBezTo>
                  <a:pt x="194020" y="208804"/>
                  <a:pt x="208805" y="194019"/>
                  <a:pt x="227024" y="194019"/>
                </a:cubicBezTo>
                <a:close/>
                <a:moveTo>
                  <a:pt x="550411" y="129312"/>
                </a:moveTo>
                <a:cubicBezTo>
                  <a:pt x="568632" y="129312"/>
                  <a:pt x="583417" y="144097"/>
                  <a:pt x="583417" y="162317"/>
                </a:cubicBezTo>
                <a:cubicBezTo>
                  <a:pt x="583417" y="180538"/>
                  <a:pt x="568632" y="195323"/>
                  <a:pt x="550411" y="195323"/>
                </a:cubicBezTo>
                <a:cubicBezTo>
                  <a:pt x="532192" y="195323"/>
                  <a:pt x="517407" y="180538"/>
                  <a:pt x="517407" y="162317"/>
                </a:cubicBezTo>
                <a:cubicBezTo>
                  <a:pt x="517407" y="144097"/>
                  <a:pt x="532192" y="129312"/>
                  <a:pt x="550411" y="129312"/>
                </a:cubicBezTo>
                <a:close/>
                <a:moveTo>
                  <a:pt x="421047" y="129312"/>
                </a:moveTo>
                <a:cubicBezTo>
                  <a:pt x="439268" y="129312"/>
                  <a:pt x="454053" y="144097"/>
                  <a:pt x="454053" y="162317"/>
                </a:cubicBezTo>
                <a:cubicBezTo>
                  <a:pt x="454053" y="180538"/>
                  <a:pt x="439268" y="195323"/>
                  <a:pt x="421047" y="195323"/>
                </a:cubicBezTo>
                <a:cubicBezTo>
                  <a:pt x="402878" y="195323"/>
                  <a:pt x="388042" y="180538"/>
                  <a:pt x="388042" y="162317"/>
                </a:cubicBezTo>
                <a:cubicBezTo>
                  <a:pt x="388042" y="144097"/>
                  <a:pt x="402827" y="129312"/>
                  <a:pt x="421047" y="129312"/>
                </a:cubicBezTo>
                <a:close/>
                <a:moveTo>
                  <a:pt x="291733" y="129312"/>
                </a:moveTo>
                <a:cubicBezTo>
                  <a:pt x="309902" y="129312"/>
                  <a:pt x="324739" y="144097"/>
                  <a:pt x="324739" y="162317"/>
                </a:cubicBezTo>
                <a:cubicBezTo>
                  <a:pt x="324739" y="180538"/>
                  <a:pt x="309954" y="195323"/>
                  <a:pt x="291733" y="195323"/>
                </a:cubicBezTo>
                <a:cubicBezTo>
                  <a:pt x="273514" y="195323"/>
                  <a:pt x="258678" y="180538"/>
                  <a:pt x="258729" y="162317"/>
                </a:cubicBezTo>
                <a:cubicBezTo>
                  <a:pt x="258729" y="144097"/>
                  <a:pt x="273514" y="129312"/>
                  <a:pt x="291733" y="129312"/>
                </a:cubicBezTo>
                <a:close/>
                <a:moveTo>
                  <a:pt x="162368" y="129312"/>
                </a:moveTo>
                <a:cubicBezTo>
                  <a:pt x="180589" y="129312"/>
                  <a:pt x="195374" y="144097"/>
                  <a:pt x="195374" y="162317"/>
                </a:cubicBezTo>
                <a:cubicBezTo>
                  <a:pt x="195374" y="180538"/>
                  <a:pt x="180589" y="195323"/>
                  <a:pt x="162368" y="195323"/>
                </a:cubicBezTo>
                <a:cubicBezTo>
                  <a:pt x="144149" y="195323"/>
                  <a:pt x="129364" y="180538"/>
                  <a:pt x="129364" y="162317"/>
                </a:cubicBezTo>
                <a:cubicBezTo>
                  <a:pt x="129364" y="144097"/>
                  <a:pt x="144149" y="129312"/>
                  <a:pt x="162368" y="129312"/>
                </a:cubicBezTo>
                <a:close/>
                <a:moveTo>
                  <a:pt x="485755" y="64656"/>
                </a:moveTo>
                <a:cubicBezTo>
                  <a:pt x="503976" y="64656"/>
                  <a:pt x="518760" y="79441"/>
                  <a:pt x="518760" y="97661"/>
                </a:cubicBezTo>
                <a:cubicBezTo>
                  <a:pt x="518760" y="115882"/>
                  <a:pt x="503976" y="130667"/>
                  <a:pt x="485755" y="130667"/>
                </a:cubicBezTo>
                <a:cubicBezTo>
                  <a:pt x="467535" y="130667"/>
                  <a:pt x="452698" y="115882"/>
                  <a:pt x="452750" y="97661"/>
                </a:cubicBezTo>
                <a:cubicBezTo>
                  <a:pt x="452750" y="79441"/>
                  <a:pt x="467535" y="64656"/>
                  <a:pt x="485755" y="64656"/>
                </a:cubicBezTo>
                <a:close/>
                <a:moveTo>
                  <a:pt x="356389" y="64656"/>
                </a:moveTo>
                <a:cubicBezTo>
                  <a:pt x="374610" y="64656"/>
                  <a:pt x="389396" y="79441"/>
                  <a:pt x="389396" y="97661"/>
                </a:cubicBezTo>
                <a:cubicBezTo>
                  <a:pt x="389396" y="115882"/>
                  <a:pt x="374610" y="130667"/>
                  <a:pt x="356389" y="130667"/>
                </a:cubicBezTo>
                <a:cubicBezTo>
                  <a:pt x="338170" y="130667"/>
                  <a:pt x="323385" y="115882"/>
                  <a:pt x="323385" y="97661"/>
                </a:cubicBezTo>
                <a:cubicBezTo>
                  <a:pt x="323385" y="79441"/>
                  <a:pt x="338170" y="64656"/>
                  <a:pt x="356389" y="64656"/>
                </a:cubicBezTo>
                <a:close/>
                <a:moveTo>
                  <a:pt x="227024" y="64656"/>
                </a:moveTo>
                <a:cubicBezTo>
                  <a:pt x="245245" y="64656"/>
                  <a:pt x="260030" y="79441"/>
                  <a:pt x="260030" y="97661"/>
                </a:cubicBezTo>
                <a:cubicBezTo>
                  <a:pt x="260030" y="115882"/>
                  <a:pt x="245245" y="130667"/>
                  <a:pt x="227024" y="130667"/>
                </a:cubicBezTo>
                <a:cubicBezTo>
                  <a:pt x="208857" y="130667"/>
                  <a:pt x="194020" y="115882"/>
                  <a:pt x="194020" y="97661"/>
                </a:cubicBezTo>
                <a:cubicBezTo>
                  <a:pt x="194020" y="79441"/>
                  <a:pt x="208805" y="64656"/>
                  <a:pt x="227024" y="64656"/>
                </a:cubicBezTo>
                <a:close/>
                <a:moveTo>
                  <a:pt x="97711" y="64656"/>
                </a:moveTo>
                <a:cubicBezTo>
                  <a:pt x="115932" y="64656"/>
                  <a:pt x="130717" y="79441"/>
                  <a:pt x="130717" y="97661"/>
                </a:cubicBezTo>
                <a:cubicBezTo>
                  <a:pt x="130717" y="115882"/>
                  <a:pt x="115932" y="130667"/>
                  <a:pt x="97711" y="130667"/>
                </a:cubicBezTo>
                <a:cubicBezTo>
                  <a:pt x="79492" y="130667"/>
                  <a:pt x="64654" y="115882"/>
                  <a:pt x="64707" y="97661"/>
                </a:cubicBezTo>
                <a:cubicBezTo>
                  <a:pt x="64707" y="79441"/>
                  <a:pt x="79492" y="64656"/>
                  <a:pt x="97711" y="64656"/>
                </a:cubicBezTo>
                <a:close/>
                <a:moveTo>
                  <a:pt x="421047" y="0"/>
                </a:moveTo>
                <a:cubicBezTo>
                  <a:pt x="439268" y="0"/>
                  <a:pt x="454053" y="14785"/>
                  <a:pt x="454053" y="33005"/>
                </a:cubicBezTo>
                <a:cubicBezTo>
                  <a:pt x="454053" y="51226"/>
                  <a:pt x="439268" y="66011"/>
                  <a:pt x="421047" y="66011"/>
                </a:cubicBezTo>
                <a:cubicBezTo>
                  <a:pt x="402878" y="66011"/>
                  <a:pt x="388042" y="51173"/>
                  <a:pt x="388042" y="33005"/>
                </a:cubicBezTo>
                <a:cubicBezTo>
                  <a:pt x="388042" y="14785"/>
                  <a:pt x="402827" y="0"/>
                  <a:pt x="421047" y="0"/>
                </a:cubicBezTo>
                <a:close/>
                <a:moveTo>
                  <a:pt x="291733" y="0"/>
                </a:moveTo>
                <a:cubicBezTo>
                  <a:pt x="309902" y="0"/>
                  <a:pt x="324739" y="14785"/>
                  <a:pt x="324739" y="33005"/>
                </a:cubicBezTo>
                <a:cubicBezTo>
                  <a:pt x="324739" y="51226"/>
                  <a:pt x="309954" y="66011"/>
                  <a:pt x="291733" y="66011"/>
                </a:cubicBezTo>
                <a:cubicBezTo>
                  <a:pt x="273514" y="66011"/>
                  <a:pt x="258678" y="51173"/>
                  <a:pt x="258729" y="33005"/>
                </a:cubicBezTo>
                <a:cubicBezTo>
                  <a:pt x="258729" y="14785"/>
                  <a:pt x="273514" y="0"/>
                  <a:pt x="291733" y="0"/>
                </a:cubicBezTo>
                <a:close/>
                <a:moveTo>
                  <a:pt x="162368" y="0"/>
                </a:moveTo>
                <a:cubicBezTo>
                  <a:pt x="180589" y="0"/>
                  <a:pt x="195374" y="14785"/>
                  <a:pt x="195374" y="33005"/>
                </a:cubicBezTo>
                <a:cubicBezTo>
                  <a:pt x="195374" y="51226"/>
                  <a:pt x="180589" y="66011"/>
                  <a:pt x="162368" y="66011"/>
                </a:cubicBezTo>
                <a:cubicBezTo>
                  <a:pt x="144149" y="66011"/>
                  <a:pt x="129364" y="51173"/>
                  <a:pt x="129364" y="33005"/>
                </a:cubicBezTo>
                <a:cubicBezTo>
                  <a:pt x="129364" y="14785"/>
                  <a:pt x="144149" y="0"/>
                  <a:pt x="162368" y="0"/>
                </a:cubicBezTo>
                <a:close/>
                <a:moveTo>
                  <a:pt x="33004" y="0"/>
                </a:moveTo>
                <a:cubicBezTo>
                  <a:pt x="51173" y="0"/>
                  <a:pt x="66010" y="14785"/>
                  <a:pt x="66010" y="33005"/>
                </a:cubicBezTo>
                <a:cubicBezTo>
                  <a:pt x="66010" y="51226"/>
                  <a:pt x="51225" y="66011"/>
                  <a:pt x="33004" y="66011"/>
                </a:cubicBezTo>
                <a:cubicBezTo>
                  <a:pt x="14836" y="66011"/>
                  <a:pt x="0" y="51173"/>
                  <a:pt x="0" y="33005"/>
                </a:cubicBezTo>
                <a:cubicBezTo>
                  <a:pt x="0" y="14785"/>
                  <a:pt x="14785" y="0"/>
                  <a:pt x="33004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1"/>
          </a:gradFill>
          <a:ln w="357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94" name="Text10"/>
          <p:cNvSpPr txBox="1"/>
          <p:nvPr>
            <p:custDataLst>
              <p:tags r:id="rId25"/>
            </p:custDataLst>
          </p:nvPr>
        </p:nvSpPr>
        <p:spPr>
          <a:xfrm>
            <a:off x="711707" y="476359"/>
            <a:ext cx="9456368" cy="584775"/>
          </a:xfrm>
          <a:prstGeom prst="rect">
            <a:avLst/>
          </a:prstGeom>
          <a:noFill/>
        </p:spPr>
        <p:txBody>
          <a:bodyPr wrap="square" rtlCol="0" anchor="ctr" anchorCtr="0">
            <a:normAutofit fontScale="95000" lnSpcReduction="10000"/>
          </a:bodyPr>
          <a:lstStyle>
            <a:defPPr>
              <a:defRPr lang="en-US"/>
            </a:defPPr>
            <a:lvl1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3200" b="1" kern="120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>
                <a:sym typeface="+mn-ea"/>
              </a:rPr>
              <a:t>核心定位与设计原则</a:t>
            </a:r>
          </a:p>
        </p:txBody>
      </p:sp>
    </p:spTree>
    <p:custDataLst>
      <p:tags r:id="rId1"/>
    </p:custData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1"/>
          <p:cNvSpPr txBox="1"/>
          <p:nvPr>
            <p:custDataLst>
              <p:tags r:id="rId2"/>
            </p:custDataLst>
          </p:nvPr>
        </p:nvSpPr>
        <p:spPr>
          <a:xfrm rot="1800000">
            <a:off x="1886592" y="2306374"/>
            <a:ext cx="6071690" cy="5314804"/>
          </a:xfrm>
          <a:custGeom>
            <a:avLst/>
            <a:gdLst>
              <a:gd name="connsiteX0" fmla="*/ 540465 w 3772447"/>
              <a:gd name="connsiteY0" fmla="*/ 0 h 2778256"/>
              <a:gd name="connsiteX1" fmla="*/ 3726786 w 3772447"/>
              <a:gd name="connsiteY1" fmla="*/ 62639 h 2778256"/>
              <a:gd name="connsiteX2" fmla="*/ 3772447 w 3772447"/>
              <a:gd name="connsiteY2" fmla="*/ 2778256 h 2778256"/>
              <a:gd name="connsiteX3" fmla="*/ 0 w 3772447"/>
              <a:gd name="connsiteY3" fmla="*/ 2778256 h 2778256"/>
              <a:gd name="connsiteX4" fmla="*/ 540465 w 3772447"/>
              <a:gd name="connsiteY4" fmla="*/ 0 h 2778256"/>
            </a:gdLst>
            <a:ahLst/>
            <a:cxnLst/>
            <a:rect l="l" t="t" r="r" b="b"/>
            <a:pathLst>
              <a:path w="3772446" h="2778256">
                <a:moveTo>
                  <a:pt x="540465" y="0"/>
                </a:moveTo>
                <a:lnTo>
                  <a:pt x="3726786" y="62639"/>
                </a:lnTo>
                <a:lnTo>
                  <a:pt x="3772447" y="2778256"/>
                </a:lnTo>
                <a:lnTo>
                  <a:pt x="0" y="2778256"/>
                </a:lnTo>
                <a:lnTo>
                  <a:pt x="540465" y="0"/>
                </a:lnTo>
                <a:close/>
              </a:path>
            </a:pathLst>
          </a:custGeom>
          <a:gradFill>
            <a:gsLst>
              <a:gs pos="8000">
                <a:schemeClr val="accent1">
                  <a:lumMod val="20000"/>
                  <a:lumOff val="80000"/>
                  <a:alpha val="100000"/>
                </a:schemeClr>
              </a:gs>
              <a:gs pos="60000">
                <a:schemeClr val="bg1">
                  <a:alpha val="0"/>
                </a:schemeClr>
              </a:gs>
            </a:gsLst>
            <a:lin ang="600000" scaled="0"/>
          </a:gra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Shape2"/>
          <p:cNvSpPr txBox="1"/>
          <p:nvPr>
            <p:custDataLst>
              <p:tags r:id="rId3"/>
            </p:custDataLst>
          </p:nvPr>
        </p:nvSpPr>
        <p:spPr>
          <a:xfrm>
            <a:off x="964610" y="1577404"/>
            <a:ext cx="3415326" cy="4174287"/>
          </a:xfrm>
          <a:prstGeom prst="round2DiagRect">
            <a:avLst/>
          </a:prstGeom>
          <a:solidFill>
            <a:schemeClr val="bg1"/>
          </a:solidFill>
          <a:ln cap="flat">
            <a:noFill/>
            <a:prstDash val="solid"/>
            <a:miter/>
          </a:ln>
          <a:effectLst>
            <a:outerShdw blurRad="508000" dist="127000" dir="2700000" algn="tl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6" name="Text1"/>
          <p:cNvSpPr txBox="1"/>
          <p:nvPr>
            <p:custDataLst>
              <p:tags r:id="rId4"/>
            </p:custDataLst>
          </p:nvPr>
        </p:nvSpPr>
        <p:spPr>
          <a:xfrm>
            <a:off x="5138269" y="2677830"/>
            <a:ext cx="6380629" cy="97525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本次答辩将依次介绍项目概述、技术架构、核心数据模型、核心功能实现、项目成果五个部分，重点展示架构设计与数据模型的设计思路，体现项目设计深度。</a:t>
            </a:r>
          </a:p>
        </p:txBody>
      </p:sp>
      <p:sp>
        <p:nvSpPr>
          <p:cNvPr id="7" name="Text2"/>
          <p:cNvSpPr txBox="1"/>
          <p:nvPr>
            <p:custDataLst>
              <p:tags r:id="rId5"/>
            </p:custDataLst>
          </p:nvPr>
        </p:nvSpPr>
        <p:spPr>
          <a:xfrm>
            <a:off x="5138270" y="1967931"/>
            <a:ext cx="720000" cy="54000"/>
          </a:xfrm>
          <a:prstGeom prst="rect">
            <a:avLst/>
          </a:prstGeom>
          <a:gradFill>
            <a:gsLst>
              <a:gs pos="6000">
                <a:schemeClr val="accent1"/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0"/>
          </a:gradFill>
          <a:ln cap="flat">
            <a:noFill/>
            <a:prstDash val="solid"/>
            <a:miter/>
          </a:ln>
          <a:effectLst/>
        </p:spPr>
        <p:txBody>
          <a:bodyPr vert="horz" wrap="square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9" name="Text3"/>
          <p:cNvSpPr txBox="1"/>
          <p:nvPr>
            <p:custDataLst>
              <p:tags r:id="rId6"/>
            </p:custDataLst>
          </p:nvPr>
        </p:nvSpPr>
        <p:spPr>
          <a:xfrm>
            <a:off x="5138270" y="2189109"/>
            <a:ext cx="6380630" cy="4474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200" b="1">
                <a:latin typeface="微软雅黑" panose="020B0503020204020204" charset="-122"/>
                <a:ea typeface="微软雅黑" panose="020B0503020204020204" charset="-122"/>
              </a:rPr>
              <a:t>本次汇报内容</a:t>
            </a:r>
          </a:p>
        </p:txBody>
      </p:sp>
      <p:sp>
        <p:nvSpPr>
          <p:cNvPr id="10" name="Text4"/>
          <p:cNvSpPr txBox="1"/>
          <p:nvPr>
            <p:custDataLst>
              <p:tags r:id="rId7"/>
            </p:custDataLst>
          </p:nvPr>
        </p:nvSpPr>
        <p:spPr>
          <a:xfrm>
            <a:off x="5138269" y="4694025"/>
            <a:ext cx="6380629" cy="97525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本次汇报整体时长控制在5分钟，其中项目概述1分钟，技术架构1分钟，核心数据模型1分钟，核心功能1分钟，成果总结与展望1分钟，符合课程答辩的时间要求。</a:t>
            </a:r>
          </a:p>
        </p:txBody>
      </p:sp>
      <p:sp>
        <p:nvSpPr>
          <p:cNvPr id="11" name="Text5"/>
          <p:cNvSpPr txBox="1"/>
          <p:nvPr>
            <p:custDataLst>
              <p:tags r:id="rId8"/>
            </p:custDataLst>
          </p:nvPr>
        </p:nvSpPr>
        <p:spPr>
          <a:xfrm>
            <a:off x="5138270" y="3984126"/>
            <a:ext cx="720000" cy="54000"/>
          </a:xfrm>
          <a:prstGeom prst="rect">
            <a:avLst/>
          </a:prstGeom>
          <a:gradFill>
            <a:gsLst>
              <a:gs pos="6000">
                <a:schemeClr val="accent1"/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0"/>
          </a:gradFill>
          <a:ln cap="flat">
            <a:noFill/>
            <a:prstDash val="solid"/>
            <a:miter/>
          </a:ln>
          <a:effectLst/>
        </p:spPr>
        <p:txBody>
          <a:bodyPr vert="horz" wrap="square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12" name="Text6"/>
          <p:cNvSpPr txBox="1"/>
          <p:nvPr>
            <p:custDataLst>
              <p:tags r:id="rId9"/>
            </p:custDataLst>
          </p:nvPr>
        </p:nvSpPr>
        <p:spPr>
          <a:xfrm>
            <a:off x="5138270" y="4205304"/>
            <a:ext cx="6380630" cy="4474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200" b="1">
                <a:latin typeface="微软雅黑" panose="020B0503020204020204" charset="-122"/>
                <a:ea typeface="微软雅黑" panose="020B0503020204020204" charset="-122"/>
              </a:rPr>
              <a:t>汇报时间安排</a:t>
            </a:r>
          </a:p>
        </p:txBody>
      </p:sp>
      <p:sp>
        <p:nvSpPr>
          <p:cNvPr id="13" name="Text7"/>
          <p:cNvSpPr txBox="1"/>
          <p:nvPr>
            <p:custDataLst>
              <p:tags r:id="rId10"/>
            </p:custDataLst>
          </p:nvPr>
        </p:nvSpPr>
        <p:spPr>
          <a:xfrm>
            <a:off x="345096" y="287410"/>
            <a:ext cx="11496384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答辩目录</a:t>
            </a:r>
          </a:p>
        </p:txBody>
      </p:sp>
      <p:sp>
        <p:nvSpPr>
          <p:cNvPr id="3" name="Shape3"/>
          <p:cNvSpPr/>
          <p:nvPr>
            <p:custDataLst>
              <p:tags r:id="rId11"/>
            </p:custDataLst>
          </p:nvPr>
        </p:nvSpPr>
        <p:spPr>
          <a:xfrm>
            <a:off x="1160273" y="1774547"/>
            <a:ext cx="3024000" cy="3780000"/>
          </a:xfrm>
          <a:custGeom>
            <a:avLst/>
            <a:gdLst/>
            <a:ahLst/>
            <a:cxnLst/>
            <a:rect l="0" t="0" r="0" b="0"/>
            <a:pathLst>
              <a:path w="4032524" h="5052124">
                <a:moveTo>
                  <a:pt x="457200" y="15009"/>
                </a:moveTo>
                <a:cubicBezTo>
                  <a:pt x="392164" y="35664"/>
                  <a:pt x="303057" y="94791"/>
                  <a:pt x="189512" y="192634"/>
                </a:cubicBezTo>
                <a:cubicBezTo>
                  <a:pt x="115853" y="256107"/>
                  <a:pt x="90418" y="288593"/>
                  <a:pt x="49734" y="371165"/>
                </a:cubicBezTo>
                <a:lnTo>
                  <a:pt x="0" y="472103"/>
                </a:lnTo>
                <a:lnTo>
                  <a:pt x="6077" y="5052123"/>
                </a:lnTo>
                <a:lnTo>
                  <a:pt x="3543300" y="5032726"/>
                </a:lnTo>
                <a:lnTo>
                  <a:pt x="3645772" y="4993171"/>
                </a:lnTo>
                <a:cubicBezTo>
                  <a:pt x="3726844" y="4961876"/>
                  <a:pt x="3766006" y="4937000"/>
                  <a:pt x="3833295" y="4874054"/>
                </a:cubicBezTo>
                <a:cubicBezTo>
                  <a:pt x="3907441" y="4804695"/>
                  <a:pt x="3924428" y="4779763"/>
                  <a:pt x="3965773" y="4679620"/>
                </a:cubicBezTo>
                <a:lnTo>
                  <a:pt x="4013200" y="4564746"/>
                </a:lnTo>
                <a:lnTo>
                  <a:pt x="4032523" y="9876"/>
                </a:lnTo>
                <a:lnTo>
                  <a:pt x="2270261" y="4376"/>
                </a:lnTo>
                <a:cubicBezTo>
                  <a:pt x="868295" y="0"/>
                  <a:pt x="497614" y="2174"/>
                  <a:pt x="457200" y="15009"/>
                </a:cubicBezTo>
                <a:close/>
              </a:path>
            </a:pathLst>
          </a:custGeom>
          <a:blipFill>
            <a:blip r:embed="rId14"/>
            <a:stretch>
              <a:fillRect l="-46502" r="-46502"/>
            </a:stretch>
          </a:blip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rgbClr val="FF4500"/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角星"/>
          <p:cNvSpPr/>
          <p:nvPr/>
        </p:nvSpPr>
        <p:spPr>
          <a:xfrm>
            <a:off x="5840730" y="2882582"/>
            <a:ext cx="301625" cy="300355"/>
          </a:xfrm>
          <a:custGeom>
            <a:avLst/>
            <a:gdLst>
              <a:gd name="T0" fmla="*/ 11209 w 11256"/>
              <a:gd name="T1" fmla="*/ 4253 h 11213"/>
              <a:gd name="T2" fmla="*/ 10891 w 11256"/>
              <a:gd name="T3" fmla="*/ 3984 h 11213"/>
              <a:gd name="T4" fmla="*/ 7510 w 11256"/>
              <a:gd name="T5" fmla="*/ 3462 h 11213"/>
              <a:gd name="T6" fmla="*/ 6001 w 11256"/>
              <a:gd name="T7" fmla="*/ 230 h 11213"/>
              <a:gd name="T8" fmla="*/ 5640 w 11256"/>
              <a:gd name="T9" fmla="*/ 0 h 11213"/>
              <a:gd name="T10" fmla="*/ 5640 w 11256"/>
              <a:gd name="T11" fmla="*/ 0 h 11213"/>
              <a:gd name="T12" fmla="*/ 5279 w 11256"/>
              <a:gd name="T13" fmla="*/ 230 h 11213"/>
              <a:gd name="T14" fmla="*/ 3756 w 11256"/>
              <a:gd name="T15" fmla="*/ 3455 h 11213"/>
              <a:gd name="T16" fmla="*/ 370 w 11256"/>
              <a:gd name="T17" fmla="*/ 3965 h 11213"/>
              <a:gd name="T18" fmla="*/ 49 w 11256"/>
              <a:gd name="T19" fmla="*/ 4231 h 11213"/>
              <a:gd name="T20" fmla="*/ 142 w 11256"/>
              <a:gd name="T21" fmla="*/ 4638 h 11213"/>
              <a:gd name="T22" fmla="*/ 2597 w 11256"/>
              <a:gd name="T23" fmla="*/ 7164 h 11213"/>
              <a:gd name="T24" fmla="*/ 2010 w 11256"/>
              <a:gd name="T25" fmla="*/ 10725 h 11213"/>
              <a:gd name="T26" fmla="*/ 2174 w 11256"/>
              <a:gd name="T27" fmla="*/ 11116 h 11213"/>
              <a:gd name="T28" fmla="*/ 2597 w 11256"/>
              <a:gd name="T29" fmla="*/ 11140 h 11213"/>
              <a:gd name="T30" fmla="*/ 5620 w 11256"/>
              <a:gd name="T31" fmla="*/ 9478 h 11213"/>
              <a:gd name="T32" fmla="*/ 8637 w 11256"/>
              <a:gd name="T33" fmla="*/ 11151 h 11213"/>
              <a:gd name="T34" fmla="*/ 8831 w 11256"/>
              <a:gd name="T35" fmla="*/ 11200 h 11213"/>
              <a:gd name="T36" fmla="*/ 8839 w 11256"/>
              <a:gd name="T37" fmla="*/ 11200 h 11213"/>
              <a:gd name="T38" fmla="*/ 9239 w 11256"/>
              <a:gd name="T39" fmla="*/ 10800 h 11213"/>
              <a:gd name="T40" fmla="*/ 9213 w 11256"/>
              <a:gd name="T41" fmla="*/ 10658 h 11213"/>
              <a:gd name="T42" fmla="*/ 8652 w 11256"/>
              <a:gd name="T43" fmla="*/ 7175 h 11213"/>
              <a:gd name="T44" fmla="*/ 11114 w 11256"/>
              <a:gd name="T45" fmla="*/ 4659 h 11213"/>
              <a:gd name="T46" fmla="*/ 11209 w 11256"/>
              <a:gd name="T47" fmla="*/ 4253 h 1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1256" h="11213">
                <a:moveTo>
                  <a:pt x="11209" y="4253"/>
                </a:moveTo>
                <a:cubicBezTo>
                  <a:pt x="11161" y="4111"/>
                  <a:pt x="11039" y="4008"/>
                  <a:pt x="10891" y="3984"/>
                </a:cubicBezTo>
                <a:lnTo>
                  <a:pt x="7510" y="3462"/>
                </a:lnTo>
                <a:lnTo>
                  <a:pt x="6001" y="230"/>
                </a:lnTo>
                <a:cubicBezTo>
                  <a:pt x="5934" y="90"/>
                  <a:pt x="5795" y="0"/>
                  <a:pt x="5640" y="0"/>
                </a:cubicBezTo>
                <a:lnTo>
                  <a:pt x="5640" y="0"/>
                </a:lnTo>
                <a:cubicBezTo>
                  <a:pt x="5485" y="0"/>
                  <a:pt x="5345" y="88"/>
                  <a:pt x="5279" y="230"/>
                </a:cubicBezTo>
                <a:lnTo>
                  <a:pt x="3756" y="3455"/>
                </a:lnTo>
                <a:lnTo>
                  <a:pt x="370" y="3965"/>
                </a:lnTo>
                <a:cubicBezTo>
                  <a:pt x="221" y="3986"/>
                  <a:pt x="99" y="4090"/>
                  <a:pt x="49" y="4231"/>
                </a:cubicBezTo>
                <a:cubicBezTo>
                  <a:pt x="0" y="4373"/>
                  <a:pt x="36" y="4530"/>
                  <a:pt x="142" y="4638"/>
                </a:cubicBezTo>
                <a:lnTo>
                  <a:pt x="2597" y="7164"/>
                </a:lnTo>
                <a:lnTo>
                  <a:pt x="2010" y="10725"/>
                </a:lnTo>
                <a:cubicBezTo>
                  <a:pt x="1984" y="10875"/>
                  <a:pt x="2049" y="11028"/>
                  <a:pt x="2174" y="11116"/>
                </a:cubicBezTo>
                <a:cubicBezTo>
                  <a:pt x="2298" y="11204"/>
                  <a:pt x="2464" y="11213"/>
                  <a:pt x="2597" y="11140"/>
                </a:cubicBezTo>
                <a:lnTo>
                  <a:pt x="5620" y="9478"/>
                </a:lnTo>
                <a:lnTo>
                  <a:pt x="8637" y="11151"/>
                </a:lnTo>
                <a:cubicBezTo>
                  <a:pt x="8697" y="11183"/>
                  <a:pt x="8764" y="11200"/>
                  <a:pt x="8831" y="11200"/>
                </a:cubicBezTo>
                <a:lnTo>
                  <a:pt x="8839" y="11200"/>
                </a:lnTo>
                <a:cubicBezTo>
                  <a:pt x="9061" y="11200"/>
                  <a:pt x="9239" y="11022"/>
                  <a:pt x="9239" y="10800"/>
                </a:cubicBezTo>
                <a:cubicBezTo>
                  <a:pt x="9239" y="10751"/>
                  <a:pt x="9231" y="10703"/>
                  <a:pt x="9213" y="10658"/>
                </a:cubicBezTo>
                <a:lnTo>
                  <a:pt x="8652" y="7175"/>
                </a:lnTo>
                <a:lnTo>
                  <a:pt x="11114" y="4659"/>
                </a:lnTo>
                <a:cubicBezTo>
                  <a:pt x="11219" y="4552"/>
                  <a:pt x="11256" y="4395"/>
                  <a:pt x="11209" y="425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99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组合 6"/>
          <p:cNvGrpSpPr/>
          <p:nvPr/>
        </p:nvGrpSpPr>
        <p:grpSpPr>
          <a:xfrm flipH="1">
            <a:off x="6198870" y="2958147"/>
            <a:ext cx="777240" cy="156845"/>
            <a:chOff x="4887865" y="3342962"/>
            <a:chExt cx="713775" cy="156845"/>
          </a:xfrm>
        </p:grpSpPr>
        <p:sp>
          <p:nvSpPr>
            <p:cNvPr id="14" name="平行四边形 13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5" name="平行四边形 14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8" name="Text1"/>
          <p:cNvSpPr txBox="1"/>
          <p:nvPr>
            <p:custDataLst>
              <p:tags r:id="rId2"/>
            </p:custDataLst>
          </p:nvPr>
        </p:nvSpPr>
        <p:spPr>
          <a:xfrm>
            <a:off x="527050" y="3327717"/>
            <a:ext cx="11137900" cy="1350645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1000" b="1" kern="1200" spc="-150">
                <a:solidFill>
                  <a:srgbClr val="8034FF"/>
                </a:solidFill>
                <a:latin typeface="Avenir LT Pro 65 Medium" panose="020B0603020203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6000" spc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字体圈欣意冠黑体" panose="00000500000000000000" charset="-122"/>
                <a:sym typeface="+mn-lt"/>
              </a:rPr>
              <a:t>技术架构</a:t>
            </a:r>
          </a:p>
        </p:txBody>
      </p:sp>
      <p:sp>
        <p:nvSpPr>
          <p:cNvPr id="9" name="Text2"/>
          <p:cNvSpPr txBox="1"/>
          <p:nvPr>
            <p:custDataLst>
              <p:tags r:id="rId3"/>
            </p:custDataLst>
          </p:nvPr>
        </p:nvSpPr>
        <p:spPr>
          <a:xfrm>
            <a:off x="528955" y="4815522"/>
            <a:ext cx="11135360" cy="878205"/>
          </a:xfrm>
          <a:prstGeom prst="rect">
            <a:avLst/>
          </a:prstGeom>
          <a:noFill/>
        </p:spPr>
        <p:txBody>
          <a:bodyPr wrap="square" rtlCol="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solidFill>
                  <a:schemeClr val="bg2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Open Sans" panose="020B0606030504020204" pitchFamily="34" charset="0"/>
              </a:rPr>
              <a:t>Technical Architecture</a:t>
            </a:r>
          </a:p>
        </p:txBody>
      </p:sp>
      <p:sp>
        <p:nvSpPr>
          <p:cNvPr id="10" name="Text3"/>
          <p:cNvSpPr txBox="1"/>
          <p:nvPr>
            <p:custDataLst>
              <p:tags r:id="rId4"/>
            </p:custDataLst>
          </p:nvPr>
        </p:nvSpPr>
        <p:spPr>
          <a:xfrm>
            <a:off x="5006975" y="1164272"/>
            <a:ext cx="2095500" cy="1833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</a:pPr>
            <a:r>
              <a:rPr lang="en-US" altLang="zh-CN" sz="8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</a:p>
        </p:txBody>
      </p:sp>
      <p:grpSp>
        <p:nvGrpSpPr>
          <p:cNvPr id="11" name="组合 10"/>
          <p:cNvGrpSpPr/>
          <p:nvPr/>
        </p:nvGrpSpPr>
        <p:grpSpPr>
          <a:xfrm>
            <a:off x="5006975" y="2958147"/>
            <a:ext cx="777240" cy="156845"/>
            <a:chOff x="4887865" y="3342962"/>
            <a:chExt cx="713775" cy="156845"/>
          </a:xfrm>
        </p:grpSpPr>
        <p:sp>
          <p:nvSpPr>
            <p:cNvPr id="12" name="平行四边形 11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3" name="平行四边形 12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1"/>
          <p:cNvSpPr txBox="1"/>
          <p:nvPr>
            <p:custDataLst>
              <p:tags r:id="rId2"/>
            </p:custDataLst>
          </p:nvPr>
        </p:nvSpPr>
        <p:spPr>
          <a:xfrm>
            <a:off x="345096" y="287410"/>
            <a:ext cx="11496384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整体三层架构</a:t>
            </a:r>
          </a:p>
        </p:txBody>
      </p:sp>
      <p:sp>
        <p:nvSpPr>
          <p:cNvPr id="14" name="Text2"/>
          <p:cNvSpPr/>
          <p:nvPr>
            <p:custDataLst>
              <p:tags r:id="rId3"/>
            </p:custDataLst>
          </p:nvPr>
        </p:nvSpPr>
        <p:spPr>
          <a:xfrm>
            <a:off x="572503" y="2709322"/>
            <a:ext cx="1702719" cy="1702719"/>
          </a:xfrm>
          <a:custGeom>
            <a:avLst/>
            <a:gdLst>
              <a:gd name="connsiteX0" fmla="*/ 3138664 w 3224805"/>
              <a:gd name="connsiteY0" fmla="*/ 1730252 h 3224804"/>
              <a:gd name="connsiteX1" fmla="*/ 3138664 w 3224805"/>
              <a:gd name="connsiteY1" fmla="*/ 1730252 h 3224804"/>
              <a:gd name="connsiteX2" fmla="*/ 3138664 w 3224805"/>
              <a:gd name="connsiteY2" fmla="*/ 1494552 h 3224804"/>
              <a:gd name="connsiteX3" fmla="*/ 3138664 w 3224805"/>
              <a:gd name="connsiteY3" fmla="*/ 1494552 h 3224804"/>
              <a:gd name="connsiteX4" fmla="*/ 3100477 w 3224805"/>
              <a:gd name="connsiteY4" fmla="*/ 1252794 h 3224804"/>
              <a:gd name="connsiteX5" fmla="*/ 3100477 w 3224805"/>
              <a:gd name="connsiteY5" fmla="*/ 1252794 h 3224804"/>
              <a:gd name="connsiteX6" fmla="*/ 3027529 w 3224805"/>
              <a:gd name="connsiteY6" fmla="*/ 1028681 h 3224804"/>
              <a:gd name="connsiteX7" fmla="*/ 3027529 w 3224805"/>
              <a:gd name="connsiteY7" fmla="*/ 1028681 h 3224804"/>
              <a:gd name="connsiteX8" fmla="*/ 2916394 w 3224805"/>
              <a:gd name="connsiteY8" fmla="*/ 810625 h 3224804"/>
              <a:gd name="connsiteX9" fmla="*/ 2777870 w 3224805"/>
              <a:gd name="connsiteY9" fmla="*/ 619958 h 3224804"/>
              <a:gd name="connsiteX10" fmla="*/ 2777870 w 3224805"/>
              <a:gd name="connsiteY10" fmla="*/ 619958 h 3224804"/>
              <a:gd name="connsiteX11" fmla="*/ 2604848 w 3224805"/>
              <a:gd name="connsiteY11" fmla="*/ 446935 h 3224804"/>
              <a:gd name="connsiteX12" fmla="*/ 2604848 w 3224805"/>
              <a:gd name="connsiteY12" fmla="*/ 446935 h 3224804"/>
              <a:gd name="connsiteX13" fmla="*/ 2414180 w 3224805"/>
              <a:gd name="connsiteY13" fmla="*/ 308412 h 3224804"/>
              <a:gd name="connsiteX14" fmla="*/ 2414180 w 3224805"/>
              <a:gd name="connsiteY14" fmla="*/ 308412 h 3224804"/>
              <a:gd name="connsiteX15" fmla="*/ 2196124 w 3224805"/>
              <a:gd name="connsiteY15" fmla="*/ 197277 h 3224804"/>
              <a:gd name="connsiteX16" fmla="*/ 2196124 w 3224805"/>
              <a:gd name="connsiteY16" fmla="*/ 197277 h 3224804"/>
              <a:gd name="connsiteX17" fmla="*/ 1972011 w 3224805"/>
              <a:gd name="connsiteY17" fmla="*/ 124328 h 3224804"/>
              <a:gd name="connsiteX18" fmla="*/ 1972011 w 3224805"/>
              <a:gd name="connsiteY18" fmla="*/ 124328 h 3224804"/>
              <a:gd name="connsiteX19" fmla="*/ 1730253 w 3224805"/>
              <a:gd name="connsiteY19" fmla="*/ 86142 h 3224804"/>
              <a:gd name="connsiteX20" fmla="*/ 1730253 w 3224805"/>
              <a:gd name="connsiteY20" fmla="*/ 86142 h 3224804"/>
              <a:gd name="connsiteX21" fmla="*/ 1494553 w 3224805"/>
              <a:gd name="connsiteY21" fmla="*/ 86142 h 3224804"/>
              <a:gd name="connsiteX22" fmla="*/ 1494553 w 3224805"/>
              <a:gd name="connsiteY22" fmla="*/ 86142 h 3224804"/>
              <a:gd name="connsiteX23" fmla="*/ 1252795 w 3224805"/>
              <a:gd name="connsiteY23" fmla="*/ 124328 h 3224804"/>
              <a:gd name="connsiteX24" fmla="*/ 1252795 w 3224805"/>
              <a:gd name="connsiteY24" fmla="*/ 124328 h 3224804"/>
              <a:gd name="connsiteX25" fmla="*/ 1028682 w 3224805"/>
              <a:gd name="connsiteY25" fmla="*/ 197277 h 3224804"/>
              <a:gd name="connsiteX26" fmla="*/ 1028682 w 3224805"/>
              <a:gd name="connsiteY26" fmla="*/ 197277 h 3224804"/>
              <a:gd name="connsiteX27" fmla="*/ 810625 w 3224805"/>
              <a:gd name="connsiteY27" fmla="*/ 308412 h 3224804"/>
              <a:gd name="connsiteX28" fmla="*/ 810625 w 3224805"/>
              <a:gd name="connsiteY28" fmla="*/ 308412 h 3224804"/>
              <a:gd name="connsiteX29" fmla="*/ 619958 w 3224805"/>
              <a:gd name="connsiteY29" fmla="*/ 446935 h 3224804"/>
              <a:gd name="connsiteX30" fmla="*/ 619958 w 3224805"/>
              <a:gd name="connsiteY30" fmla="*/ 446935 h 3224804"/>
              <a:gd name="connsiteX31" fmla="*/ 446935 w 3224805"/>
              <a:gd name="connsiteY31" fmla="*/ 619958 h 3224804"/>
              <a:gd name="connsiteX32" fmla="*/ 446935 w 3224805"/>
              <a:gd name="connsiteY32" fmla="*/ 619958 h 3224804"/>
              <a:gd name="connsiteX33" fmla="*/ 308412 w 3224805"/>
              <a:gd name="connsiteY33" fmla="*/ 810625 h 3224804"/>
              <a:gd name="connsiteX34" fmla="*/ 308412 w 3224805"/>
              <a:gd name="connsiteY34" fmla="*/ 810625 h 3224804"/>
              <a:gd name="connsiteX35" fmla="*/ 197277 w 3224805"/>
              <a:gd name="connsiteY35" fmla="*/ 1028681 h 3224804"/>
              <a:gd name="connsiteX36" fmla="*/ 197277 w 3224805"/>
              <a:gd name="connsiteY36" fmla="*/ 1028681 h 3224804"/>
              <a:gd name="connsiteX37" fmla="*/ 124328 w 3224805"/>
              <a:gd name="connsiteY37" fmla="*/ 1252794 h 3224804"/>
              <a:gd name="connsiteX38" fmla="*/ 124328 w 3224805"/>
              <a:gd name="connsiteY38" fmla="*/ 1252794 h 3224804"/>
              <a:gd name="connsiteX39" fmla="*/ 86142 w 3224805"/>
              <a:gd name="connsiteY39" fmla="*/ 1494552 h 3224804"/>
              <a:gd name="connsiteX40" fmla="*/ 86142 w 3224805"/>
              <a:gd name="connsiteY40" fmla="*/ 1494552 h 3224804"/>
              <a:gd name="connsiteX41" fmla="*/ 86142 w 3224805"/>
              <a:gd name="connsiteY41" fmla="*/ 1730252 h 3224804"/>
              <a:gd name="connsiteX42" fmla="*/ 86142 w 3224805"/>
              <a:gd name="connsiteY42" fmla="*/ 1730252 h 3224804"/>
              <a:gd name="connsiteX43" fmla="*/ 124328 w 3224805"/>
              <a:gd name="connsiteY43" fmla="*/ 1972010 h 3224804"/>
              <a:gd name="connsiteX44" fmla="*/ 124328 w 3224805"/>
              <a:gd name="connsiteY44" fmla="*/ 1972010 h 3224804"/>
              <a:gd name="connsiteX45" fmla="*/ 197277 w 3224805"/>
              <a:gd name="connsiteY45" fmla="*/ 2196123 h 3224804"/>
              <a:gd name="connsiteX46" fmla="*/ 197277 w 3224805"/>
              <a:gd name="connsiteY46" fmla="*/ 2196123 h 3224804"/>
              <a:gd name="connsiteX47" fmla="*/ 308412 w 3224805"/>
              <a:gd name="connsiteY47" fmla="*/ 2414179 h 3224804"/>
              <a:gd name="connsiteX48" fmla="*/ 308412 w 3224805"/>
              <a:gd name="connsiteY48" fmla="*/ 2414179 h 3224804"/>
              <a:gd name="connsiteX49" fmla="*/ 446935 w 3224805"/>
              <a:gd name="connsiteY49" fmla="*/ 2604847 h 3224804"/>
              <a:gd name="connsiteX50" fmla="*/ 446935 w 3224805"/>
              <a:gd name="connsiteY50" fmla="*/ 2604847 h 3224804"/>
              <a:gd name="connsiteX51" fmla="*/ 619958 w 3224805"/>
              <a:gd name="connsiteY51" fmla="*/ 2777869 h 3224804"/>
              <a:gd name="connsiteX52" fmla="*/ 619958 w 3224805"/>
              <a:gd name="connsiteY52" fmla="*/ 2777869 h 3224804"/>
              <a:gd name="connsiteX53" fmla="*/ 810625 w 3224805"/>
              <a:gd name="connsiteY53" fmla="*/ 2916393 h 3224804"/>
              <a:gd name="connsiteX54" fmla="*/ 810625 w 3224805"/>
              <a:gd name="connsiteY54" fmla="*/ 2916393 h 3224804"/>
              <a:gd name="connsiteX55" fmla="*/ 1028682 w 3224805"/>
              <a:gd name="connsiteY55" fmla="*/ 3027527 h 3224804"/>
              <a:gd name="connsiteX56" fmla="*/ 1028682 w 3224805"/>
              <a:gd name="connsiteY56" fmla="*/ 3027527 h 3224804"/>
              <a:gd name="connsiteX57" fmla="*/ 1252795 w 3224805"/>
              <a:gd name="connsiteY57" fmla="*/ 3100476 h 3224804"/>
              <a:gd name="connsiteX58" fmla="*/ 1252795 w 3224805"/>
              <a:gd name="connsiteY58" fmla="*/ 3100476 h 3224804"/>
              <a:gd name="connsiteX59" fmla="*/ 1494553 w 3224805"/>
              <a:gd name="connsiteY59" fmla="*/ 3138662 h 3224804"/>
              <a:gd name="connsiteX60" fmla="*/ 1494553 w 3224805"/>
              <a:gd name="connsiteY60" fmla="*/ 3138662 h 3224804"/>
              <a:gd name="connsiteX61" fmla="*/ 1730253 w 3224805"/>
              <a:gd name="connsiteY61" fmla="*/ 3138662 h 3224804"/>
              <a:gd name="connsiteX62" fmla="*/ 1730253 w 3224805"/>
              <a:gd name="connsiteY62" fmla="*/ 3138662 h 3224804"/>
              <a:gd name="connsiteX63" fmla="*/ 1972011 w 3224805"/>
              <a:gd name="connsiteY63" fmla="*/ 3100476 h 3224804"/>
              <a:gd name="connsiteX64" fmla="*/ 1972011 w 3224805"/>
              <a:gd name="connsiteY64" fmla="*/ 3100476 h 3224804"/>
              <a:gd name="connsiteX65" fmla="*/ 2196124 w 3224805"/>
              <a:gd name="connsiteY65" fmla="*/ 3027527 h 3224804"/>
              <a:gd name="connsiteX66" fmla="*/ 2196124 w 3224805"/>
              <a:gd name="connsiteY66" fmla="*/ 3027527 h 3224804"/>
              <a:gd name="connsiteX67" fmla="*/ 2414180 w 3224805"/>
              <a:gd name="connsiteY67" fmla="*/ 2916393 h 3224804"/>
              <a:gd name="connsiteX68" fmla="*/ 2414180 w 3224805"/>
              <a:gd name="connsiteY68" fmla="*/ 2916393 h 3224804"/>
              <a:gd name="connsiteX69" fmla="*/ 2604848 w 3224805"/>
              <a:gd name="connsiteY69" fmla="*/ 2777869 h 3224804"/>
              <a:gd name="connsiteX70" fmla="*/ 2604848 w 3224805"/>
              <a:gd name="connsiteY70" fmla="*/ 2777869 h 3224804"/>
              <a:gd name="connsiteX71" fmla="*/ 2777870 w 3224805"/>
              <a:gd name="connsiteY71" fmla="*/ 2604847 h 3224804"/>
              <a:gd name="connsiteX72" fmla="*/ 2777870 w 3224805"/>
              <a:gd name="connsiteY72" fmla="*/ 2604847 h 3224804"/>
              <a:gd name="connsiteX73" fmla="*/ 2916394 w 3224805"/>
              <a:gd name="connsiteY73" fmla="*/ 2414179 h 3224804"/>
              <a:gd name="connsiteX74" fmla="*/ 3027529 w 3224805"/>
              <a:gd name="connsiteY74" fmla="*/ 2196123 h 3224804"/>
              <a:gd name="connsiteX75" fmla="*/ 3027529 w 3224805"/>
              <a:gd name="connsiteY75" fmla="*/ 2196123 h 3224804"/>
              <a:gd name="connsiteX76" fmla="*/ 3100477 w 3224805"/>
              <a:gd name="connsiteY76" fmla="*/ 1972010 h 3224804"/>
              <a:gd name="connsiteX77" fmla="*/ 3100477 w 3224805"/>
              <a:gd name="connsiteY77" fmla="*/ 1972010 h 3224804"/>
              <a:gd name="connsiteX78" fmla="*/ 3138664 w 3224805"/>
              <a:gd name="connsiteY78" fmla="*/ 1730252 h 3224804"/>
              <a:gd name="connsiteX79" fmla="*/ 1612535 w 3224805"/>
              <a:gd name="connsiteY79" fmla="*/ 2718352 h 3224804"/>
              <a:gd name="connsiteX80" fmla="*/ 506453 w 3224805"/>
              <a:gd name="connsiteY80" fmla="*/ 1612271 h 3224804"/>
              <a:gd name="connsiteX81" fmla="*/ 1612271 w 3224805"/>
              <a:gd name="connsiteY81" fmla="*/ 506189 h 3224804"/>
              <a:gd name="connsiteX82" fmla="*/ 2718353 w 3224805"/>
              <a:gd name="connsiteY82" fmla="*/ 1612271 h 3224804"/>
              <a:gd name="connsiteX83" fmla="*/ 1612271 w 3224805"/>
              <a:gd name="connsiteY83" fmla="*/ 2718352 h 322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3224805" h="3224804">
                <a:moveTo>
                  <a:pt x="3138664" y="1730252"/>
                </a:moveTo>
                <a:lnTo>
                  <a:pt x="3138664" y="1730252"/>
                </a:lnTo>
                <a:cubicBezTo>
                  <a:pt x="3024105" y="1693383"/>
                  <a:pt x="3024105" y="1531158"/>
                  <a:pt x="3138664" y="1494552"/>
                </a:cubicBezTo>
                <a:lnTo>
                  <a:pt x="3138664" y="1494552"/>
                </a:lnTo>
                <a:cubicBezTo>
                  <a:pt x="3273500" y="1451362"/>
                  <a:pt x="3241898" y="1252267"/>
                  <a:pt x="3100477" y="1252794"/>
                </a:cubicBezTo>
                <a:lnTo>
                  <a:pt x="3100477" y="1252794"/>
                </a:lnTo>
                <a:cubicBezTo>
                  <a:pt x="2980125" y="1253321"/>
                  <a:pt x="2930088" y="1098996"/>
                  <a:pt x="3027529" y="1028681"/>
                </a:cubicBezTo>
                <a:lnTo>
                  <a:pt x="3027529" y="1028681"/>
                </a:lnTo>
                <a:cubicBezTo>
                  <a:pt x="3142350" y="945988"/>
                  <a:pt x="3050967" y="766382"/>
                  <a:pt x="2916394" y="810625"/>
                </a:cubicBezTo>
                <a:cubicBezTo>
                  <a:pt x="2802099" y="848285"/>
                  <a:pt x="2706765" y="717135"/>
                  <a:pt x="2777870" y="619958"/>
                </a:cubicBezTo>
                <a:lnTo>
                  <a:pt x="2777870" y="619958"/>
                </a:lnTo>
                <a:cubicBezTo>
                  <a:pt x="2861353" y="505663"/>
                  <a:pt x="2719143" y="363452"/>
                  <a:pt x="2604848" y="446935"/>
                </a:cubicBezTo>
                <a:lnTo>
                  <a:pt x="2604848" y="446935"/>
                </a:lnTo>
                <a:cubicBezTo>
                  <a:pt x="2507670" y="518040"/>
                  <a:pt x="2376521" y="422707"/>
                  <a:pt x="2414180" y="308412"/>
                </a:cubicBezTo>
                <a:lnTo>
                  <a:pt x="2414180" y="308412"/>
                </a:lnTo>
                <a:cubicBezTo>
                  <a:pt x="2458423" y="174102"/>
                  <a:pt x="2278817" y="82455"/>
                  <a:pt x="2196124" y="197277"/>
                </a:cubicBezTo>
                <a:lnTo>
                  <a:pt x="2196124" y="197277"/>
                </a:lnTo>
                <a:cubicBezTo>
                  <a:pt x="2125809" y="294981"/>
                  <a:pt x="1971484" y="244944"/>
                  <a:pt x="1972011" y="124328"/>
                </a:cubicBezTo>
                <a:lnTo>
                  <a:pt x="1972011" y="124328"/>
                </a:lnTo>
                <a:cubicBezTo>
                  <a:pt x="1972538" y="-17092"/>
                  <a:pt x="1773706" y="-48694"/>
                  <a:pt x="1730253" y="86142"/>
                </a:cubicBezTo>
                <a:lnTo>
                  <a:pt x="1730253" y="86142"/>
                </a:lnTo>
                <a:cubicBezTo>
                  <a:pt x="1693384" y="200700"/>
                  <a:pt x="1531159" y="200700"/>
                  <a:pt x="1494553" y="86142"/>
                </a:cubicBezTo>
                <a:lnTo>
                  <a:pt x="1494553" y="86142"/>
                </a:lnTo>
                <a:cubicBezTo>
                  <a:pt x="1451363" y="-48694"/>
                  <a:pt x="1252268" y="-17092"/>
                  <a:pt x="1252795" y="124328"/>
                </a:cubicBezTo>
                <a:lnTo>
                  <a:pt x="1252795" y="124328"/>
                </a:lnTo>
                <a:cubicBezTo>
                  <a:pt x="1253321" y="244680"/>
                  <a:pt x="1098997" y="294717"/>
                  <a:pt x="1028682" y="197277"/>
                </a:cubicBezTo>
                <a:lnTo>
                  <a:pt x="1028682" y="197277"/>
                </a:lnTo>
                <a:cubicBezTo>
                  <a:pt x="945989" y="82455"/>
                  <a:pt x="766382" y="173839"/>
                  <a:pt x="810625" y="308412"/>
                </a:cubicBezTo>
                <a:lnTo>
                  <a:pt x="810625" y="308412"/>
                </a:lnTo>
                <a:cubicBezTo>
                  <a:pt x="848285" y="422707"/>
                  <a:pt x="717135" y="518040"/>
                  <a:pt x="619958" y="446935"/>
                </a:cubicBezTo>
                <a:lnTo>
                  <a:pt x="619958" y="446935"/>
                </a:lnTo>
                <a:cubicBezTo>
                  <a:pt x="505926" y="363452"/>
                  <a:pt x="363453" y="505663"/>
                  <a:pt x="446935" y="619958"/>
                </a:cubicBezTo>
                <a:lnTo>
                  <a:pt x="446935" y="619958"/>
                </a:lnTo>
                <a:cubicBezTo>
                  <a:pt x="518041" y="717135"/>
                  <a:pt x="422707" y="848285"/>
                  <a:pt x="308412" y="810625"/>
                </a:cubicBezTo>
                <a:lnTo>
                  <a:pt x="308412" y="810625"/>
                </a:lnTo>
                <a:cubicBezTo>
                  <a:pt x="174102" y="766382"/>
                  <a:pt x="82455" y="945988"/>
                  <a:pt x="197277" y="1028681"/>
                </a:cubicBezTo>
                <a:lnTo>
                  <a:pt x="197277" y="1028681"/>
                </a:lnTo>
                <a:cubicBezTo>
                  <a:pt x="294981" y="1098996"/>
                  <a:pt x="244944" y="1253321"/>
                  <a:pt x="124328" y="1252794"/>
                </a:cubicBezTo>
                <a:lnTo>
                  <a:pt x="124328" y="1252794"/>
                </a:lnTo>
                <a:cubicBezTo>
                  <a:pt x="-17092" y="1252267"/>
                  <a:pt x="-48694" y="1451099"/>
                  <a:pt x="86142" y="1494552"/>
                </a:cubicBezTo>
                <a:lnTo>
                  <a:pt x="86142" y="1494552"/>
                </a:lnTo>
                <a:cubicBezTo>
                  <a:pt x="200701" y="1531421"/>
                  <a:pt x="200701" y="1693646"/>
                  <a:pt x="86142" y="1730252"/>
                </a:cubicBezTo>
                <a:lnTo>
                  <a:pt x="86142" y="1730252"/>
                </a:lnTo>
                <a:cubicBezTo>
                  <a:pt x="-48694" y="1773442"/>
                  <a:pt x="-17092" y="1972537"/>
                  <a:pt x="124328" y="1972010"/>
                </a:cubicBezTo>
                <a:lnTo>
                  <a:pt x="124328" y="1972010"/>
                </a:lnTo>
                <a:cubicBezTo>
                  <a:pt x="244680" y="1971483"/>
                  <a:pt x="294717" y="2125808"/>
                  <a:pt x="197277" y="2196123"/>
                </a:cubicBezTo>
                <a:lnTo>
                  <a:pt x="197277" y="2196123"/>
                </a:lnTo>
                <a:cubicBezTo>
                  <a:pt x="82455" y="2278816"/>
                  <a:pt x="173839" y="2458422"/>
                  <a:pt x="308412" y="2414179"/>
                </a:cubicBezTo>
                <a:lnTo>
                  <a:pt x="308412" y="2414179"/>
                </a:lnTo>
                <a:cubicBezTo>
                  <a:pt x="422707" y="2376520"/>
                  <a:pt x="518041" y="2507669"/>
                  <a:pt x="446935" y="2604847"/>
                </a:cubicBezTo>
                <a:lnTo>
                  <a:pt x="446935" y="2604847"/>
                </a:lnTo>
                <a:cubicBezTo>
                  <a:pt x="363453" y="2719142"/>
                  <a:pt x="505663" y="2861352"/>
                  <a:pt x="619958" y="2777869"/>
                </a:cubicBezTo>
                <a:lnTo>
                  <a:pt x="619958" y="2777869"/>
                </a:lnTo>
                <a:cubicBezTo>
                  <a:pt x="717135" y="2706764"/>
                  <a:pt x="848285" y="2802098"/>
                  <a:pt x="810625" y="2916393"/>
                </a:cubicBezTo>
                <a:lnTo>
                  <a:pt x="810625" y="2916393"/>
                </a:lnTo>
                <a:cubicBezTo>
                  <a:pt x="766382" y="3050702"/>
                  <a:pt x="945989" y="3142349"/>
                  <a:pt x="1028682" y="3027527"/>
                </a:cubicBezTo>
                <a:lnTo>
                  <a:pt x="1028682" y="3027527"/>
                </a:lnTo>
                <a:cubicBezTo>
                  <a:pt x="1098997" y="2929824"/>
                  <a:pt x="1253321" y="2979861"/>
                  <a:pt x="1252795" y="3100476"/>
                </a:cubicBezTo>
                <a:lnTo>
                  <a:pt x="1252795" y="3100476"/>
                </a:lnTo>
                <a:cubicBezTo>
                  <a:pt x="1252268" y="3241896"/>
                  <a:pt x="1451099" y="3273499"/>
                  <a:pt x="1494553" y="3138662"/>
                </a:cubicBezTo>
                <a:lnTo>
                  <a:pt x="1494553" y="3138662"/>
                </a:lnTo>
                <a:cubicBezTo>
                  <a:pt x="1531422" y="3024104"/>
                  <a:pt x="1693647" y="3024104"/>
                  <a:pt x="1730253" y="3138662"/>
                </a:cubicBezTo>
                <a:lnTo>
                  <a:pt x="1730253" y="3138662"/>
                </a:lnTo>
                <a:cubicBezTo>
                  <a:pt x="1773443" y="3273499"/>
                  <a:pt x="1972538" y="3241896"/>
                  <a:pt x="1972011" y="3100476"/>
                </a:cubicBezTo>
                <a:lnTo>
                  <a:pt x="1972011" y="3100476"/>
                </a:lnTo>
                <a:cubicBezTo>
                  <a:pt x="1971484" y="2980124"/>
                  <a:pt x="2125809" y="2930087"/>
                  <a:pt x="2196124" y="3027527"/>
                </a:cubicBezTo>
                <a:lnTo>
                  <a:pt x="2196124" y="3027527"/>
                </a:lnTo>
                <a:cubicBezTo>
                  <a:pt x="2278817" y="3142349"/>
                  <a:pt x="2458423" y="3050966"/>
                  <a:pt x="2414180" y="2916393"/>
                </a:cubicBezTo>
                <a:lnTo>
                  <a:pt x="2414180" y="2916393"/>
                </a:lnTo>
                <a:cubicBezTo>
                  <a:pt x="2376521" y="2802098"/>
                  <a:pt x="2507670" y="2706764"/>
                  <a:pt x="2604848" y="2777869"/>
                </a:cubicBezTo>
                <a:lnTo>
                  <a:pt x="2604848" y="2777869"/>
                </a:lnTo>
                <a:cubicBezTo>
                  <a:pt x="2718879" y="2861352"/>
                  <a:pt x="2861353" y="2719142"/>
                  <a:pt x="2777870" y="2604847"/>
                </a:cubicBezTo>
                <a:lnTo>
                  <a:pt x="2777870" y="2604847"/>
                </a:lnTo>
                <a:cubicBezTo>
                  <a:pt x="2706765" y="2507669"/>
                  <a:pt x="2802099" y="2376520"/>
                  <a:pt x="2916394" y="2414179"/>
                </a:cubicBezTo>
                <a:cubicBezTo>
                  <a:pt x="3050704" y="2458422"/>
                  <a:pt x="3142350" y="2278816"/>
                  <a:pt x="3027529" y="2196123"/>
                </a:cubicBezTo>
                <a:lnTo>
                  <a:pt x="3027529" y="2196123"/>
                </a:lnTo>
                <a:cubicBezTo>
                  <a:pt x="2929825" y="2125808"/>
                  <a:pt x="2979862" y="1971483"/>
                  <a:pt x="3100477" y="1972010"/>
                </a:cubicBezTo>
                <a:lnTo>
                  <a:pt x="3100477" y="1972010"/>
                </a:lnTo>
                <a:cubicBezTo>
                  <a:pt x="3241898" y="1972537"/>
                  <a:pt x="3273500" y="1773706"/>
                  <a:pt x="3138664" y="1730252"/>
                </a:cubicBezTo>
                <a:close/>
                <a:moveTo>
                  <a:pt x="1612535" y="2718352"/>
                </a:moveTo>
                <a:cubicBezTo>
                  <a:pt x="1001556" y="2718352"/>
                  <a:pt x="506453" y="2223249"/>
                  <a:pt x="506453" y="1612271"/>
                </a:cubicBezTo>
                <a:cubicBezTo>
                  <a:pt x="506453" y="1001292"/>
                  <a:pt x="1001556" y="506189"/>
                  <a:pt x="1612271" y="506189"/>
                </a:cubicBezTo>
                <a:cubicBezTo>
                  <a:pt x="2222986" y="506189"/>
                  <a:pt x="2718353" y="1001292"/>
                  <a:pt x="2718353" y="1612271"/>
                </a:cubicBezTo>
                <a:cubicBezTo>
                  <a:pt x="2718353" y="2223249"/>
                  <a:pt x="2223249" y="2718352"/>
                  <a:pt x="1612271" y="2718352"/>
                </a:cubicBezTo>
                <a:close/>
              </a:path>
            </a:pathLst>
          </a:custGeom>
          <a:solidFill>
            <a:schemeClr val="accent1"/>
          </a:solidFill>
          <a:ln w="2633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6" name="Text3"/>
          <p:cNvSpPr/>
          <p:nvPr>
            <p:custDataLst>
              <p:tags r:id="rId4"/>
            </p:custDataLst>
          </p:nvPr>
        </p:nvSpPr>
        <p:spPr>
          <a:xfrm>
            <a:off x="2432602" y="3673369"/>
            <a:ext cx="1702719" cy="1702719"/>
          </a:xfrm>
          <a:custGeom>
            <a:avLst/>
            <a:gdLst>
              <a:gd name="connsiteX0" fmla="*/ 3138664 w 3224805"/>
              <a:gd name="connsiteY0" fmla="*/ 1730252 h 3224804"/>
              <a:gd name="connsiteX1" fmla="*/ 3138664 w 3224805"/>
              <a:gd name="connsiteY1" fmla="*/ 1730252 h 3224804"/>
              <a:gd name="connsiteX2" fmla="*/ 3138664 w 3224805"/>
              <a:gd name="connsiteY2" fmla="*/ 1494552 h 3224804"/>
              <a:gd name="connsiteX3" fmla="*/ 3138664 w 3224805"/>
              <a:gd name="connsiteY3" fmla="*/ 1494552 h 3224804"/>
              <a:gd name="connsiteX4" fmla="*/ 3100477 w 3224805"/>
              <a:gd name="connsiteY4" fmla="*/ 1252794 h 3224804"/>
              <a:gd name="connsiteX5" fmla="*/ 3100477 w 3224805"/>
              <a:gd name="connsiteY5" fmla="*/ 1252794 h 3224804"/>
              <a:gd name="connsiteX6" fmla="*/ 3027529 w 3224805"/>
              <a:gd name="connsiteY6" fmla="*/ 1028681 h 3224804"/>
              <a:gd name="connsiteX7" fmla="*/ 3027529 w 3224805"/>
              <a:gd name="connsiteY7" fmla="*/ 1028681 h 3224804"/>
              <a:gd name="connsiteX8" fmla="*/ 2916394 w 3224805"/>
              <a:gd name="connsiteY8" fmla="*/ 810625 h 3224804"/>
              <a:gd name="connsiteX9" fmla="*/ 2777870 w 3224805"/>
              <a:gd name="connsiteY9" fmla="*/ 619958 h 3224804"/>
              <a:gd name="connsiteX10" fmla="*/ 2777870 w 3224805"/>
              <a:gd name="connsiteY10" fmla="*/ 619958 h 3224804"/>
              <a:gd name="connsiteX11" fmla="*/ 2604847 w 3224805"/>
              <a:gd name="connsiteY11" fmla="*/ 446935 h 3224804"/>
              <a:gd name="connsiteX12" fmla="*/ 2604847 w 3224805"/>
              <a:gd name="connsiteY12" fmla="*/ 446935 h 3224804"/>
              <a:gd name="connsiteX13" fmla="*/ 2414180 w 3224805"/>
              <a:gd name="connsiteY13" fmla="*/ 308412 h 3224804"/>
              <a:gd name="connsiteX14" fmla="*/ 2414180 w 3224805"/>
              <a:gd name="connsiteY14" fmla="*/ 308412 h 3224804"/>
              <a:gd name="connsiteX15" fmla="*/ 2196124 w 3224805"/>
              <a:gd name="connsiteY15" fmla="*/ 197277 h 3224804"/>
              <a:gd name="connsiteX16" fmla="*/ 2196124 w 3224805"/>
              <a:gd name="connsiteY16" fmla="*/ 197277 h 3224804"/>
              <a:gd name="connsiteX17" fmla="*/ 1972011 w 3224805"/>
              <a:gd name="connsiteY17" fmla="*/ 124328 h 3224804"/>
              <a:gd name="connsiteX18" fmla="*/ 1972011 w 3224805"/>
              <a:gd name="connsiteY18" fmla="*/ 124328 h 3224804"/>
              <a:gd name="connsiteX19" fmla="*/ 1730253 w 3224805"/>
              <a:gd name="connsiteY19" fmla="*/ 86142 h 3224804"/>
              <a:gd name="connsiteX20" fmla="*/ 1730253 w 3224805"/>
              <a:gd name="connsiteY20" fmla="*/ 86142 h 3224804"/>
              <a:gd name="connsiteX21" fmla="*/ 1494553 w 3224805"/>
              <a:gd name="connsiteY21" fmla="*/ 86142 h 3224804"/>
              <a:gd name="connsiteX22" fmla="*/ 1494553 w 3224805"/>
              <a:gd name="connsiteY22" fmla="*/ 86142 h 3224804"/>
              <a:gd name="connsiteX23" fmla="*/ 1252795 w 3224805"/>
              <a:gd name="connsiteY23" fmla="*/ 124328 h 3224804"/>
              <a:gd name="connsiteX24" fmla="*/ 1252795 w 3224805"/>
              <a:gd name="connsiteY24" fmla="*/ 124328 h 3224804"/>
              <a:gd name="connsiteX25" fmla="*/ 1028682 w 3224805"/>
              <a:gd name="connsiteY25" fmla="*/ 197277 h 3224804"/>
              <a:gd name="connsiteX26" fmla="*/ 1028682 w 3224805"/>
              <a:gd name="connsiteY26" fmla="*/ 197277 h 3224804"/>
              <a:gd name="connsiteX27" fmla="*/ 810626 w 3224805"/>
              <a:gd name="connsiteY27" fmla="*/ 308412 h 3224804"/>
              <a:gd name="connsiteX28" fmla="*/ 810626 w 3224805"/>
              <a:gd name="connsiteY28" fmla="*/ 308412 h 3224804"/>
              <a:gd name="connsiteX29" fmla="*/ 619958 w 3224805"/>
              <a:gd name="connsiteY29" fmla="*/ 446935 h 3224804"/>
              <a:gd name="connsiteX30" fmla="*/ 619958 w 3224805"/>
              <a:gd name="connsiteY30" fmla="*/ 446935 h 3224804"/>
              <a:gd name="connsiteX31" fmla="*/ 446936 w 3224805"/>
              <a:gd name="connsiteY31" fmla="*/ 619958 h 3224804"/>
              <a:gd name="connsiteX32" fmla="*/ 446936 w 3224805"/>
              <a:gd name="connsiteY32" fmla="*/ 619958 h 3224804"/>
              <a:gd name="connsiteX33" fmla="*/ 308412 w 3224805"/>
              <a:gd name="connsiteY33" fmla="*/ 810625 h 3224804"/>
              <a:gd name="connsiteX34" fmla="*/ 308412 w 3224805"/>
              <a:gd name="connsiteY34" fmla="*/ 810625 h 3224804"/>
              <a:gd name="connsiteX35" fmla="*/ 197277 w 3224805"/>
              <a:gd name="connsiteY35" fmla="*/ 1028681 h 3224804"/>
              <a:gd name="connsiteX36" fmla="*/ 197277 w 3224805"/>
              <a:gd name="connsiteY36" fmla="*/ 1028681 h 3224804"/>
              <a:gd name="connsiteX37" fmla="*/ 124329 w 3224805"/>
              <a:gd name="connsiteY37" fmla="*/ 1252794 h 3224804"/>
              <a:gd name="connsiteX38" fmla="*/ 124329 w 3224805"/>
              <a:gd name="connsiteY38" fmla="*/ 1252794 h 3224804"/>
              <a:gd name="connsiteX39" fmla="*/ 86142 w 3224805"/>
              <a:gd name="connsiteY39" fmla="*/ 1494552 h 3224804"/>
              <a:gd name="connsiteX40" fmla="*/ 86142 w 3224805"/>
              <a:gd name="connsiteY40" fmla="*/ 1494552 h 3224804"/>
              <a:gd name="connsiteX41" fmla="*/ 86142 w 3224805"/>
              <a:gd name="connsiteY41" fmla="*/ 1730252 h 3224804"/>
              <a:gd name="connsiteX42" fmla="*/ 86142 w 3224805"/>
              <a:gd name="connsiteY42" fmla="*/ 1730252 h 3224804"/>
              <a:gd name="connsiteX43" fmla="*/ 124329 w 3224805"/>
              <a:gd name="connsiteY43" fmla="*/ 1972010 h 3224804"/>
              <a:gd name="connsiteX44" fmla="*/ 124329 w 3224805"/>
              <a:gd name="connsiteY44" fmla="*/ 1972010 h 3224804"/>
              <a:gd name="connsiteX45" fmla="*/ 197277 w 3224805"/>
              <a:gd name="connsiteY45" fmla="*/ 2196123 h 3224804"/>
              <a:gd name="connsiteX46" fmla="*/ 197277 w 3224805"/>
              <a:gd name="connsiteY46" fmla="*/ 2196123 h 3224804"/>
              <a:gd name="connsiteX47" fmla="*/ 308412 w 3224805"/>
              <a:gd name="connsiteY47" fmla="*/ 2414179 h 3224804"/>
              <a:gd name="connsiteX48" fmla="*/ 308412 w 3224805"/>
              <a:gd name="connsiteY48" fmla="*/ 2414179 h 3224804"/>
              <a:gd name="connsiteX49" fmla="*/ 446936 w 3224805"/>
              <a:gd name="connsiteY49" fmla="*/ 2604847 h 3224804"/>
              <a:gd name="connsiteX50" fmla="*/ 446936 w 3224805"/>
              <a:gd name="connsiteY50" fmla="*/ 2604847 h 3224804"/>
              <a:gd name="connsiteX51" fmla="*/ 619958 w 3224805"/>
              <a:gd name="connsiteY51" fmla="*/ 2777869 h 3224804"/>
              <a:gd name="connsiteX52" fmla="*/ 619958 w 3224805"/>
              <a:gd name="connsiteY52" fmla="*/ 2777869 h 3224804"/>
              <a:gd name="connsiteX53" fmla="*/ 810626 w 3224805"/>
              <a:gd name="connsiteY53" fmla="*/ 2916393 h 3224804"/>
              <a:gd name="connsiteX54" fmla="*/ 810626 w 3224805"/>
              <a:gd name="connsiteY54" fmla="*/ 2916393 h 3224804"/>
              <a:gd name="connsiteX55" fmla="*/ 1028682 w 3224805"/>
              <a:gd name="connsiteY55" fmla="*/ 3027527 h 3224804"/>
              <a:gd name="connsiteX56" fmla="*/ 1028682 w 3224805"/>
              <a:gd name="connsiteY56" fmla="*/ 3027527 h 3224804"/>
              <a:gd name="connsiteX57" fmla="*/ 1252795 w 3224805"/>
              <a:gd name="connsiteY57" fmla="*/ 3100476 h 3224804"/>
              <a:gd name="connsiteX58" fmla="*/ 1252795 w 3224805"/>
              <a:gd name="connsiteY58" fmla="*/ 3100476 h 3224804"/>
              <a:gd name="connsiteX59" fmla="*/ 1494553 w 3224805"/>
              <a:gd name="connsiteY59" fmla="*/ 3138662 h 3224804"/>
              <a:gd name="connsiteX60" fmla="*/ 1494553 w 3224805"/>
              <a:gd name="connsiteY60" fmla="*/ 3138662 h 3224804"/>
              <a:gd name="connsiteX61" fmla="*/ 1730253 w 3224805"/>
              <a:gd name="connsiteY61" fmla="*/ 3138662 h 3224804"/>
              <a:gd name="connsiteX62" fmla="*/ 1730253 w 3224805"/>
              <a:gd name="connsiteY62" fmla="*/ 3138662 h 3224804"/>
              <a:gd name="connsiteX63" fmla="*/ 1972011 w 3224805"/>
              <a:gd name="connsiteY63" fmla="*/ 3100476 h 3224804"/>
              <a:gd name="connsiteX64" fmla="*/ 1972011 w 3224805"/>
              <a:gd name="connsiteY64" fmla="*/ 3100476 h 3224804"/>
              <a:gd name="connsiteX65" fmla="*/ 2196124 w 3224805"/>
              <a:gd name="connsiteY65" fmla="*/ 3027527 h 3224804"/>
              <a:gd name="connsiteX66" fmla="*/ 2196124 w 3224805"/>
              <a:gd name="connsiteY66" fmla="*/ 3027527 h 3224804"/>
              <a:gd name="connsiteX67" fmla="*/ 2414180 w 3224805"/>
              <a:gd name="connsiteY67" fmla="*/ 2916393 h 3224804"/>
              <a:gd name="connsiteX68" fmla="*/ 2414180 w 3224805"/>
              <a:gd name="connsiteY68" fmla="*/ 2916393 h 3224804"/>
              <a:gd name="connsiteX69" fmla="*/ 2604847 w 3224805"/>
              <a:gd name="connsiteY69" fmla="*/ 2777869 h 3224804"/>
              <a:gd name="connsiteX70" fmla="*/ 2604847 w 3224805"/>
              <a:gd name="connsiteY70" fmla="*/ 2777869 h 3224804"/>
              <a:gd name="connsiteX71" fmla="*/ 2777870 w 3224805"/>
              <a:gd name="connsiteY71" fmla="*/ 2604847 h 3224804"/>
              <a:gd name="connsiteX72" fmla="*/ 2777870 w 3224805"/>
              <a:gd name="connsiteY72" fmla="*/ 2604847 h 3224804"/>
              <a:gd name="connsiteX73" fmla="*/ 2916394 w 3224805"/>
              <a:gd name="connsiteY73" fmla="*/ 2414179 h 3224804"/>
              <a:gd name="connsiteX74" fmla="*/ 3027529 w 3224805"/>
              <a:gd name="connsiteY74" fmla="*/ 2196123 h 3224804"/>
              <a:gd name="connsiteX75" fmla="*/ 3027529 w 3224805"/>
              <a:gd name="connsiteY75" fmla="*/ 2196123 h 3224804"/>
              <a:gd name="connsiteX76" fmla="*/ 3100477 w 3224805"/>
              <a:gd name="connsiteY76" fmla="*/ 1972010 h 3224804"/>
              <a:gd name="connsiteX77" fmla="*/ 3100477 w 3224805"/>
              <a:gd name="connsiteY77" fmla="*/ 1972010 h 3224804"/>
              <a:gd name="connsiteX78" fmla="*/ 3138664 w 3224805"/>
              <a:gd name="connsiteY78" fmla="*/ 1730252 h 3224804"/>
              <a:gd name="connsiteX79" fmla="*/ 1612535 w 3224805"/>
              <a:gd name="connsiteY79" fmla="*/ 2718352 h 3224804"/>
              <a:gd name="connsiteX80" fmla="*/ 506453 w 3224805"/>
              <a:gd name="connsiteY80" fmla="*/ 1612271 h 3224804"/>
              <a:gd name="connsiteX81" fmla="*/ 1612535 w 3224805"/>
              <a:gd name="connsiteY81" fmla="*/ 506190 h 3224804"/>
              <a:gd name="connsiteX82" fmla="*/ 2718616 w 3224805"/>
              <a:gd name="connsiteY82" fmla="*/ 1612271 h 3224804"/>
              <a:gd name="connsiteX83" fmla="*/ 1612535 w 3224805"/>
              <a:gd name="connsiteY83" fmla="*/ 2718352 h 322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3224805" h="3224804">
                <a:moveTo>
                  <a:pt x="3138664" y="1730252"/>
                </a:moveTo>
                <a:lnTo>
                  <a:pt x="3138664" y="1730252"/>
                </a:lnTo>
                <a:cubicBezTo>
                  <a:pt x="3024105" y="1693383"/>
                  <a:pt x="3024105" y="1531158"/>
                  <a:pt x="3138664" y="1494552"/>
                </a:cubicBezTo>
                <a:lnTo>
                  <a:pt x="3138664" y="1494552"/>
                </a:lnTo>
                <a:cubicBezTo>
                  <a:pt x="3273500" y="1451362"/>
                  <a:pt x="3241898" y="1252267"/>
                  <a:pt x="3100477" y="1252794"/>
                </a:cubicBezTo>
                <a:lnTo>
                  <a:pt x="3100477" y="1252794"/>
                </a:lnTo>
                <a:cubicBezTo>
                  <a:pt x="2980125" y="1253321"/>
                  <a:pt x="2930088" y="1098996"/>
                  <a:pt x="3027529" y="1028681"/>
                </a:cubicBezTo>
                <a:lnTo>
                  <a:pt x="3027529" y="1028681"/>
                </a:lnTo>
                <a:cubicBezTo>
                  <a:pt x="3142350" y="945988"/>
                  <a:pt x="3050967" y="766382"/>
                  <a:pt x="2916394" y="810625"/>
                </a:cubicBezTo>
                <a:cubicBezTo>
                  <a:pt x="2802099" y="848285"/>
                  <a:pt x="2706765" y="717135"/>
                  <a:pt x="2777870" y="619958"/>
                </a:cubicBezTo>
                <a:lnTo>
                  <a:pt x="2777870" y="619958"/>
                </a:lnTo>
                <a:cubicBezTo>
                  <a:pt x="2861353" y="505663"/>
                  <a:pt x="2719143" y="363452"/>
                  <a:pt x="2604847" y="446935"/>
                </a:cubicBezTo>
                <a:lnTo>
                  <a:pt x="2604847" y="446935"/>
                </a:lnTo>
                <a:cubicBezTo>
                  <a:pt x="2507671" y="518040"/>
                  <a:pt x="2376521" y="422707"/>
                  <a:pt x="2414180" y="308412"/>
                </a:cubicBezTo>
                <a:lnTo>
                  <a:pt x="2414180" y="308412"/>
                </a:lnTo>
                <a:cubicBezTo>
                  <a:pt x="2458423" y="174102"/>
                  <a:pt x="2278817" y="82455"/>
                  <a:pt x="2196124" y="197277"/>
                </a:cubicBezTo>
                <a:lnTo>
                  <a:pt x="2196124" y="197277"/>
                </a:lnTo>
                <a:cubicBezTo>
                  <a:pt x="2125809" y="294981"/>
                  <a:pt x="1971484" y="244944"/>
                  <a:pt x="1972011" y="124328"/>
                </a:cubicBezTo>
                <a:lnTo>
                  <a:pt x="1972011" y="124328"/>
                </a:lnTo>
                <a:cubicBezTo>
                  <a:pt x="1972538" y="-17092"/>
                  <a:pt x="1773706" y="-48694"/>
                  <a:pt x="1730253" y="86142"/>
                </a:cubicBezTo>
                <a:lnTo>
                  <a:pt x="1730253" y="86142"/>
                </a:lnTo>
                <a:cubicBezTo>
                  <a:pt x="1693384" y="200700"/>
                  <a:pt x="1531159" y="200700"/>
                  <a:pt x="1494553" y="86142"/>
                </a:cubicBezTo>
                <a:lnTo>
                  <a:pt x="1494553" y="86142"/>
                </a:lnTo>
                <a:cubicBezTo>
                  <a:pt x="1451363" y="-48694"/>
                  <a:pt x="1252268" y="-17092"/>
                  <a:pt x="1252795" y="124328"/>
                </a:cubicBezTo>
                <a:lnTo>
                  <a:pt x="1252795" y="124328"/>
                </a:lnTo>
                <a:cubicBezTo>
                  <a:pt x="1253322" y="244680"/>
                  <a:pt x="1098997" y="294717"/>
                  <a:pt x="1028682" y="197277"/>
                </a:cubicBezTo>
                <a:lnTo>
                  <a:pt x="1028682" y="197277"/>
                </a:lnTo>
                <a:cubicBezTo>
                  <a:pt x="945989" y="82455"/>
                  <a:pt x="766382" y="173838"/>
                  <a:pt x="810626" y="308412"/>
                </a:cubicBezTo>
                <a:lnTo>
                  <a:pt x="810626" y="308412"/>
                </a:lnTo>
                <a:cubicBezTo>
                  <a:pt x="848285" y="422707"/>
                  <a:pt x="717135" y="518040"/>
                  <a:pt x="619958" y="446935"/>
                </a:cubicBezTo>
                <a:lnTo>
                  <a:pt x="619958" y="446935"/>
                </a:lnTo>
                <a:cubicBezTo>
                  <a:pt x="505926" y="363452"/>
                  <a:pt x="363453" y="505663"/>
                  <a:pt x="446936" y="619958"/>
                </a:cubicBezTo>
                <a:lnTo>
                  <a:pt x="446936" y="619958"/>
                </a:lnTo>
                <a:cubicBezTo>
                  <a:pt x="518041" y="717135"/>
                  <a:pt x="422707" y="848285"/>
                  <a:pt x="308412" y="810625"/>
                </a:cubicBezTo>
                <a:lnTo>
                  <a:pt x="308412" y="810625"/>
                </a:lnTo>
                <a:cubicBezTo>
                  <a:pt x="174102" y="766382"/>
                  <a:pt x="82455" y="945988"/>
                  <a:pt x="197277" y="1028681"/>
                </a:cubicBezTo>
                <a:lnTo>
                  <a:pt x="197277" y="1028681"/>
                </a:lnTo>
                <a:cubicBezTo>
                  <a:pt x="294981" y="1098996"/>
                  <a:pt x="244944" y="1253321"/>
                  <a:pt x="124329" y="1252794"/>
                </a:cubicBezTo>
                <a:lnTo>
                  <a:pt x="124329" y="1252794"/>
                </a:lnTo>
                <a:cubicBezTo>
                  <a:pt x="-17092" y="1252267"/>
                  <a:pt x="-48694" y="1451099"/>
                  <a:pt x="86142" y="1494552"/>
                </a:cubicBezTo>
                <a:lnTo>
                  <a:pt x="86142" y="1494552"/>
                </a:lnTo>
                <a:cubicBezTo>
                  <a:pt x="200701" y="1531421"/>
                  <a:pt x="200701" y="1693646"/>
                  <a:pt x="86142" y="1730252"/>
                </a:cubicBezTo>
                <a:lnTo>
                  <a:pt x="86142" y="1730252"/>
                </a:lnTo>
                <a:cubicBezTo>
                  <a:pt x="-48694" y="1773442"/>
                  <a:pt x="-17092" y="1972537"/>
                  <a:pt x="124329" y="1972010"/>
                </a:cubicBezTo>
                <a:lnTo>
                  <a:pt x="124329" y="1972010"/>
                </a:lnTo>
                <a:cubicBezTo>
                  <a:pt x="244680" y="1971483"/>
                  <a:pt x="294718" y="2125808"/>
                  <a:pt x="197277" y="2196123"/>
                </a:cubicBezTo>
                <a:lnTo>
                  <a:pt x="197277" y="2196123"/>
                </a:lnTo>
                <a:cubicBezTo>
                  <a:pt x="82455" y="2278816"/>
                  <a:pt x="173839" y="2458422"/>
                  <a:pt x="308412" y="2414179"/>
                </a:cubicBezTo>
                <a:lnTo>
                  <a:pt x="308412" y="2414179"/>
                </a:lnTo>
                <a:cubicBezTo>
                  <a:pt x="422707" y="2376520"/>
                  <a:pt x="518041" y="2507669"/>
                  <a:pt x="446936" y="2604847"/>
                </a:cubicBezTo>
                <a:lnTo>
                  <a:pt x="446936" y="2604847"/>
                </a:lnTo>
                <a:cubicBezTo>
                  <a:pt x="363453" y="2719142"/>
                  <a:pt x="505663" y="2861352"/>
                  <a:pt x="619958" y="2777869"/>
                </a:cubicBezTo>
                <a:lnTo>
                  <a:pt x="619958" y="2777869"/>
                </a:lnTo>
                <a:cubicBezTo>
                  <a:pt x="717135" y="2706764"/>
                  <a:pt x="848285" y="2802097"/>
                  <a:pt x="810626" y="2916393"/>
                </a:cubicBezTo>
                <a:lnTo>
                  <a:pt x="810626" y="2916393"/>
                </a:lnTo>
                <a:cubicBezTo>
                  <a:pt x="766382" y="3050702"/>
                  <a:pt x="945989" y="3142349"/>
                  <a:pt x="1028682" y="3027527"/>
                </a:cubicBezTo>
                <a:lnTo>
                  <a:pt x="1028682" y="3027527"/>
                </a:lnTo>
                <a:cubicBezTo>
                  <a:pt x="1098997" y="2929824"/>
                  <a:pt x="1253322" y="2979860"/>
                  <a:pt x="1252795" y="3100476"/>
                </a:cubicBezTo>
                <a:lnTo>
                  <a:pt x="1252795" y="3100476"/>
                </a:lnTo>
                <a:cubicBezTo>
                  <a:pt x="1252268" y="3241896"/>
                  <a:pt x="1451099" y="3273499"/>
                  <a:pt x="1494553" y="3138662"/>
                </a:cubicBezTo>
                <a:lnTo>
                  <a:pt x="1494553" y="3138662"/>
                </a:lnTo>
                <a:cubicBezTo>
                  <a:pt x="1531422" y="3024104"/>
                  <a:pt x="1693647" y="3024104"/>
                  <a:pt x="1730253" y="3138662"/>
                </a:cubicBezTo>
                <a:lnTo>
                  <a:pt x="1730253" y="3138662"/>
                </a:lnTo>
                <a:cubicBezTo>
                  <a:pt x="1773443" y="3273499"/>
                  <a:pt x="1972538" y="3241896"/>
                  <a:pt x="1972011" y="3100476"/>
                </a:cubicBezTo>
                <a:lnTo>
                  <a:pt x="1972011" y="3100476"/>
                </a:lnTo>
                <a:cubicBezTo>
                  <a:pt x="1971484" y="2980124"/>
                  <a:pt x="2125809" y="2930087"/>
                  <a:pt x="2196124" y="3027527"/>
                </a:cubicBezTo>
                <a:lnTo>
                  <a:pt x="2196124" y="3027527"/>
                </a:lnTo>
                <a:cubicBezTo>
                  <a:pt x="2278817" y="3142349"/>
                  <a:pt x="2458423" y="3050966"/>
                  <a:pt x="2414180" y="2916393"/>
                </a:cubicBezTo>
                <a:lnTo>
                  <a:pt x="2414180" y="2916393"/>
                </a:lnTo>
                <a:cubicBezTo>
                  <a:pt x="2376521" y="2802097"/>
                  <a:pt x="2507671" y="2706764"/>
                  <a:pt x="2604847" y="2777869"/>
                </a:cubicBezTo>
                <a:lnTo>
                  <a:pt x="2604847" y="2777869"/>
                </a:lnTo>
                <a:cubicBezTo>
                  <a:pt x="2718879" y="2861352"/>
                  <a:pt x="2861353" y="2719142"/>
                  <a:pt x="2777870" y="2604847"/>
                </a:cubicBezTo>
                <a:lnTo>
                  <a:pt x="2777870" y="2604847"/>
                </a:lnTo>
                <a:cubicBezTo>
                  <a:pt x="2706765" y="2507669"/>
                  <a:pt x="2802099" y="2376520"/>
                  <a:pt x="2916394" y="2414179"/>
                </a:cubicBezTo>
                <a:cubicBezTo>
                  <a:pt x="3050704" y="2458422"/>
                  <a:pt x="3142350" y="2278816"/>
                  <a:pt x="3027529" y="2196123"/>
                </a:cubicBezTo>
                <a:lnTo>
                  <a:pt x="3027529" y="2196123"/>
                </a:lnTo>
                <a:cubicBezTo>
                  <a:pt x="2929825" y="2125808"/>
                  <a:pt x="2979862" y="1971483"/>
                  <a:pt x="3100477" y="1972010"/>
                </a:cubicBezTo>
                <a:lnTo>
                  <a:pt x="3100477" y="1972010"/>
                </a:lnTo>
                <a:cubicBezTo>
                  <a:pt x="3241898" y="1972537"/>
                  <a:pt x="3273500" y="1773705"/>
                  <a:pt x="3138664" y="1730252"/>
                </a:cubicBezTo>
                <a:close/>
                <a:moveTo>
                  <a:pt x="1612535" y="2718352"/>
                </a:moveTo>
                <a:cubicBezTo>
                  <a:pt x="1001556" y="2718352"/>
                  <a:pt x="506453" y="2223249"/>
                  <a:pt x="506453" y="1612271"/>
                </a:cubicBezTo>
                <a:cubicBezTo>
                  <a:pt x="506453" y="1001292"/>
                  <a:pt x="1001556" y="506190"/>
                  <a:pt x="1612535" y="506190"/>
                </a:cubicBezTo>
                <a:cubicBezTo>
                  <a:pt x="2223513" y="506190"/>
                  <a:pt x="2718616" y="1001292"/>
                  <a:pt x="2718616" y="1612271"/>
                </a:cubicBezTo>
                <a:cubicBezTo>
                  <a:pt x="2718616" y="2223249"/>
                  <a:pt x="2223513" y="2718352"/>
                  <a:pt x="1612535" y="2718352"/>
                </a:cubicBezTo>
                <a:close/>
              </a:path>
            </a:pathLst>
          </a:custGeom>
          <a:solidFill>
            <a:schemeClr val="accent2"/>
          </a:solidFill>
          <a:ln w="2633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7" name="Text4"/>
          <p:cNvSpPr/>
          <p:nvPr>
            <p:custDataLst>
              <p:tags r:id="rId5"/>
            </p:custDataLst>
          </p:nvPr>
        </p:nvSpPr>
        <p:spPr>
          <a:xfrm>
            <a:off x="4246537" y="2709322"/>
            <a:ext cx="1702719" cy="1702719"/>
          </a:xfrm>
          <a:custGeom>
            <a:avLst/>
            <a:gdLst>
              <a:gd name="connsiteX0" fmla="*/ 3138663 w 3224805"/>
              <a:gd name="connsiteY0" fmla="*/ 1730252 h 3224804"/>
              <a:gd name="connsiteX1" fmla="*/ 3138663 w 3224805"/>
              <a:gd name="connsiteY1" fmla="*/ 1730252 h 3224804"/>
              <a:gd name="connsiteX2" fmla="*/ 3138663 w 3224805"/>
              <a:gd name="connsiteY2" fmla="*/ 1494552 h 3224804"/>
              <a:gd name="connsiteX3" fmla="*/ 3138663 w 3224805"/>
              <a:gd name="connsiteY3" fmla="*/ 1494552 h 3224804"/>
              <a:gd name="connsiteX4" fmla="*/ 3100478 w 3224805"/>
              <a:gd name="connsiteY4" fmla="*/ 1252794 h 3224804"/>
              <a:gd name="connsiteX5" fmla="*/ 3100478 w 3224805"/>
              <a:gd name="connsiteY5" fmla="*/ 1252794 h 3224804"/>
              <a:gd name="connsiteX6" fmla="*/ 3027529 w 3224805"/>
              <a:gd name="connsiteY6" fmla="*/ 1028681 h 3224804"/>
              <a:gd name="connsiteX7" fmla="*/ 3027529 w 3224805"/>
              <a:gd name="connsiteY7" fmla="*/ 1028681 h 3224804"/>
              <a:gd name="connsiteX8" fmla="*/ 2916394 w 3224805"/>
              <a:gd name="connsiteY8" fmla="*/ 810625 h 3224804"/>
              <a:gd name="connsiteX9" fmla="*/ 2777871 w 3224805"/>
              <a:gd name="connsiteY9" fmla="*/ 619958 h 3224804"/>
              <a:gd name="connsiteX10" fmla="*/ 2777871 w 3224805"/>
              <a:gd name="connsiteY10" fmla="*/ 619958 h 3224804"/>
              <a:gd name="connsiteX11" fmla="*/ 2604848 w 3224805"/>
              <a:gd name="connsiteY11" fmla="*/ 446935 h 3224804"/>
              <a:gd name="connsiteX12" fmla="*/ 2604848 w 3224805"/>
              <a:gd name="connsiteY12" fmla="*/ 446935 h 3224804"/>
              <a:gd name="connsiteX13" fmla="*/ 2414181 w 3224805"/>
              <a:gd name="connsiteY13" fmla="*/ 308412 h 3224804"/>
              <a:gd name="connsiteX14" fmla="*/ 2414181 w 3224805"/>
              <a:gd name="connsiteY14" fmla="*/ 308412 h 3224804"/>
              <a:gd name="connsiteX15" fmla="*/ 2196124 w 3224805"/>
              <a:gd name="connsiteY15" fmla="*/ 197277 h 3224804"/>
              <a:gd name="connsiteX16" fmla="*/ 2196124 w 3224805"/>
              <a:gd name="connsiteY16" fmla="*/ 197277 h 3224804"/>
              <a:gd name="connsiteX17" fmla="*/ 1972011 w 3224805"/>
              <a:gd name="connsiteY17" fmla="*/ 124328 h 3224804"/>
              <a:gd name="connsiteX18" fmla="*/ 1972011 w 3224805"/>
              <a:gd name="connsiteY18" fmla="*/ 124328 h 3224804"/>
              <a:gd name="connsiteX19" fmla="*/ 1730254 w 3224805"/>
              <a:gd name="connsiteY19" fmla="*/ 86142 h 3224804"/>
              <a:gd name="connsiteX20" fmla="*/ 1730254 w 3224805"/>
              <a:gd name="connsiteY20" fmla="*/ 86142 h 3224804"/>
              <a:gd name="connsiteX21" fmla="*/ 1494553 w 3224805"/>
              <a:gd name="connsiteY21" fmla="*/ 86142 h 3224804"/>
              <a:gd name="connsiteX22" fmla="*/ 1494553 w 3224805"/>
              <a:gd name="connsiteY22" fmla="*/ 86142 h 3224804"/>
              <a:gd name="connsiteX23" fmla="*/ 1252795 w 3224805"/>
              <a:gd name="connsiteY23" fmla="*/ 124328 h 3224804"/>
              <a:gd name="connsiteX24" fmla="*/ 1252795 w 3224805"/>
              <a:gd name="connsiteY24" fmla="*/ 124328 h 3224804"/>
              <a:gd name="connsiteX25" fmla="*/ 1028682 w 3224805"/>
              <a:gd name="connsiteY25" fmla="*/ 197277 h 3224804"/>
              <a:gd name="connsiteX26" fmla="*/ 1028682 w 3224805"/>
              <a:gd name="connsiteY26" fmla="*/ 197277 h 3224804"/>
              <a:gd name="connsiteX27" fmla="*/ 810626 w 3224805"/>
              <a:gd name="connsiteY27" fmla="*/ 308412 h 3224804"/>
              <a:gd name="connsiteX28" fmla="*/ 810626 w 3224805"/>
              <a:gd name="connsiteY28" fmla="*/ 308412 h 3224804"/>
              <a:gd name="connsiteX29" fmla="*/ 619958 w 3224805"/>
              <a:gd name="connsiteY29" fmla="*/ 446935 h 3224804"/>
              <a:gd name="connsiteX30" fmla="*/ 619958 w 3224805"/>
              <a:gd name="connsiteY30" fmla="*/ 446935 h 3224804"/>
              <a:gd name="connsiteX31" fmla="*/ 446935 w 3224805"/>
              <a:gd name="connsiteY31" fmla="*/ 619958 h 3224804"/>
              <a:gd name="connsiteX32" fmla="*/ 446935 w 3224805"/>
              <a:gd name="connsiteY32" fmla="*/ 619958 h 3224804"/>
              <a:gd name="connsiteX33" fmla="*/ 308412 w 3224805"/>
              <a:gd name="connsiteY33" fmla="*/ 810625 h 3224804"/>
              <a:gd name="connsiteX34" fmla="*/ 308412 w 3224805"/>
              <a:gd name="connsiteY34" fmla="*/ 810625 h 3224804"/>
              <a:gd name="connsiteX35" fmla="*/ 197277 w 3224805"/>
              <a:gd name="connsiteY35" fmla="*/ 1028681 h 3224804"/>
              <a:gd name="connsiteX36" fmla="*/ 197277 w 3224805"/>
              <a:gd name="connsiteY36" fmla="*/ 1028681 h 3224804"/>
              <a:gd name="connsiteX37" fmla="*/ 124328 w 3224805"/>
              <a:gd name="connsiteY37" fmla="*/ 1252794 h 3224804"/>
              <a:gd name="connsiteX38" fmla="*/ 124328 w 3224805"/>
              <a:gd name="connsiteY38" fmla="*/ 1252794 h 3224804"/>
              <a:gd name="connsiteX39" fmla="*/ 86142 w 3224805"/>
              <a:gd name="connsiteY39" fmla="*/ 1494552 h 3224804"/>
              <a:gd name="connsiteX40" fmla="*/ 86142 w 3224805"/>
              <a:gd name="connsiteY40" fmla="*/ 1494552 h 3224804"/>
              <a:gd name="connsiteX41" fmla="*/ 86142 w 3224805"/>
              <a:gd name="connsiteY41" fmla="*/ 1730252 h 3224804"/>
              <a:gd name="connsiteX42" fmla="*/ 86142 w 3224805"/>
              <a:gd name="connsiteY42" fmla="*/ 1730252 h 3224804"/>
              <a:gd name="connsiteX43" fmla="*/ 124328 w 3224805"/>
              <a:gd name="connsiteY43" fmla="*/ 1972010 h 3224804"/>
              <a:gd name="connsiteX44" fmla="*/ 124328 w 3224805"/>
              <a:gd name="connsiteY44" fmla="*/ 1972010 h 3224804"/>
              <a:gd name="connsiteX45" fmla="*/ 197277 w 3224805"/>
              <a:gd name="connsiteY45" fmla="*/ 2196123 h 3224804"/>
              <a:gd name="connsiteX46" fmla="*/ 197277 w 3224805"/>
              <a:gd name="connsiteY46" fmla="*/ 2196123 h 3224804"/>
              <a:gd name="connsiteX47" fmla="*/ 308412 w 3224805"/>
              <a:gd name="connsiteY47" fmla="*/ 2414179 h 3224804"/>
              <a:gd name="connsiteX48" fmla="*/ 308412 w 3224805"/>
              <a:gd name="connsiteY48" fmla="*/ 2414179 h 3224804"/>
              <a:gd name="connsiteX49" fmla="*/ 446935 w 3224805"/>
              <a:gd name="connsiteY49" fmla="*/ 2604847 h 3224804"/>
              <a:gd name="connsiteX50" fmla="*/ 446935 w 3224805"/>
              <a:gd name="connsiteY50" fmla="*/ 2604847 h 3224804"/>
              <a:gd name="connsiteX51" fmla="*/ 619958 w 3224805"/>
              <a:gd name="connsiteY51" fmla="*/ 2777869 h 3224804"/>
              <a:gd name="connsiteX52" fmla="*/ 619958 w 3224805"/>
              <a:gd name="connsiteY52" fmla="*/ 2777869 h 3224804"/>
              <a:gd name="connsiteX53" fmla="*/ 810626 w 3224805"/>
              <a:gd name="connsiteY53" fmla="*/ 2916393 h 3224804"/>
              <a:gd name="connsiteX54" fmla="*/ 810626 w 3224805"/>
              <a:gd name="connsiteY54" fmla="*/ 2916393 h 3224804"/>
              <a:gd name="connsiteX55" fmla="*/ 1028682 w 3224805"/>
              <a:gd name="connsiteY55" fmla="*/ 3027527 h 3224804"/>
              <a:gd name="connsiteX56" fmla="*/ 1028682 w 3224805"/>
              <a:gd name="connsiteY56" fmla="*/ 3027527 h 3224804"/>
              <a:gd name="connsiteX57" fmla="*/ 1252795 w 3224805"/>
              <a:gd name="connsiteY57" fmla="*/ 3100476 h 3224804"/>
              <a:gd name="connsiteX58" fmla="*/ 1252795 w 3224805"/>
              <a:gd name="connsiteY58" fmla="*/ 3100476 h 3224804"/>
              <a:gd name="connsiteX59" fmla="*/ 1494553 w 3224805"/>
              <a:gd name="connsiteY59" fmla="*/ 3138662 h 3224804"/>
              <a:gd name="connsiteX60" fmla="*/ 1494553 w 3224805"/>
              <a:gd name="connsiteY60" fmla="*/ 3138662 h 3224804"/>
              <a:gd name="connsiteX61" fmla="*/ 1730254 w 3224805"/>
              <a:gd name="connsiteY61" fmla="*/ 3138662 h 3224804"/>
              <a:gd name="connsiteX62" fmla="*/ 1730254 w 3224805"/>
              <a:gd name="connsiteY62" fmla="*/ 3138662 h 3224804"/>
              <a:gd name="connsiteX63" fmla="*/ 1972011 w 3224805"/>
              <a:gd name="connsiteY63" fmla="*/ 3100476 h 3224804"/>
              <a:gd name="connsiteX64" fmla="*/ 1972011 w 3224805"/>
              <a:gd name="connsiteY64" fmla="*/ 3100476 h 3224804"/>
              <a:gd name="connsiteX65" fmla="*/ 2196124 w 3224805"/>
              <a:gd name="connsiteY65" fmla="*/ 3027527 h 3224804"/>
              <a:gd name="connsiteX66" fmla="*/ 2196124 w 3224805"/>
              <a:gd name="connsiteY66" fmla="*/ 3027527 h 3224804"/>
              <a:gd name="connsiteX67" fmla="*/ 2414181 w 3224805"/>
              <a:gd name="connsiteY67" fmla="*/ 2916393 h 3224804"/>
              <a:gd name="connsiteX68" fmla="*/ 2414181 w 3224805"/>
              <a:gd name="connsiteY68" fmla="*/ 2916393 h 3224804"/>
              <a:gd name="connsiteX69" fmla="*/ 2604848 w 3224805"/>
              <a:gd name="connsiteY69" fmla="*/ 2777869 h 3224804"/>
              <a:gd name="connsiteX70" fmla="*/ 2604848 w 3224805"/>
              <a:gd name="connsiteY70" fmla="*/ 2777869 h 3224804"/>
              <a:gd name="connsiteX71" fmla="*/ 2777871 w 3224805"/>
              <a:gd name="connsiteY71" fmla="*/ 2604847 h 3224804"/>
              <a:gd name="connsiteX72" fmla="*/ 2777871 w 3224805"/>
              <a:gd name="connsiteY72" fmla="*/ 2604847 h 3224804"/>
              <a:gd name="connsiteX73" fmla="*/ 2916394 w 3224805"/>
              <a:gd name="connsiteY73" fmla="*/ 2414179 h 3224804"/>
              <a:gd name="connsiteX74" fmla="*/ 3027529 w 3224805"/>
              <a:gd name="connsiteY74" fmla="*/ 2196123 h 3224804"/>
              <a:gd name="connsiteX75" fmla="*/ 3027529 w 3224805"/>
              <a:gd name="connsiteY75" fmla="*/ 2196123 h 3224804"/>
              <a:gd name="connsiteX76" fmla="*/ 3100478 w 3224805"/>
              <a:gd name="connsiteY76" fmla="*/ 1972010 h 3224804"/>
              <a:gd name="connsiteX77" fmla="*/ 3100478 w 3224805"/>
              <a:gd name="connsiteY77" fmla="*/ 1972010 h 3224804"/>
              <a:gd name="connsiteX78" fmla="*/ 3138663 w 3224805"/>
              <a:gd name="connsiteY78" fmla="*/ 1730252 h 3224804"/>
              <a:gd name="connsiteX79" fmla="*/ 1612535 w 3224805"/>
              <a:gd name="connsiteY79" fmla="*/ 2718352 h 3224804"/>
              <a:gd name="connsiteX80" fmla="*/ 506453 w 3224805"/>
              <a:gd name="connsiteY80" fmla="*/ 1612271 h 3224804"/>
              <a:gd name="connsiteX81" fmla="*/ 1612535 w 3224805"/>
              <a:gd name="connsiteY81" fmla="*/ 506189 h 3224804"/>
              <a:gd name="connsiteX82" fmla="*/ 2718616 w 3224805"/>
              <a:gd name="connsiteY82" fmla="*/ 1612271 h 3224804"/>
              <a:gd name="connsiteX83" fmla="*/ 1612535 w 3224805"/>
              <a:gd name="connsiteY83" fmla="*/ 2718352 h 322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3224805" h="3224804">
                <a:moveTo>
                  <a:pt x="3138663" y="1730252"/>
                </a:moveTo>
                <a:lnTo>
                  <a:pt x="3138663" y="1730252"/>
                </a:lnTo>
                <a:cubicBezTo>
                  <a:pt x="3024105" y="1693383"/>
                  <a:pt x="3024105" y="1531158"/>
                  <a:pt x="3138663" y="1494552"/>
                </a:cubicBezTo>
                <a:lnTo>
                  <a:pt x="3138663" y="1494552"/>
                </a:lnTo>
                <a:cubicBezTo>
                  <a:pt x="3273500" y="1451362"/>
                  <a:pt x="3241898" y="1252267"/>
                  <a:pt x="3100478" y="1252794"/>
                </a:cubicBezTo>
                <a:lnTo>
                  <a:pt x="3100478" y="1252794"/>
                </a:lnTo>
                <a:cubicBezTo>
                  <a:pt x="2980125" y="1253321"/>
                  <a:pt x="2930089" y="1098996"/>
                  <a:pt x="3027529" y="1028681"/>
                </a:cubicBezTo>
                <a:lnTo>
                  <a:pt x="3027529" y="1028681"/>
                </a:lnTo>
                <a:cubicBezTo>
                  <a:pt x="3142351" y="945988"/>
                  <a:pt x="3050967" y="766382"/>
                  <a:pt x="2916394" y="810625"/>
                </a:cubicBezTo>
                <a:cubicBezTo>
                  <a:pt x="2802099" y="848285"/>
                  <a:pt x="2706765" y="717135"/>
                  <a:pt x="2777871" y="619958"/>
                </a:cubicBezTo>
                <a:lnTo>
                  <a:pt x="2777871" y="619958"/>
                </a:lnTo>
                <a:cubicBezTo>
                  <a:pt x="2861353" y="505663"/>
                  <a:pt x="2719143" y="363452"/>
                  <a:pt x="2604848" y="446935"/>
                </a:cubicBezTo>
                <a:lnTo>
                  <a:pt x="2604848" y="446935"/>
                </a:lnTo>
                <a:cubicBezTo>
                  <a:pt x="2507671" y="518040"/>
                  <a:pt x="2376521" y="422707"/>
                  <a:pt x="2414181" y="308412"/>
                </a:cubicBezTo>
                <a:lnTo>
                  <a:pt x="2414181" y="308412"/>
                </a:lnTo>
                <a:cubicBezTo>
                  <a:pt x="2458424" y="174102"/>
                  <a:pt x="2278817" y="82455"/>
                  <a:pt x="2196124" y="197277"/>
                </a:cubicBezTo>
                <a:lnTo>
                  <a:pt x="2196124" y="197277"/>
                </a:lnTo>
                <a:cubicBezTo>
                  <a:pt x="2125809" y="294981"/>
                  <a:pt x="1971484" y="244944"/>
                  <a:pt x="1972011" y="124328"/>
                </a:cubicBezTo>
                <a:lnTo>
                  <a:pt x="1972011" y="124328"/>
                </a:lnTo>
                <a:cubicBezTo>
                  <a:pt x="1972538" y="-17092"/>
                  <a:pt x="1773707" y="-48694"/>
                  <a:pt x="1730254" y="86142"/>
                </a:cubicBezTo>
                <a:lnTo>
                  <a:pt x="1730254" y="86142"/>
                </a:lnTo>
                <a:cubicBezTo>
                  <a:pt x="1693384" y="200700"/>
                  <a:pt x="1531158" y="200700"/>
                  <a:pt x="1494553" y="86142"/>
                </a:cubicBezTo>
                <a:lnTo>
                  <a:pt x="1494553" y="86142"/>
                </a:lnTo>
                <a:cubicBezTo>
                  <a:pt x="1451362" y="-48694"/>
                  <a:pt x="1252268" y="-17092"/>
                  <a:pt x="1252795" y="124328"/>
                </a:cubicBezTo>
                <a:lnTo>
                  <a:pt x="1252795" y="124328"/>
                </a:lnTo>
                <a:cubicBezTo>
                  <a:pt x="1253321" y="244680"/>
                  <a:pt x="1098997" y="294717"/>
                  <a:pt x="1028682" y="197277"/>
                </a:cubicBezTo>
                <a:lnTo>
                  <a:pt x="1028682" y="197277"/>
                </a:lnTo>
                <a:cubicBezTo>
                  <a:pt x="945989" y="82455"/>
                  <a:pt x="766382" y="173839"/>
                  <a:pt x="810626" y="308412"/>
                </a:cubicBezTo>
                <a:lnTo>
                  <a:pt x="810626" y="308412"/>
                </a:lnTo>
                <a:cubicBezTo>
                  <a:pt x="848285" y="422707"/>
                  <a:pt x="717136" y="518040"/>
                  <a:pt x="619958" y="446935"/>
                </a:cubicBezTo>
                <a:lnTo>
                  <a:pt x="619958" y="446935"/>
                </a:lnTo>
                <a:cubicBezTo>
                  <a:pt x="505926" y="363452"/>
                  <a:pt x="363452" y="505663"/>
                  <a:pt x="446935" y="619958"/>
                </a:cubicBezTo>
                <a:lnTo>
                  <a:pt x="446935" y="619958"/>
                </a:lnTo>
                <a:cubicBezTo>
                  <a:pt x="518041" y="717135"/>
                  <a:pt x="422707" y="848285"/>
                  <a:pt x="308412" y="810625"/>
                </a:cubicBezTo>
                <a:lnTo>
                  <a:pt x="308412" y="810625"/>
                </a:lnTo>
                <a:cubicBezTo>
                  <a:pt x="174102" y="766382"/>
                  <a:pt x="82455" y="945988"/>
                  <a:pt x="197277" y="1028681"/>
                </a:cubicBezTo>
                <a:lnTo>
                  <a:pt x="197277" y="1028681"/>
                </a:lnTo>
                <a:cubicBezTo>
                  <a:pt x="294981" y="1098996"/>
                  <a:pt x="244944" y="1253321"/>
                  <a:pt x="124328" y="1252794"/>
                </a:cubicBezTo>
                <a:lnTo>
                  <a:pt x="124328" y="1252794"/>
                </a:lnTo>
                <a:cubicBezTo>
                  <a:pt x="-17092" y="1252267"/>
                  <a:pt x="-48695" y="1451099"/>
                  <a:pt x="86142" y="1494552"/>
                </a:cubicBezTo>
                <a:lnTo>
                  <a:pt x="86142" y="1494552"/>
                </a:lnTo>
                <a:cubicBezTo>
                  <a:pt x="200701" y="1531421"/>
                  <a:pt x="200701" y="1693646"/>
                  <a:pt x="86142" y="1730252"/>
                </a:cubicBezTo>
                <a:lnTo>
                  <a:pt x="86142" y="1730252"/>
                </a:lnTo>
                <a:cubicBezTo>
                  <a:pt x="-48695" y="1773442"/>
                  <a:pt x="-17092" y="1972537"/>
                  <a:pt x="124328" y="1972010"/>
                </a:cubicBezTo>
                <a:lnTo>
                  <a:pt x="124328" y="1972010"/>
                </a:lnTo>
                <a:cubicBezTo>
                  <a:pt x="244681" y="1971483"/>
                  <a:pt x="294718" y="2125808"/>
                  <a:pt x="197277" y="2196123"/>
                </a:cubicBezTo>
                <a:lnTo>
                  <a:pt x="197277" y="2196123"/>
                </a:lnTo>
                <a:cubicBezTo>
                  <a:pt x="82455" y="2278816"/>
                  <a:pt x="173839" y="2458422"/>
                  <a:pt x="308412" y="2414179"/>
                </a:cubicBezTo>
                <a:lnTo>
                  <a:pt x="308412" y="2414179"/>
                </a:lnTo>
                <a:cubicBezTo>
                  <a:pt x="422707" y="2376520"/>
                  <a:pt x="518041" y="2507669"/>
                  <a:pt x="446935" y="2604847"/>
                </a:cubicBezTo>
                <a:lnTo>
                  <a:pt x="446935" y="2604847"/>
                </a:lnTo>
                <a:cubicBezTo>
                  <a:pt x="363452" y="2719142"/>
                  <a:pt x="505663" y="2861352"/>
                  <a:pt x="619958" y="2777869"/>
                </a:cubicBezTo>
                <a:lnTo>
                  <a:pt x="619958" y="2777869"/>
                </a:lnTo>
                <a:cubicBezTo>
                  <a:pt x="717136" y="2706764"/>
                  <a:pt x="848285" y="2802098"/>
                  <a:pt x="810626" y="2916393"/>
                </a:cubicBezTo>
                <a:lnTo>
                  <a:pt x="810626" y="2916393"/>
                </a:lnTo>
                <a:cubicBezTo>
                  <a:pt x="766382" y="3050702"/>
                  <a:pt x="945989" y="3142349"/>
                  <a:pt x="1028682" y="3027527"/>
                </a:cubicBezTo>
                <a:lnTo>
                  <a:pt x="1028682" y="3027527"/>
                </a:lnTo>
                <a:cubicBezTo>
                  <a:pt x="1098997" y="2929824"/>
                  <a:pt x="1253321" y="2979861"/>
                  <a:pt x="1252795" y="3100476"/>
                </a:cubicBezTo>
                <a:lnTo>
                  <a:pt x="1252795" y="3100476"/>
                </a:lnTo>
                <a:cubicBezTo>
                  <a:pt x="1252268" y="3241896"/>
                  <a:pt x="1451100" y="3273499"/>
                  <a:pt x="1494553" y="3138662"/>
                </a:cubicBezTo>
                <a:lnTo>
                  <a:pt x="1494553" y="3138662"/>
                </a:lnTo>
                <a:cubicBezTo>
                  <a:pt x="1531422" y="3024104"/>
                  <a:pt x="1693647" y="3024104"/>
                  <a:pt x="1730254" y="3138662"/>
                </a:cubicBezTo>
                <a:lnTo>
                  <a:pt x="1730254" y="3138662"/>
                </a:lnTo>
                <a:cubicBezTo>
                  <a:pt x="1773443" y="3273499"/>
                  <a:pt x="1972538" y="3241896"/>
                  <a:pt x="1972011" y="3100476"/>
                </a:cubicBezTo>
                <a:lnTo>
                  <a:pt x="1972011" y="3100476"/>
                </a:lnTo>
                <a:cubicBezTo>
                  <a:pt x="1971484" y="2980124"/>
                  <a:pt x="2125809" y="2930087"/>
                  <a:pt x="2196124" y="3027527"/>
                </a:cubicBezTo>
                <a:lnTo>
                  <a:pt x="2196124" y="3027527"/>
                </a:lnTo>
                <a:cubicBezTo>
                  <a:pt x="2278817" y="3142349"/>
                  <a:pt x="2458424" y="3050966"/>
                  <a:pt x="2414181" y="2916393"/>
                </a:cubicBezTo>
                <a:lnTo>
                  <a:pt x="2414181" y="2916393"/>
                </a:lnTo>
                <a:cubicBezTo>
                  <a:pt x="2376521" y="2802098"/>
                  <a:pt x="2507671" y="2706764"/>
                  <a:pt x="2604848" y="2777869"/>
                </a:cubicBezTo>
                <a:lnTo>
                  <a:pt x="2604848" y="2777869"/>
                </a:lnTo>
                <a:cubicBezTo>
                  <a:pt x="2718879" y="2861352"/>
                  <a:pt x="2861353" y="2719142"/>
                  <a:pt x="2777871" y="2604847"/>
                </a:cubicBezTo>
                <a:lnTo>
                  <a:pt x="2777871" y="2604847"/>
                </a:lnTo>
                <a:cubicBezTo>
                  <a:pt x="2706765" y="2507669"/>
                  <a:pt x="2802099" y="2376520"/>
                  <a:pt x="2916394" y="2414179"/>
                </a:cubicBezTo>
                <a:cubicBezTo>
                  <a:pt x="3050704" y="2458422"/>
                  <a:pt x="3142351" y="2278816"/>
                  <a:pt x="3027529" y="2196123"/>
                </a:cubicBezTo>
                <a:lnTo>
                  <a:pt x="3027529" y="2196123"/>
                </a:lnTo>
                <a:cubicBezTo>
                  <a:pt x="2929825" y="2125808"/>
                  <a:pt x="2979862" y="1971483"/>
                  <a:pt x="3100478" y="1972010"/>
                </a:cubicBezTo>
                <a:lnTo>
                  <a:pt x="3100478" y="1972010"/>
                </a:lnTo>
                <a:cubicBezTo>
                  <a:pt x="3241898" y="1972537"/>
                  <a:pt x="3273500" y="1773706"/>
                  <a:pt x="3138663" y="1730252"/>
                </a:cubicBezTo>
                <a:close/>
                <a:moveTo>
                  <a:pt x="1612535" y="2718352"/>
                </a:moveTo>
                <a:cubicBezTo>
                  <a:pt x="1001556" y="2718352"/>
                  <a:pt x="506453" y="2223249"/>
                  <a:pt x="506453" y="1612271"/>
                </a:cubicBezTo>
                <a:cubicBezTo>
                  <a:pt x="506453" y="1001292"/>
                  <a:pt x="1001556" y="506189"/>
                  <a:pt x="1612535" y="506189"/>
                </a:cubicBezTo>
                <a:cubicBezTo>
                  <a:pt x="2223513" y="506189"/>
                  <a:pt x="2718616" y="1001292"/>
                  <a:pt x="2718616" y="1612271"/>
                </a:cubicBezTo>
                <a:cubicBezTo>
                  <a:pt x="2718616" y="2223249"/>
                  <a:pt x="2223513" y="2718352"/>
                  <a:pt x="1612535" y="2718352"/>
                </a:cubicBezTo>
                <a:close/>
              </a:path>
            </a:pathLst>
          </a:custGeom>
          <a:solidFill>
            <a:schemeClr val="accent3"/>
          </a:solidFill>
          <a:ln w="2633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4" name="Text5"/>
          <p:cNvSpPr txBox="1"/>
          <p:nvPr>
            <p:custDataLst>
              <p:tags r:id="rId6"/>
            </p:custDataLst>
          </p:nvPr>
        </p:nvSpPr>
        <p:spPr>
          <a:xfrm>
            <a:off x="479991" y="4935656"/>
            <a:ext cx="1898268" cy="1702719"/>
          </a:xfrm>
          <a:prstGeom prst="rect">
            <a:avLst/>
          </a:prstGeom>
          <a:noFill/>
        </p:spPr>
        <p:txBody>
          <a:bodyPr wrap="square" rtlCol="0">
            <a:normAutofit fontScale="875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基于Vue 3开发，运行在5173端口，通过HTTP REST协议调用主业务后端的Workspace View API，负责为用户提供可视化的邮件操作与AI交互界面，是单页应用架构。</a:t>
            </a:r>
          </a:p>
        </p:txBody>
      </p:sp>
      <p:sp>
        <p:nvSpPr>
          <p:cNvPr id="7" name="Text6"/>
          <p:cNvSpPr txBox="1"/>
          <p:nvPr>
            <p:custDataLst>
              <p:tags r:id="rId7"/>
            </p:custDataLst>
          </p:nvPr>
        </p:nvSpPr>
        <p:spPr>
          <a:xfrm>
            <a:off x="588360" y="4575766"/>
            <a:ext cx="1681530" cy="359890"/>
          </a:xfrm>
          <a:prstGeom prst="rect">
            <a:avLst/>
          </a:prstGeom>
          <a:noFill/>
        </p:spPr>
        <p:txBody>
          <a:bodyPr wrap="square" rtlCol="0" anchor="ctr" anchorCtr="0">
            <a:normAutofit fontScale="95000"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前端工作台层</a:t>
            </a:r>
          </a:p>
        </p:txBody>
      </p:sp>
      <p:sp>
        <p:nvSpPr>
          <p:cNvPr id="8" name="Text7"/>
          <p:cNvSpPr txBox="1"/>
          <p:nvPr>
            <p:custDataLst>
              <p:tags r:id="rId8"/>
            </p:custDataLst>
          </p:nvPr>
        </p:nvSpPr>
        <p:spPr>
          <a:xfrm>
            <a:off x="2345423" y="1829910"/>
            <a:ext cx="1898268" cy="1702719"/>
          </a:xfrm>
          <a:prstGeom prst="rect">
            <a:avLst/>
          </a:prstGeom>
          <a:noFill/>
        </p:spPr>
        <p:txBody>
          <a:bodyPr wrap="square" rtlCol="0">
            <a:normAutofit fontScale="875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基于Spring Boot 3开发，运行在8080端口，负责处理所有核心邮件业务逻辑，对接数据库存储业务数据，调度AI分析后台任务，同时提供Internal Tool API供Agent服务调用。</a:t>
            </a:r>
          </a:p>
        </p:txBody>
      </p:sp>
      <p:sp>
        <p:nvSpPr>
          <p:cNvPr id="9" name="Text8"/>
          <p:cNvSpPr txBox="1"/>
          <p:nvPr>
            <p:custDataLst>
              <p:tags r:id="rId9"/>
            </p:custDataLst>
          </p:nvPr>
        </p:nvSpPr>
        <p:spPr>
          <a:xfrm>
            <a:off x="2453791" y="1470021"/>
            <a:ext cx="1681530" cy="359890"/>
          </a:xfrm>
          <a:prstGeom prst="rect">
            <a:avLst/>
          </a:prstGeom>
          <a:noFill/>
        </p:spPr>
        <p:txBody>
          <a:bodyPr wrap="square" rtlCol="0" anchor="ctr" anchorCtr="0">
            <a:normAutofit fontScale="95000"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主业务后端层</a:t>
            </a:r>
          </a:p>
        </p:txBody>
      </p:sp>
      <p:sp>
        <p:nvSpPr>
          <p:cNvPr id="10" name="Text9"/>
          <p:cNvSpPr txBox="1"/>
          <p:nvPr>
            <p:custDataLst>
              <p:tags r:id="rId10"/>
            </p:custDataLst>
          </p:nvPr>
        </p:nvSpPr>
        <p:spPr>
          <a:xfrm>
            <a:off x="4165592" y="4935656"/>
            <a:ext cx="1898268" cy="1702719"/>
          </a:xfrm>
          <a:prstGeom prst="rect">
            <a:avLst/>
          </a:prstGeom>
          <a:noFill/>
        </p:spPr>
        <p:txBody>
          <a:bodyPr wrap="square" rtlCol="0">
            <a:normAutofit fontScale="875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基于Python FastAPI开发，运行在8000端口，提供两类AI能力，分别是自动分析管道和交互式Tool Router，当前RAG工具为MVP mock版本，后续可替换为混合检索方案。</a:t>
            </a:r>
          </a:p>
        </p:txBody>
      </p:sp>
      <p:sp>
        <p:nvSpPr>
          <p:cNvPr id="11" name="Text10"/>
          <p:cNvSpPr txBox="1"/>
          <p:nvPr>
            <p:custDataLst>
              <p:tags r:id="rId11"/>
            </p:custDataLst>
          </p:nvPr>
        </p:nvSpPr>
        <p:spPr>
          <a:xfrm>
            <a:off x="4273961" y="4575766"/>
            <a:ext cx="1681530" cy="359890"/>
          </a:xfrm>
          <a:prstGeom prst="rect">
            <a:avLst/>
          </a:prstGeom>
          <a:noFill/>
        </p:spPr>
        <p:txBody>
          <a:bodyPr wrap="square" rtlCol="0" anchor="ctr" anchorCtr="0">
            <a:normAutofit fontScale="750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AI Agent服务层</a:t>
            </a:r>
          </a:p>
        </p:txBody>
      </p:sp>
      <p:sp>
        <p:nvSpPr>
          <p:cNvPr id="19" name="Shape1"/>
          <p:cNvSpPr>
            <a:spLocks noChangeAspect="1"/>
          </p:cNvSpPr>
          <p:nvPr>
            <p:custDataLst>
              <p:tags r:id="rId12"/>
            </p:custDataLst>
          </p:nvPr>
        </p:nvSpPr>
        <p:spPr bwMode="auto">
          <a:xfrm>
            <a:off x="4857692" y="3296182"/>
            <a:ext cx="480409" cy="528999"/>
          </a:xfrm>
          <a:custGeom>
            <a:avLst/>
            <a:gdLst>
              <a:gd name="T0" fmla="*/ 409 w 409"/>
              <a:gd name="T1" fmla="*/ 391 h 451"/>
              <a:gd name="T2" fmla="*/ 409 w 409"/>
              <a:gd name="T3" fmla="*/ 451 h 451"/>
              <a:gd name="T4" fmla="*/ 0 w 409"/>
              <a:gd name="T5" fmla="*/ 451 h 451"/>
              <a:gd name="T6" fmla="*/ 0 w 409"/>
              <a:gd name="T7" fmla="*/ 391 h 451"/>
              <a:gd name="T8" fmla="*/ 54 w 409"/>
              <a:gd name="T9" fmla="*/ 314 h 451"/>
              <a:gd name="T10" fmla="*/ 121 w 409"/>
              <a:gd name="T11" fmla="*/ 282 h 451"/>
              <a:gd name="T12" fmla="*/ 167 w 409"/>
              <a:gd name="T13" fmla="*/ 378 h 451"/>
              <a:gd name="T14" fmla="*/ 190 w 409"/>
              <a:gd name="T15" fmla="*/ 314 h 451"/>
              <a:gd name="T16" fmla="*/ 205 w 409"/>
              <a:gd name="T17" fmla="*/ 316 h 451"/>
              <a:gd name="T18" fmla="*/ 219 w 409"/>
              <a:gd name="T19" fmla="*/ 314 h 451"/>
              <a:gd name="T20" fmla="*/ 241 w 409"/>
              <a:gd name="T21" fmla="*/ 375 h 451"/>
              <a:gd name="T22" fmla="*/ 286 w 409"/>
              <a:gd name="T23" fmla="*/ 281 h 451"/>
              <a:gd name="T24" fmla="*/ 355 w 409"/>
              <a:gd name="T25" fmla="*/ 314 h 451"/>
              <a:gd name="T26" fmla="*/ 409 w 409"/>
              <a:gd name="T27" fmla="*/ 391 h 451"/>
              <a:gd name="T28" fmla="*/ 60 w 409"/>
              <a:gd name="T29" fmla="*/ 181 h 451"/>
              <a:gd name="T30" fmla="*/ 60 w 409"/>
              <a:gd name="T31" fmla="*/ 137 h 451"/>
              <a:gd name="T32" fmla="*/ 70 w 409"/>
              <a:gd name="T33" fmla="*/ 120 h 451"/>
              <a:gd name="T34" fmla="*/ 205 w 409"/>
              <a:gd name="T35" fmla="*/ 0 h 451"/>
              <a:gd name="T36" fmla="*/ 339 w 409"/>
              <a:gd name="T37" fmla="*/ 120 h 451"/>
              <a:gd name="T38" fmla="*/ 349 w 409"/>
              <a:gd name="T39" fmla="*/ 137 h 451"/>
              <a:gd name="T40" fmla="*/ 349 w 409"/>
              <a:gd name="T41" fmla="*/ 181 h 451"/>
              <a:gd name="T42" fmla="*/ 328 w 409"/>
              <a:gd name="T43" fmla="*/ 202 h 451"/>
              <a:gd name="T44" fmla="*/ 307 w 409"/>
              <a:gd name="T45" fmla="*/ 181 h 451"/>
              <a:gd name="T46" fmla="*/ 307 w 409"/>
              <a:gd name="T47" fmla="*/ 172 h 451"/>
              <a:gd name="T48" fmla="*/ 205 w 409"/>
              <a:gd name="T49" fmla="*/ 281 h 451"/>
              <a:gd name="T50" fmla="*/ 102 w 409"/>
              <a:gd name="T51" fmla="*/ 172 h 451"/>
              <a:gd name="T52" fmla="*/ 102 w 409"/>
              <a:gd name="T53" fmla="*/ 181 h 451"/>
              <a:gd name="T54" fmla="*/ 87 w 409"/>
              <a:gd name="T55" fmla="*/ 201 h 451"/>
              <a:gd name="T56" fmla="*/ 140 w 409"/>
              <a:gd name="T57" fmla="*/ 269 h 451"/>
              <a:gd name="T58" fmla="*/ 156 w 409"/>
              <a:gd name="T59" fmla="*/ 271 h 451"/>
              <a:gd name="T60" fmla="*/ 166 w 409"/>
              <a:gd name="T61" fmla="*/ 292 h 451"/>
              <a:gd name="T62" fmla="*/ 143 w 409"/>
              <a:gd name="T63" fmla="*/ 295 h 451"/>
              <a:gd name="T64" fmla="*/ 132 w 409"/>
              <a:gd name="T65" fmla="*/ 280 h 451"/>
              <a:gd name="T66" fmla="*/ 73 w 409"/>
              <a:gd name="T67" fmla="*/ 200 h 451"/>
              <a:gd name="T68" fmla="*/ 60 w 409"/>
              <a:gd name="T69" fmla="*/ 181 h 451"/>
              <a:gd name="T70" fmla="*/ 84 w 409"/>
              <a:gd name="T71" fmla="*/ 115 h 451"/>
              <a:gd name="T72" fmla="*/ 86 w 409"/>
              <a:gd name="T73" fmla="*/ 115 h 451"/>
              <a:gd name="T74" fmla="*/ 89 w 409"/>
              <a:gd name="T75" fmla="*/ 118 h 451"/>
              <a:gd name="T76" fmla="*/ 100 w 409"/>
              <a:gd name="T77" fmla="*/ 128 h 451"/>
              <a:gd name="T78" fmla="*/ 205 w 409"/>
              <a:gd name="T79" fmla="*/ 40 h 451"/>
              <a:gd name="T80" fmla="*/ 309 w 409"/>
              <a:gd name="T81" fmla="*/ 128 h 451"/>
              <a:gd name="T82" fmla="*/ 325 w 409"/>
              <a:gd name="T83" fmla="*/ 117 h 451"/>
              <a:gd name="T84" fmla="*/ 205 w 409"/>
              <a:gd name="T85" fmla="*/ 13 h 451"/>
              <a:gd name="T86" fmla="*/ 84 w 409"/>
              <a:gd name="T87" fmla="*/ 115 h 4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409" h="451">
                <a:moveTo>
                  <a:pt x="409" y="391"/>
                </a:moveTo>
                <a:lnTo>
                  <a:pt x="409" y="451"/>
                </a:lnTo>
                <a:lnTo>
                  <a:pt x="0" y="451"/>
                </a:lnTo>
                <a:lnTo>
                  <a:pt x="0" y="391"/>
                </a:lnTo>
                <a:cubicBezTo>
                  <a:pt x="0" y="363"/>
                  <a:pt x="25" y="328"/>
                  <a:pt x="54" y="314"/>
                </a:cubicBezTo>
                <a:lnTo>
                  <a:pt x="121" y="282"/>
                </a:lnTo>
                <a:lnTo>
                  <a:pt x="167" y="378"/>
                </a:lnTo>
                <a:lnTo>
                  <a:pt x="190" y="314"/>
                </a:lnTo>
                <a:cubicBezTo>
                  <a:pt x="195" y="315"/>
                  <a:pt x="200" y="316"/>
                  <a:pt x="205" y="316"/>
                </a:cubicBezTo>
                <a:cubicBezTo>
                  <a:pt x="209" y="316"/>
                  <a:pt x="214" y="315"/>
                  <a:pt x="219" y="314"/>
                </a:cubicBezTo>
                <a:lnTo>
                  <a:pt x="241" y="375"/>
                </a:lnTo>
                <a:lnTo>
                  <a:pt x="286" y="281"/>
                </a:lnTo>
                <a:lnTo>
                  <a:pt x="355" y="314"/>
                </a:lnTo>
                <a:cubicBezTo>
                  <a:pt x="385" y="328"/>
                  <a:pt x="409" y="363"/>
                  <a:pt x="409" y="391"/>
                </a:cubicBezTo>
                <a:close/>
                <a:moveTo>
                  <a:pt x="60" y="181"/>
                </a:moveTo>
                <a:lnTo>
                  <a:pt x="60" y="137"/>
                </a:lnTo>
                <a:cubicBezTo>
                  <a:pt x="60" y="130"/>
                  <a:pt x="64" y="124"/>
                  <a:pt x="70" y="120"/>
                </a:cubicBezTo>
                <a:cubicBezTo>
                  <a:pt x="78" y="53"/>
                  <a:pt x="135" y="0"/>
                  <a:pt x="205" y="0"/>
                </a:cubicBezTo>
                <a:cubicBezTo>
                  <a:pt x="274" y="0"/>
                  <a:pt x="331" y="53"/>
                  <a:pt x="339" y="120"/>
                </a:cubicBezTo>
                <a:cubicBezTo>
                  <a:pt x="345" y="124"/>
                  <a:pt x="349" y="130"/>
                  <a:pt x="349" y="137"/>
                </a:cubicBezTo>
                <a:lnTo>
                  <a:pt x="349" y="181"/>
                </a:lnTo>
                <a:cubicBezTo>
                  <a:pt x="349" y="192"/>
                  <a:pt x="339" y="202"/>
                  <a:pt x="328" y="202"/>
                </a:cubicBezTo>
                <a:cubicBezTo>
                  <a:pt x="316" y="202"/>
                  <a:pt x="307" y="192"/>
                  <a:pt x="307" y="181"/>
                </a:cubicBezTo>
                <a:lnTo>
                  <a:pt x="307" y="172"/>
                </a:lnTo>
                <a:cubicBezTo>
                  <a:pt x="296" y="228"/>
                  <a:pt x="254" y="281"/>
                  <a:pt x="205" y="281"/>
                </a:cubicBezTo>
                <a:cubicBezTo>
                  <a:pt x="155" y="281"/>
                  <a:pt x="113" y="228"/>
                  <a:pt x="102" y="172"/>
                </a:cubicBezTo>
                <a:lnTo>
                  <a:pt x="102" y="181"/>
                </a:lnTo>
                <a:cubicBezTo>
                  <a:pt x="102" y="190"/>
                  <a:pt x="96" y="198"/>
                  <a:pt x="87" y="201"/>
                </a:cubicBezTo>
                <a:cubicBezTo>
                  <a:pt x="96" y="229"/>
                  <a:pt x="114" y="253"/>
                  <a:pt x="140" y="269"/>
                </a:cubicBezTo>
                <a:cubicBezTo>
                  <a:pt x="144" y="268"/>
                  <a:pt x="150" y="268"/>
                  <a:pt x="156" y="271"/>
                </a:cubicBezTo>
                <a:cubicBezTo>
                  <a:pt x="165" y="276"/>
                  <a:pt x="170" y="285"/>
                  <a:pt x="166" y="292"/>
                </a:cubicBezTo>
                <a:cubicBezTo>
                  <a:pt x="163" y="298"/>
                  <a:pt x="153" y="300"/>
                  <a:pt x="143" y="295"/>
                </a:cubicBezTo>
                <a:cubicBezTo>
                  <a:pt x="137" y="292"/>
                  <a:pt x="132" y="286"/>
                  <a:pt x="132" y="280"/>
                </a:cubicBezTo>
                <a:cubicBezTo>
                  <a:pt x="103" y="261"/>
                  <a:pt x="82" y="233"/>
                  <a:pt x="73" y="200"/>
                </a:cubicBezTo>
                <a:cubicBezTo>
                  <a:pt x="66" y="197"/>
                  <a:pt x="60" y="190"/>
                  <a:pt x="60" y="181"/>
                </a:cubicBezTo>
                <a:close/>
                <a:moveTo>
                  <a:pt x="84" y="115"/>
                </a:moveTo>
                <a:cubicBezTo>
                  <a:pt x="85" y="115"/>
                  <a:pt x="85" y="115"/>
                  <a:pt x="86" y="115"/>
                </a:cubicBezTo>
                <a:cubicBezTo>
                  <a:pt x="88" y="116"/>
                  <a:pt x="89" y="117"/>
                  <a:pt x="89" y="118"/>
                </a:cubicBezTo>
                <a:cubicBezTo>
                  <a:pt x="94" y="120"/>
                  <a:pt x="98" y="124"/>
                  <a:pt x="100" y="128"/>
                </a:cubicBezTo>
                <a:cubicBezTo>
                  <a:pt x="106" y="70"/>
                  <a:pt x="150" y="40"/>
                  <a:pt x="205" y="40"/>
                </a:cubicBezTo>
                <a:cubicBezTo>
                  <a:pt x="259" y="40"/>
                  <a:pt x="303" y="70"/>
                  <a:pt x="309" y="128"/>
                </a:cubicBezTo>
                <a:cubicBezTo>
                  <a:pt x="312" y="122"/>
                  <a:pt x="318" y="118"/>
                  <a:pt x="325" y="117"/>
                </a:cubicBezTo>
                <a:cubicBezTo>
                  <a:pt x="316" y="58"/>
                  <a:pt x="266" y="13"/>
                  <a:pt x="205" y="13"/>
                </a:cubicBezTo>
                <a:cubicBezTo>
                  <a:pt x="144" y="13"/>
                  <a:pt x="94" y="57"/>
                  <a:pt x="84" y="11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wrap="square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Shape2"/>
          <p:cNvSpPr>
            <a:spLocks noChangeAspect="1"/>
          </p:cNvSpPr>
          <p:nvPr>
            <p:custDataLst>
              <p:tags r:id="rId13"/>
            </p:custDataLst>
          </p:nvPr>
        </p:nvSpPr>
        <p:spPr bwMode="auto">
          <a:xfrm>
            <a:off x="1144403" y="3281643"/>
            <a:ext cx="558919" cy="558077"/>
          </a:xfrm>
          <a:custGeom>
            <a:avLst/>
            <a:gdLst>
              <a:gd name="connsiteX0" fmla="*/ 432518 w 608697"/>
              <a:gd name="connsiteY0" fmla="*/ 535450 h 607780"/>
              <a:gd name="connsiteX1" fmla="*/ 441669 w 608697"/>
              <a:gd name="connsiteY1" fmla="*/ 544491 h 607780"/>
              <a:gd name="connsiteX2" fmla="*/ 441669 w 608697"/>
              <a:gd name="connsiteY2" fmla="*/ 598739 h 607780"/>
              <a:gd name="connsiteX3" fmla="*/ 432518 w 608697"/>
              <a:gd name="connsiteY3" fmla="*/ 607780 h 607780"/>
              <a:gd name="connsiteX4" fmla="*/ 423463 w 608697"/>
              <a:gd name="connsiteY4" fmla="*/ 598739 h 607780"/>
              <a:gd name="connsiteX5" fmla="*/ 423463 w 608697"/>
              <a:gd name="connsiteY5" fmla="*/ 544491 h 607780"/>
              <a:gd name="connsiteX6" fmla="*/ 432518 w 608697"/>
              <a:gd name="connsiteY6" fmla="*/ 535450 h 607780"/>
              <a:gd name="connsiteX7" fmla="*/ 383134 w 608697"/>
              <a:gd name="connsiteY7" fmla="*/ 535450 h 607780"/>
              <a:gd name="connsiteX8" fmla="*/ 392202 w 608697"/>
              <a:gd name="connsiteY8" fmla="*/ 544491 h 607780"/>
              <a:gd name="connsiteX9" fmla="*/ 392202 w 608697"/>
              <a:gd name="connsiteY9" fmla="*/ 598739 h 607780"/>
              <a:gd name="connsiteX10" fmla="*/ 383134 w 608697"/>
              <a:gd name="connsiteY10" fmla="*/ 607780 h 607780"/>
              <a:gd name="connsiteX11" fmla="*/ 374067 w 608697"/>
              <a:gd name="connsiteY11" fmla="*/ 598739 h 607780"/>
              <a:gd name="connsiteX12" fmla="*/ 374067 w 608697"/>
              <a:gd name="connsiteY12" fmla="*/ 544491 h 607780"/>
              <a:gd name="connsiteX13" fmla="*/ 383134 w 608697"/>
              <a:gd name="connsiteY13" fmla="*/ 535450 h 607780"/>
              <a:gd name="connsiteX14" fmla="*/ 332764 w 608697"/>
              <a:gd name="connsiteY14" fmla="*/ 535450 h 607780"/>
              <a:gd name="connsiteX15" fmla="*/ 341819 w 608697"/>
              <a:gd name="connsiteY15" fmla="*/ 544491 h 607780"/>
              <a:gd name="connsiteX16" fmla="*/ 341819 w 608697"/>
              <a:gd name="connsiteY16" fmla="*/ 598739 h 607780"/>
              <a:gd name="connsiteX17" fmla="*/ 332764 w 608697"/>
              <a:gd name="connsiteY17" fmla="*/ 607780 h 607780"/>
              <a:gd name="connsiteX18" fmla="*/ 323613 w 608697"/>
              <a:gd name="connsiteY18" fmla="*/ 598739 h 607780"/>
              <a:gd name="connsiteX19" fmla="*/ 323613 w 608697"/>
              <a:gd name="connsiteY19" fmla="*/ 544491 h 607780"/>
              <a:gd name="connsiteX20" fmla="*/ 332764 w 608697"/>
              <a:gd name="connsiteY20" fmla="*/ 535450 h 607780"/>
              <a:gd name="connsiteX21" fmla="*/ 283249 w 608697"/>
              <a:gd name="connsiteY21" fmla="*/ 535450 h 607780"/>
              <a:gd name="connsiteX22" fmla="*/ 292282 w 608697"/>
              <a:gd name="connsiteY22" fmla="*/ 544491 h 607780"/>
              <a:gd name="connsiteX23" fmla="*/ 292282 w 608697"/>
              <a:gd name="connsiteY23" fmla="*/ 598739 h 607780"/>
              <a:gd name="connsiteX24" fmla="*/ 283249 w 608697"/>
              <a:gd name="connsiteY24" fmla="*/ 607780 h 607780"/>
              <a:gd name="connsiteX25" fmla="*/ 274217 w 608697"/>
              <a:gd name="connsiteY25" fmla="*/ 598739 h 607780"/>
              <a:gd name="connsiteX26" fmla="*/ 274217 w 608697"/>
              <a:gd name="connsiteY26" fmla="*/ 544491 h 607780"/>
              <a:gd name="connsiteX27" fmla="*/ 283249 w 608697"/>
              <a:gd name="connsiteY27" fmla="*/ 535450 h 607780"/>
              <a:gd name="connsiteX28" fmla="*/ 237712 w 608697"/>
              <a:gd name="connsiteY28" fmla="*/ 535450 h 607780"/>
              <a:gd name="connsiteX29" fmla="*/ 246767 w 608697"/>
              <a:gd name="connsiteY29" fmla="*/ 544491 h 607780"/>
              <a:gd name="connsiteX30" fmla="*/ 246767 w 608697"/>
              <a:gd name="connsiteY30" fmla="*/ 598739 h 607780"/>
              <a:gd name="connsiteX31" fmla="*/ 237712 w 608697"/>
              <a:gd name="connsiteY31" fmla="*/ 607780 h 607780"/>
              <a:gd name="connsiteX32" fmla="*/ 228561 w 608697"/>
              <a:gd name="connsiteY32" fmla="*/ 598739 h 607780"/>
              <a:gd name="connsiteX33" fmla="*/ 228561 w 608697"/>
              <a:gd name="connsiteY33" fmla="*/ 544491 h 607780"/>
              <a:gd name="connsiteX34" fmla="*/ 237712 w 608697"/>
              <a:gd name="connsiteY34" fmla="*/ 535450 h 607780"/>
              <a:gd name="connsiteX35" fmla="*/ 188175 w 608697"/>
              <a:gd name="connsiteY35" fmla="*/ 535450 h 607780"/>
              <a:gd name="connsiteX36" fmla="*/ 197230 w 608697"/>
              <a:gd name="connsiteY36" fmla="*/ 544491 h 607780"/>
              <a:gd name="connsiteX37" fmla="*/ 197230 w 608697"/>
              <a:gd name="connsiteY37" fmla="*/ 598739 h 607780"/>
              <a:gd name="connsiteX38" fmla="*/ 188175 w 608697"/>
              <a:gd name="connsiteY38" fmla="*/ 607780 h 607780"/>
              <a:gd name="connsiteX39" fmla="*/ 179024 w 608697"/>
              <a:gd name="connsiteY39" fmla="*/ 598739 h 607780"/>
              <a:gd name="connsiteX40" fmla="*/ 179024 w 608697"/>
              <a:gd name="connsiteY40" fmla="*/ 544491 h 607780"/>
              <a:gd name="connsiteX41" fmla="*/ 188175 w 608697"/>
              <a:gd name="connsiteY41" fmla="*/ 535450 h 607780"/>
              <a:gd name="connsiteX42" fmla="*/ 545285 w 608697"/>
              <a:gd name="connsiteY42" fmla="*/ 409985 h 607780"/>
              <a:gd name="connsiteX43" fmla="*/ 599638 w 608697"/>
              <a:gd name="connsiteY43" fmla="*/ 409985 h 607780"/>
              <a:gd name="connsiteX44" fmla="*/ 608697 w 608697"/>
              <a:gd name="connsiteY44" fmla="*/ 419018 h 607780"/>
              <a:gd name="connsiteX45" fmla="*/ 599638 w 608697"/>
              <a:gd name="connsiteY45" fmla="*/ 428050 h 607780"/>
              <a:gd name="connsiteX46" fmla="*/ 545285 w 608697"/>
              <a:gd name="connsiteY46" fmla="*/ 428050 h 607780"/>
              <a:gd name="connsiteX47" fmla="*/ 536226 w 608697"/>
              <a:gd name="connsiteY47" fmla="*/ 419018 h 607780"/>
              <a:gd name="connsiteX48" fmla="*/ 545285 w 608697"/>
              <a:gd name="connsiteY48" fmla="*/ 409985 h 607780"/>
              <a:gd name="connsiteX49" fmla="*/ 9050 w 608697"/>
              <a:gd name="connsiteY49" fmla="*/ 409985 h 607780"/>
              <a:gd name="connsiteX50" fmla="*/ 63350 w 608697"/>
              <a:gd name="connsiteY50" fmla="*/ 409985 h 607780"/>
              <a:gd name="connsiteX51" fmla="*/ 72400 w 608697"/>
              <a:gd name="connsiteY51" fmla="*/ 419018 h 607780"/>
              <a:gd name="connsiteX52" fmla="*/ 63350 w 608697"/>
              <a:gd name="connsiteY52" fmla="*/ 428050 h 607780"/>
              <a:gd name="connsiteX53" fmla="*/ 9050 w 608697"/>
              <a:gd name="connsiteY53" fmla="*/ 428050 h 607780"/>
              <a:gd name="connsiteX54" fmla="*/ 0 w 608697"/>
              <a:gd name="connsiteY54" fmla="*/ 419018 h 607780"/>
              <a:gd name="connsiteX55" fmla="*/ 9050 w 608697"/>
              <a:gd name="connsiteY55" fmla="*/ 409985 h 607780"/>
              <a:gd name="connsiteX56" fmla="*/ 545285 w 608697"/>
              <a:gd name="connsiteY56" fmla="*/ 360519 h 607780"/>
              <a:gd name="connsiteX57" fmla="*/ 599638 w 608697"/>
              <a:gd name="connsiteY57" fmla="*/ 360519 h 607780"/>
              <a:gd name="connsiteX58" fmla="*/ 608697 w 608697"/>
              <a:gd name="connsiteY58" fmla="*/ 369574 h 607780"/>
              <a:gd name="connsiteX59" fmla="*/ 599638 w 608697"/>
              <a:gd name="connsiteY59" fmla="*/ 378725 h 607780"/>
              <a:gd name="connsiteX60" fmla="*/ 545285 w 608697"/>
              <a:gd name="connsiteY60" fmla="*/ 378725 h 607780"/>
              <a:gd name="connsiteX61" fmla="*/ 536226 w 608697"/>
              <a:gd name="connsiteY61" fmla="*/ 369574 h 607780"/>
              <a:gd name="connsiteX62" fmla="*/ 545285 w 608697"/>
              <a:gd name="connsiteY62" fmla="*/ 360519 h 607780"/>
              <a:gd name="connsiteX63" fmla="*/ 9050 w 608697"/>
              <a:gd name="connsiteY63" fmla="*/ 360519 h 607780"/>
              <a:gd name="connsiteX64" fmla="*/ 63350 w 608697"/>
              <a:gd name="connsiteY64" fmla="*/ 360519 h 607780"/>
              <a:gd name="connsiteX65" fmla="*/ 72400 w 608697"/>
              <a:gd name="connsiteY65" fmla="*/ 369574 h 607780"/>
              <a:gd name="connsiteX66" fmla="*/ 63350 w 608697"/>
              <a:gd name="connsiteY66" fmla="*/ 378725 h 607780"/>
              <a:gd name="connsiteX67" fmla="*/ 9050 w 608697"/>
              <a:gd name="connsiteY67" fmla="*/ 378725 h 607780"/>
              <a:gd name="connsiteX68" fmla="*/ 0 w 608697"/>
              <a:gd name="connsiteY68" fmla="*/ 369574 h 607780"/>
              <a:gd name="connsiteX69" fmla="*/ 9050 w 608697"/>
              <a:gd name="connsiteY69" fmla="*/ 360519 h 607780"/>
              <a:gd name="connsiteX70" fmla="*/ 545285 w 608697"/>
              <a:gd name="connsiteY70" fmla="*/ 314933 h 607780"/>
              <a:gd name="connsiteX71" fmla="*/ 599638 w 608697"/>
              <a:gd name="connsiteY71" fmla="*/ 314933 h 607780"/>
              <a:gd name="connsiteX72" fmla="*/ 608697 w 608697"/>
              <a:gd name="connsiteY72" fmla="*/ 324084 h 607780"/>
              <a:gd name="connsiteX73" fmla="*/ 599638 w 608697"/>
              <a:gd name="connsiteY73" fmla="*/ 333139 h 607780"/>
              <a:gd name="connsiteX74" fmla="*/ 545285 w 608697"/>
              <a:gd name="connsiteY74" fmla="*/ 333139 h 607780"/>
              <a:gd name="connsiteX75" fmla="*/ 536226 w 608697"/>
              <a:gd name="connsiteY75" fmla="*/ 324084 h 607780"/>
              <a:gd name="connsiteX76" fmla="*/ 545285 w 608697"/>
              <a:gd name="connsiteY76" fmla="*/ 314933 h 607780"/>
              <a:gd name="connsiteX77" fmla="*/ 9050 w 608697"/>
              <a:gd name="connsiteY77" fmla="*/ 314933 h 607780"/>
              <a:gd name="connsiteX78" fmla="*/ 63350 w 608697"/>
              <a:gd name="connsiteY78" fmla="*/ 314933 h 607780"/>
              <a:gd name="connsiteX79" fmla="*/ 72400 w 608697"/>
              <a:gd name="connsiteY79" fmla="*/ 324084 h 607780"/>
              <a:gd name="connsiteX80" fmla="*/ 63350 w 608697"/>
              <a:gd name="connsiteY80" fmla="*/ 333139 h 607780"/>
              <a:gd name="connsiteX81" fmla="*/ 9050 w 608697"/>
              <a:gd name="connsiteY81" fmla="*/ 333139 h 607780"/>
              <a:gd name="connsiteX82" fmla="*/ 0 w 608697"/>
              <a:gd name="connsiteY82" fmla="*/ 324084 h 607780"/>
              <a:gd name="connsiteX83" fmla="*/ 9050 w 608697"/>
              <a:gd name="connsiteY83" fmla="*/ 314933 h 607780"/>
              <a:gd name="connsiteX84" fmla="*/ 545285 w 608697"/>
              <a:gd name="connsiteY84" fmla="*/ 265608 h 607780"/>
              <a:gd name="connsiteX85" fmla="*/ 599638 w 608697"/>
              <a:gd name="connsiteY85" fmla="*/ 265608 h 607780"/>
              <a:gd name="connsiteX86" fmla="*/ 608697 w 608697"/>
              <a:gd name="connsiteY86" fmla="*/ 274759 h 607780"/>
              <a:gd name="connsiteX87" fmla="*/ 599638 w 608697"/>
              <a:gd name="connsiteY87" fmla="*/ 283814 h 607780"/>
              <a:gd name="connsiteX88" fmla="*/ 545285 w 608697"/>
              <a:gd name="connsiteY88" fmla="*/ 283814 h 607780"/>
              <a:gd name="connsiteX89" fmla="*/ 536226 w 608697"/>
              <a:gd name="connsiteY89" fmla="*/ 274759 h 607780"/>
              <a:gd name="connsiteX90" fmla="*/ 545285 w 608697"/>
              <a:gd name="connsiteY90" fmla="*/ 265608 h 607780"/>
              <a:gd name="connsiteX91" fmla="*/ 9050 w 608697"/>
              <a:gd name="connsiteY91" fmla="*/ 265608 h 607780"/>
              <a:gd name="connsiteX92" fmla="*/ 63350 w 608697"/>
              <a:gd name="connsiteY92" fmla="*/ 265608 h 607780"/>
              <a:gd name="connsiteX93" fmla="*/ 72400 w 608697"/>
              <a:gd name="connsiteY93" fmla="*/ 274759 h 607780"/>
              <a:gd name="connsiteX94" fmla="*/ 63350 w 608697"/>
              <a:gd name="connsiteY94" fmla="*/ 283814 h 607780"/>
              <a:gd name="connsiteX95" fmla="*/ 9050 w 608697"/>
              <a:gd name="connsiteY95" fmla="*/ 283814 h 607780"/>
              <a:gd name="connsiteX96" fmla="*/ 0 w 608697"/>
              <a:gd name="connsiteY96" fmla="*/ 274759 h 607780"/>
              <a:gd name="connsiteX97" fmla="*/ 9050 w 608697"/>
              <a:gd name="connsiteY97" fmla="*/ 265608 h 607780"/>
              <a:gd name="connsiteX98" fmla="*/ 545285 w 608697"/>
              <a:gd name="connsiteY98" fmla="*/ 215295 h 607780"/>
              <a:gd name="connsiteX99" fmla="*/ 599638 w 608697"/>
              <a:gd name="connsiteY99" fmla="*/ 215295 h 607780"/>
              <a:gd name="connsiteX100" fmla="*/ 608697 w 608697"/>
              <a:gd name="connsiteY100" fmla="*/ 224362 h 607780"/>
              <a:gd name="connsiteX101" fmla="*/ 599638 w 608697"/>
              <a:gd name="connsiteY101" fmla="*/ 233430 h 607780"/>
              <a:gd name="connsiteX102" fmla="*/ 545285 w 608697"/>
              <a:gd name="connsiteY102" fmla="*/ 233430 h 607780"/>
              <a:gd name="connsiteX103" fmla="*/ 536226 w 608697"/>
              <a:gd name="connsiteY103" fmla="*/ 224362 h 607780"/>
              <a:gd name="connsiteX104" fmla="*/ 545285 w 608697"/>
              <a:gd name="connsiteY104" fmla="*/ 215295 h 607780"/>
              <a:gd name="connsiteX105" fmla="*/ 9050 w 608697"/>
              <a:gd name="connsiteY105" fmla="*/ 215295 h 607780"/>
              <a:gd name="connsiteX106" fmla="*/ 63350 w 608697"/>
              <a:gd name="connsiteY106" fmla="*/ 215295 h 607780"/>
              <a:gd name="connsiteX107" fmla="*/ 72400 w 608697"/>
              <a:gd name="connsiteY107" fmla="*/ 224362 h 607780"/>
              <a:gd name="connsiteX108" fmla="*/ 63350 w 608697"/>
              <a:gd name="connsiteY108" fmla="*/ 233430 h 607780"/>
              <a:gd name="connsiteX109" fmla="*/ 9050 w 608697"/>
              <a:gd name="connsiteY109" fmla="*/ 233430 h 607780"/>
              <a:gd name="connsiteX110" fmla="*/ 0 w 608697"/>
              <a:gd name="connsiteY110" fmla="*/ 224362 h 607780"/>
              <a:gd name="connsiteX111" fmla="*/ 9050 w 608697"/>
              <a:gd name="connsiteY111" fmla="*/ 215295 h 607780"/>
              <a:gd name="connsiteX112" fmla="*/ 217493 w 608697"/>
              <a:gd name="connsiteY112" fmla="*/ 199054 h 607780"/>
              <a:gd name="connsiteX113" fmla="*/ 217493 w 608697"/>
              <a:gd name="connsiteY113" fmla="*/ 388249 h 607780"/>
              <a:gd name="connsiteX114" fmla="*/ 405197 w 608697"/>
              <a:gd name="connsiteY114" fmla="*/ 388249 h 607780"/>
              <a:gd name="connsiteX115" fmla="*/ 405197 w 608697"/>
              <a:gd name="connsiteY115" fmla="*/ 199054 h 607780"/>
              <a:gd name="connsiteX116" fmla="*/ 545285 w 608697"/>
              <a:gd name="connsiteY116" fmla="*/ 165899 h 607780"/>
              <a:gd name="connsiteX117" fmla="*/ 599638 w 608697"/>
              <a:gd name="connsiteY117" fmla="*/ 165899 h 607780"/>
              <a:gd name="connsiteX118" fmla="*/ 608697 w 608697"/>
              <a:gd name="connsiteY118" fmla="*/ 174918 h 607780"/>
              <a:gd name="connsiteX119" fmla="*/ 599638 w 608697"/>
              <a:gd name="connsiteY119" fmla="*/ 184034 h 607780"/>
              <a:gd name="connsiteX120" fmla="*/ 545285 w 608697"/>
              <a:gd name="connsiteY120" fmla="*/ 184034 h 607780"/>
              <a:gd name="connsiteX121" fmla="*/ 536226 w 608697"/>
              <a:gd name="connsiteY121" fmla="*/ 174918 h 607780"/>
              <a:gd name="connsiteX122" fmla="*/ 545285 w 608697"/>
              <a:gd name="connsiteY122" fmla="*/ 165899 h 607780"/>
              <a:gd name="connsiteX123" fmla="*/ 9050 w 608697"/>
              <a:gd name="connsiteY123" fmla="*/ 165899 h 607780"/>
              <a:gd name="connsiteX124" fmla="*/ 63350 w 608697"/>
              <a:gd name="connsiteY124" fmla="*/ 165899 h 607780"/>
              <a:gd name="connsiteX125" fmla="*/ 72400 w 608697"/>
              <a:gd name="connsiteY125" fmla="*/ 175014 h 607780"/>
              <a:gd name="connsiteX126" fmla="*/ 63350 w 608697"/>
              <a:gd name="connsiteY126" fmla="*/ 184034 h 607780"/>
              <a:gd name="connsiteX127" fmla="*/ 9050 w 608697"/>
              <a:gd name="connsiteY127" fmla="*/ 184034 h 607780"/>
              <a:gd name="connsiteX128" fmla="*/ 0 w 608697"/>
              <a:gd name="connsiteY128" fmla="*/ 175014 h 607780"/>
              <a:gd name="connsiteX129" fmla="*/ 9050 w 608697"/>
              <a:gd name="connsiteY129" fmla="*/ 165899 h 607780"/>
              <a:gd name="connsiteX130" fmla="*/ 191490 w 608697"/>
              <a:gd name="connsiteY130" fmla="*/ 149807 h 607780"/>
              <a:gd name="connsiteX131" fmla="*/ 173577 w 608697"/>
              <a:gd name="connsiteY131" fmla="*/ 167697 h 607780"/>
              <a:gd name="connsiteX132" fmla="*/ 191490 w 608697"/>
              <a:gd name="connsiteY132" fmla="*/ 185588 h 607780"/>
              <a:gd name="connsiteX133" fmla="*/ 209403 w 608697"/>
              <a:gd name="connsiteY133" fmla="*/ 167697 h 607780"/>
              <a:gd name="connsiteX134" fmla="*/ 191490 w 608697"/>
              <a:gd name="connsiteY134" fmla="*/ 149807 h 607780"/>
              <a:gd name="connsiteX135" fmla="*/ 162983 w 608697"/>
              <a:gd name="connsiteY135" fmla="*/ 96040 h 607780"/>
              <a:gd name="connsiteX136" fmla="*/ 457780 w 608697"/>
              <a:gd name="connsiteY136" fmla="*/ 96040 h 607780"/>
              <a:gd name="connsiteX137" fmla="*/ 513928 w 608697"/>
              <a:gd name="connsiteY137" fmla="*/ 152115 h 607780"/>
              <a:gd name="connsiteX138" fmla="*/ 513928 w 608697"/>
              <a:gd name="connsiteY138" fmla="*/ 446634 h 607780"/>
              <a:gd name="connsiteX139" fmla="*/ 457780 w 608697"/>
              <a:gd name="connsiteY139" fmla="*/ 502709 h 607780"/>
              <a:gd name="connsiteX140" fmla="*/ 162983 w 608697"/>
              <a:gd name="connsiteY140" fmla="*/ 502709 h 607780"/>
              <a:gd name="connsiteX141" fmla="*/ 106836 w 608697"/>
              <a:gd name="connsiteY141" fmla="*/ 446634 h 607780"/>
              <a:gd name="connsiteX142" fmla="*/ 106836 w 608697"/>
              <a:gd name="connsiteY142" fmla="*/ 152115 h 607780"/>
              <a:gd name="connsiteX143" fmla="*/ 162983 w 608697"/>
              <a:gd name="connsiteY143" fmla="*/ 96040 h 607780"/>
              <a:gd name="connsiteX144" fmla="*/ 432518 w 608697"/>
              <a:gd name="connsiteY144" fmla="*/ 0 h 607780"/>
              <a:gd name="connsiteX145" fmla="*/ 441669 w 608697"/>
              <a:gd name="connsiteY145" fmla="*/ 9041 h 607780"/>
              <a:gd name="connsiteX146" fmla="*/ 441669 w 608697"/>
              <a:gd name="connsiteY146" fmla="*/ 63289 h 607780"/>
              <a:gd name="connsiteX147" fmla="*/ 432518 w 608697"/>
              <a:gd name="connsiteY147" fmla="*/ 72330 h 607780"/>
              <a:gd name="connsiteX148" fmla="*/ 423463 w 608697"/>
              <a:gd name="connsiteY148" fmla="*/ 63289 h 607780"/>
              <a:gd name="connsiteX149" fmla="*/ 423463 w 608697"/>
              <a:gd name="connsiteY149" fmla="*/ 9041 h 607780"/>
              <a:gd name="connsiteX150" fmla="*/ 432518 w 608697"/>
              <a:gd name="connsiteY150" fmla="*/ 0 h 607780"/>
              <a:gd name="connsiteX151" fmla="*/ 383134 w 608697"/>
              <a:gd name="connsiteY151" fmla="*/ 0 h 607780"/>
              <a:gd name="connsiteX152" fmla="*/ 392202 w 608697"/>
              <a:gd name="connsiteY152" fmla="*/ 9041 h 607780"/>
              <a:gd name="connsiteX153" fmla="*/ 392202 w 608697"/>
              <a:gd name="connsiteY153" fmla="*/ 63289 h 607780"/>
              <a:gd name="connsiteX154" fmla="*/ 383134 w 608697"/>
              <a:gd name="connsiteY154" fmla="*/ 72330 h 607780"/>
              <a:gd name="connsiteX155" fmla="*/ 374067 w 608697"/>
              <a:gd name="connsiteY155" fmla="*/ 63289 h 607780"/>
              <a:gd name="connsiteX156" fmla="*/ 374067 w 608697"/>
              <a:gd name="connsiteY156" fmla="*/ 9041 h 607780"/>
              <a:gd name="connsiteX157" fmla="*/ 383134 w 608697"/>
              <a:gd name="connsiteY157" fmla="*/ 0 h 607780"/>
              <a:gd name="connsiteX158" fmla="*/ 332764 w 608697"/>
              <a:gd name="connsiteY158" fmla="*/ 0 h 607780"/>
              <a:gd name="connsiteX159" fmla="*/ 341819 w 608697"/>
              <a:gd name="connsiteY159" fmla="*/ 9041 h 607780"/>
              <a:gd name="connsiteX160" fmla="*/ 341819 w 608697"/>
              <a:gd name="connsiteY160" fmla="*/ 63289 h 607780"/>
              <a:gd name="connsiteX161" fmla="*/ 332764 w 608697"/>
              <a:gd name="connsiteY161" fmla="*/ 72330 h 607780"/>
              <a:gd name="connsiteX162" fmla="*/ 323613 w 608697"/>
              <a:gd name="connsiteY162" fmla="*/ 63289 h 607780"/>
              <a:gd name="connsiteX163" fmla="*/ 323613 w 608697"/>
              <a:gd name="connsiteY163" fmla="*/ 9041 h 607780"/>
              <a:gd name="connsiteX164" fmla="*/ 332764 w 608697"/>
              <a:gd name="connsiteY164" fmla="*/ 0 h 607780"/>
              <a:gd name="connsiteX165" fmla="*/ 283249 w 608697"/>
              <a:gd name="connsiteY165" fmla="*/ 0 h 607780"/>
              <a:gd name="connsiteX166" fmla="*/ 292282 w 608697"/>
              <a:gd name="connsiteY166" fmla="*/ 9041 h 607780"/>
              <a:gd name="connsiteX167" fmla="*/ 292282 w 608697"/>
              <a:gd name="connsiteY167" fmla="*/ 63289 h 607780"/>
              <a:gd name="connsiteX168" fmla="*/ 283249 w 608697"/>
              <a:gd name="connsiteY168" fmla="*/ 72330 h 607780"/>
              <a:gd name="connsiteX169" fmla="*/ 274217 w 608697"/>
              <a:gd name="connsiteY169" fmla="*/ 63289 h 607780"/>
              <a:gd name="connsiteX170" fmla="*/ 274217 w 608697"/>
              <a:gd name="connsiteY170" fmla="*/ 9041 h 607780"/>
              <a:gd name="connsiteX171" fmla="*/ 283249 w 608697"/>
              <a:gd name="connsiteY171" fmla="*/ 0 h 607780"/>
              <a:gd name="connsiteX172" fmla="*/ 237712 w 608697"/>
              <a:gd name="connsiteY172" fmla="*/ 0 h 607780"/>
              <a:gd name="connsiteX173" fmla="*/ 246767 w 608697"/>
              <a:gd name="connsiteY173" fmla="*/ 9041 h 607780"/>
              <a:gd name="connsiteX174" fmla="*/ 246767 w 608697"/>
              <a:gd name="connsiteY174" fmla="*/ 63289 h 607780"/>
              <a:gd name="connsiteX175" fmla="*/ 237712 w 608697"/>
              <a:gd name="connsiteY175" fmla="*/ 72330 h 607780"/>
              <a:gd name="connsiteX176" fmla="*/ 228561 w 608697"/>
              <a:gd name="connsiteY176" fmla="*/ 63289 h 607780"/>
              <a:gd name="connsiteX177" fmla="*/ 228561 w 608697"/>
              <a:gd name="connsiteY177" fmla="*/ 9041 h 607780"/>
              <a:gd name="connsiteX178" fmla="*/ 237712 w 608697"/>
              <a:gd name="connsiteY178" fmla="*/ 0 h 607780"/>
              <a:gd name="connsiteX179" fmla="*/ 188198 w 608697"/>
              <a:gd name="connsiteY179" fmla="*/ 0 h 607780"/>
              <a:gd name="connsiteX180" fmla="*/ 197231 w 608697"/>
              <a:gd name="connsiteY180" fmla="*/ 9041 h 607780"/>
              <a:gd name="connsiteX181" fmla="*/ 197231 w 608697"/>
              <a:gd name="connsiteY181" fmla="*/ 63289 h 607780"/>
              <a:gd name="connsiteX182" fmla="*/ 188198 w 608697"/>
              <a:gd name="connsiteY182" fmla="*/ 72330 h 607780"/>
              <a:gd name="connsiteX183" fmla="*/ 179166 w 608697"/>
              <a:gd name="connsiteY183" fmla="*/ 63289 h 607780"/>
              <a:gd name="connsiteX184" fmla="*/ 179166 w 608697"/>
              <a:gd name="connsiteY184" fmla="*/ 9041 h 607780"/>
              <a:gd name="connsiteX185" fmla="*/ 188198 w 608697"/>
              <a:gd name="connsiteY185" fmla="*/ 0 h 607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608697" h="607780">
                <a:moveTo>
                  <a:pt x="432518" y="535450"/>
                </a:moveTo>
                <a:cubicBezTo>
                  <a:pt x="437527" y="535450"/>
                  <a:pt x="441669" y="539490"/>
                  <a:pt x="441669" y="544491"/>
                </a:cubicBezTo>
                <a:lnTo>
                  <a:pt x="441669" y="598739"/>
                </a:lnTo>
                <a:cubicBezTo>
                  <a:pt x="441669" y="603741"/>
                  <a:pt x="437527" y="607780"/>
                  <a:pt x="432518" y="607780"/>
                </a:cubicBezTo>
                <a:cubicBezTo>
                  <a:pt x="427509" y="607780"/>
                  <a:pt x="423463" y="603741"/>
                  <a:pt x="423463" y="598739"/>
                </a:cubicBezTo>
                <a:lnTo>
                  <a:pt x="423463" y="544491"/>
                </a:lnTo>
                <a:cubicBezTo>
                  <a:pt x="423463" y="539490"/>
                  <a:pt x="427509" y="535450"/>
                  <a:pt x="432518" y="535450"/>
                </a:cubicBezTo>
                <a:close/>
                <a:moveTo>
                  <a:pt x="383134" y="535450"/>
                </a:moveTo>
                <a:cubicBezTo>
                  <a:pt x="388150" y="535450"/>
                  <a:pt x="392202" y="539490"/>
                  <a:pt x="392202" y="544491"/>
                </a:cubicBezTo>
                <a:lnTo>
                  <a:pt x="392202" y="598739"/>
                </a:lnTo>
                <a:cubicBezTo>
                  <a:pt x="392202" y="603741"/>
                  <a:pt x="388150" y="607780"/>
                  <a:pt x="383134" y="607780"/>
                </a:cubicBezTo>
                <a:cubicBezTo>
                  <a:pt x="378118" y="607780"/>
                  <a:pt x="374067" y="603741"/>
                  <a:pt x="374067" y="598739"/>
                </a:cubicBezTo>
                <a:lnTo>
                  <a:pt x="374067" y="544491"/>
                </a:lnTo>
                <a:cubicBezTo>
                  <a:pt x="374067" y="539490"/>
                  <a:pt x="378118" y="535450"/>
                  <a:pt x="383134" y="535450"/>
                </a:cubicBezTo>
                <a:close/>
                <a:moveTo>
                  <a:pt x="332764" y="535450"/>
                </a:moveTo>
                <a:cubicBezTo>
                  <a:pt x="337773" y="535450"/>
                  <a:pt x="341819" y="539490"/>
                  <a:pt x="341819" y="544491"/>
                </a:cubicBezTo>
                <a:lnTo>
                  <a:pt x="341819" y="598739"/>
                </a:lnTo>
                <a:cubicBezTo>
                  <a:pt x="341819" y="603741"/>
                  <a:pt x="337773" y="607780"/>
                  <a:pt x="332764" y="607780"/>
                </a:cubicBezTo>
                <a:cubicBezTo>
                  <a:pt x="327755" y="607780"/>
                  <a:pt x="323613" y="603741"/>
                  <a:pt x="323613" y="598739"/>
                </a:cubicBezTo>
                <a:lnTo>
                  <a:pt x="323613" y="544491"/>
                </a:lnTo>
                <a:cubicBezTo>
                  <a:pt x="323613" y="539490"/>
                  <a:pt x="327755" y="535450"/>
                  <a:pt x="332764" y="535450"/>
                </a:cubicBezTo>
                <a:close/>
                <a:moveTo>
                  <a:pt x="283249" y="535450"/>
                </a:moveTo>
                <a:cubicBezTo>
                  <a:pt x="288246" y="535450"/>
                  <a:pt x="292282" y="539490"/>
                  <a:pt x="292282" y="544491"/>
                </a:cubicBezTo>
                <a:lnTo>
                  <a:pt x="292282" y="598739"/>
                </a:lnTo>
                <a:cubicBezTo>
                  <a:pt x="292282" y="603741"/>
                  <a:pt x="288246" y="607780"/>
                  <a:pt x="283249" y="607780"/>
                </a:cubicBezTo>
                <a:cubicBezTo>
                  <a:pt x="278253" y="607780"/>
                  <a:pt x="274217" y="603741"/>
                  <a:pt x="274217" y="598739"/>
                </a:cubicBezTo>
                <a:lnTo>
                  <a:pt x="274217" y="544491"/>
                </a:lnTo>
                <a:cubicBezTo>
                  <a:pt x="274217" y="539490"/>
                  <a:pt x="278253" y="535450"/>
                  <a:pt x="283249" y="535450"/>
                </a:cubicBezTo>
                <a:close/>
                <a:moveTo>
                  <a:pt x="237712" y="535450"/>
                </a:moveTo>
                <a:cubicBezTo>
                  <a:pt x="242625" y="535450"/>
                  <a:pt x="246767" y="539490"/>
                  <a:pt x="246767" y="544491"/>
                </a:cubicBezTo>
                <a:lnTo>
                  <a:pt x="246767" y="598739"/>
                </a:lnTo>
                <a:cubicBezTo>
                  <a:pt x="246767" y="603741"/>
                  <a:pt x="242625" y="607780"/>
                  <a:pt x="237712" y="607780"/>
                </a:cubicBezTo>
                <a:cubicBezTo>
                  <a:pt x="232607" y="607780"/>
                  <a:pt x="228561" y="603741"/>
                  <a:pt x="228561" y="598739"/>
                </a:cubicBezTo>
                <a:lnTo>
                  <a:pt x="228561" y="544491"/>
                </a:lnTo>
                <a:cubicBezTo>
                  <a:pt x="228561" y="539490"/>
                  <a:pt x="232607" y="535450"/>
                  <a:pt x="237712" y="535450"/>
                </a:cubicBezTo>
                <a:close/>
                <a:moveTo>
                  <a:pt x="188175" y="535450"/>
                </a:moveTo>
                <a:cubicBezTo>
                  <a:pt x="193184" y="535450"/>
                  <a:pt x="197230" y="539490"/>
                  <a:pt x="197230" y="544491"/>
                </a:cubicBezTo>
                <a:lnTo>
                  <a:pt x="197230" y="598739"/>
                </a:lnTo>
                <a:cubicBezTo>
                  <a:pt x="197230" y="603741"/>
                  <a:pt x="193184" y="607780"/>
                  <a:pt x="188175" y="607780"/>
                </a:cubicBezTo>
                <a:cubicBezTo>
                  <a:pt x="183166" y="607780"/>
                  <a:pt x="179024" y="603741"/>
                  <a:pt x="179024" y="598739"/>
                </a:cubicBezTo>
                <a:lnTo>
                  <a:pt x="179024" y="544491"/>
                </a:lnTo>
                <a:cubicBezTo>
                  <a:pt x="179024" y="539490"/>
                  <a:pt x="183166" y="535450"/>
                  <a:pt x="188175" y="535450"/>
                </a:cubicBezTo>
                <a:close/>
                <a:moveTo>
                  <a:pt x="545285" y="409985"/>
                </a:moveTo>
                <a:lnTo>
                  <a:pt x="599638" y="409985"/>
                </a:lnTo>
                <a:cubicBezTo>
                  <a:pt x="604650" y="409985"/>
                  <a:pt x="608697" y="414021"/>
                  <a:pt x="608697" y="419018"/>
                </a:cubicBezTo>
                <a:cubicBezTo>
                  <a:pt x="608697" y="424014"/>
                  <a:pt x="604650" y="428050"/>
                  <a:pt x="599638" y="428050"/>
                </a:cubicBezTo>
                <a:lnTo>
                  <a:pt x="545285" y="428050"/>
                </a:lnTo>
                <a:cubicBezTo>
                  <a:pt x="540274" y="428050"/>
                  <a:pt x="536226" y="424014"/>
                  <a:pt x="536226" y="419018"/>
                </a:cubicBezTo>
                <a:cubicBezTo>
                  <a:pt x="536226" y="414021"/>
                  <a:pt x="540274" y="409985"/>
                  <a:pt x="545285" y="409985"/>
                </a:cubicBezTo>
                <a:close/>
                <a:moveTo>
                  <a:pt x="9050" y="409985"/>
                </a:moveTo>
                <a:lnTo>
                  <a:pt x="63350" y="409985"/>
                </a:lnTo>
                <a:cubicBezTo>
                  <a:pt x="68356" y="409985"/>
                  <a:pt x="72400" y="414021"/>
                  <a:pt x="72400" y="419018"/>
                </a:cubicBezTo>
                <a:cubicBezTo>
                  <a:pt x="72400" y="424014"/>
                  <a:pt x="68356" y="428050"/>
                  <a:pt x="63350" y="428050"/>
                </a:cubicBezTo>
                <a:lnTo>
                  <a:pt x="9050" y="428050"/>
                </a:lnTo>
                <a:cubicBezTo>
                  <a:pt x="4043" y="428050"/>
                  <a:pt x="0" y="424014"/>
                  <a:pt x="0" y="419018"/>
                </a:cubicBezTo>
                <a:cubicBezTo>
                  <a:pt x="0" y="414021"/>
                  <a:pt x="4043" y="409985"/>
                  <a:pt x="9050" y="409985"/>
                </a:cubicBezTo>
                <a:close/>
                <a:moveTo>
                  <a:pt x="545285" y="360519"/>
                </a:moveTo>
                <a:lnTo>
                  <a:pt x="599638" y="360519"/>
                </a:lnTo>
                <a:cubicBezTo>
                  <a:pt x="604650" y="360519"/>
                  <a:pt x="608697" y="364565"/>
                  <a:pt x="608697" y="369574"/>
                </a:cubicBezTo>
                <a:cubicBezTo>
                  <a:pt x="608697" y="374679"/>
                  <a:pt x="604650" y="378725"/>
                  <a:pt x="599638" y="378725"/>
                </a:cubicBezTo>
                <a:lnTo>
                  <a:pt x="545285" y="378725"/>
                </a:lnTo>
                <a:cubicBezTo>
                  <a:pt x="540274" y="378725"/>
                  <a:pt x="536226" y="374679"/>
                  <a:pt x="536226" y="369574"/>
                </a:cubicBezTo>
                <a:cubicBezTo>
                  <a:pt x="536226" y="364565"/>
                  <a:pt x="540274" y="360519"/>
                  <a:pt x="545285" y="360519"/>
                </a:cubicBezTo>
                <a:close/>
                <a:moveTo>
                  <a:pt x="9050" y="360519"/>
                </a:moveTo>
                <a:lnTo>
                  <a:pt x="63350" y="360519"/>
                </a:lnTo>
                <a:cubicBezTo>
                  <a:pt x="68356" y="360519"/>
                  <a:pt x="72400" y="364565"/>
                  <a:pt x="72400" y="369574"/>
                </a:cubicBezTo>
                <a:cubicBezTo>
                  <a:pt x="72400" y="374679"/>
                  <a:pt x="68356" y="378725"/>
                  <a:pt x="63350" y="378725"/>
                </a:cubicBezTo>
                <a:lnTo>
                  <a:pt x="9050" y="378725"/>
                </a:lnTo>
                <a:cubicBezTo>
                  <a:pt x="4043" y="378725"/>
                  <a:pt x="0" y="374679"/>
                  <a:pt x="0" y="369574"/>
                </a:cubicBezTo>
                <a:cubicBezTo>
                  <a:pt x="0" y="364565"/>
                  <a:pt x="4043" y="360519"/>
                  <a:pt x="9050" y="360519"/>
                </a:cubicBezTo>
                <a:close/>
                <a:moveTo>
                  <a:pt x="545285" y="314933"/>
                </a:moveTo>
                <a:lnTo>
                  <a:pt x="599638" y="314933"/>
                </a:lnTo>
                <a:cubicBezTo>
                  <a:pt x="604650" y="314933"/>
                  <a:pt x="608697" y="319075"/>
                  <a:pt x="608697" y="324084"/>
                </a:cubicBezTo>
                <a:cubicBezTo>
                  <a:pt x="608697" y="328997"/>
                  <a:pt x="604650" y="333139"/>
                  <a:pt x="599638" y="333139"/>
                </a:cubicBezTo>
                <a:lnTo>
                  <a:pt x="545285" y="333139"/>
                </a:lnTo>
                <a:cubicBezTo>
                  <a:pt x="540274" y="333139"/>
                  <a:pt x="536226" y="328997"/>
                  <a:pt x="536226" y="324084"/>
                </a:cubicBezTo>
                <a:cubicBezTo>
                  <a:pt x="536226" y="319075"/>
                  <a:pt x="540274" y="314933"/>
                  <a:pt x="545285" y="314933"/>
                </a:cubicBezTo>
                <a:close/>
                <a:moveTo>
                  <a:pt x="9050" y="314933"/>
                </a:moveTo>
                <a:lnTo>
                  <a:pt x="63350" y="314933"/>
                </a:lnTo>
                <a:cubicBezTo>
                  <a:pt x="68356" y="314933"/>
                  <a:pt x="72400" y="319075"/>
                  <a:pt x="72400" y="324084"/>
                </a:cubicBezTo>
                <a:cubicBezTo>
                  <a:pt x="72400" y="328997"/>
                  <a:pt x="68356" y="333139"/>
                  <a:pt x="63350" y="333139"/>
                </a:cubicBezTo>
                <a:lnTo>
                  <a:pt x="9050" y="333139"/>
                </a:lnTo>
                <a:cubicBezTo>
                  <a:pt x="4043" y="333139"/>
                  <a:pt x="0" y="328997"/>
                  <a:pt x="0" y="324084"/>
                </a:cubicBezTo>
                <a:cubicBezTo>
                  <a:pt x="0" y="319075"/>
                  <a:pt x="4043" y="314933"/>
                  <a:pt x="9050" y="314933"/>
                </a:cubicBezTo>
                <a:close/>
                <a:moveTo>
                  <a:pt x="545285" y="265608"/>
                </a:moveTo>
                <a:lnTo>
                  <a:pt x="599638" y="265608"/>
                </a:lnTo>
                <a:cubicBezTo>
                  <a:pt x="604650" y="265608"/>
                  <a:pt x="608697" y="269654"/>
                  <a:pt x="608697" y="274759"/>
                </a:cubicBezTo>
                <a:cubicBezTo>
                  <a:pt x="608697" y="279768"/>
                  <a:pt x="604650" y="283814"/>
                  <a:pt x="599638" y="283814"/>
                </a:cubicBezTo>
                <a:lnTo>
                  <a:pt x="545285" y="283814"/>
                </a:lnTo>
                <a:cubicBezTo>
                  <a:pt x="540274" y="283814"/>
                  <a:pt x="536226" y="279768"/>
                  <a:pt x="536226" y="274759"/>
                </a:cubicBezTo>
                <a:cubicBezTo>
                  <a:pt x="536226" y="269654"/>
                  <a:pt x="540274" y="265608"/>
                  <a:pt x="545285" y="265608"/>
                </a:cubicBezTo>
                <a:close/>
                <a:moveTo>
                  <a:pt x="9050" y="265608"/>
                </a:moveTo>
                <a:lnTo>
                  <a:pt x="63350" y="265608"/>
                </a:lnTo>
                <a:cubicBezTo>
                  <a:pt x="68356" y="265608"/>
                  <a:pt x="72400" y="269654"/>
                  <a:pt x="72400" y="274759"/>
                </a:cubicBezTo>
                <a:cubicBezTo>
                  <a:pt x="72400" y="279768"/>
                  <a:pt x="68356" y="283814"/>
                  <a:pt x="63350" y="283814"/>
                </a:cubicBezTo>
                <a:lnTo>
                  <a:pt x="9050" y="283814"/>
                </a:lnTo>
                <a:cubicBezTo>
                  <a:pt x="4043" y="283814"/>
                  <a:pt x="0" y="279768"/>
                  <a:pt x="0" y="274759"/>
                </a:cubicBezTo>
                <a:cubicBezTo>
                  <a:pt x="0" y="269654"/>
                  <a:pt x="4043" y="265608"/>
                  <a:pt x="9050" y="265608"/>
                </a:cubicBezTo>
                <a:close/>
                <a:moveTo>
                  <a:pt x="545285" y="215295"/>
                </a:moveTo>
                <a:lnTo>
                  <a:pt x="599638" y="215295"/>
                </a:lnTo>
                <a:cubicBezTo>
                  <a:pt x="604650" y="215295"/>
                  <a:pt x="608697" y="219346"/>
                  <a:pt x="608697" y="224362"/>
                </a:cubicBezTo>
                <a:cubicBezTo>
                  <a:pt x="608697" y="229378"/>
                  <a:pt x="604650" y="233430"/>
                  <a:pt x="599638" y="233430"/>
                </a:cubicBezTo>
                <a:lnTo>
                  <a:pt x="545285" y="233430"/>
                </a:lnTo>
                <a:cubicBezTo>
                  <a:pt x="540274" y="233430"/>
                  <a:pt x="536226" y="229378"/>
                  <a:pt x="536226" y="224362"/>
                </a:cubicBezTo>
                <a:cubicBezTo>
                  <a:pt x="536226" y="219346"/>
                  <a:pt x="540274" y="215295"/>
                  <a:pt x="545285" y="215295"/>
                </a:cubicBezTo>
                <a:close/>
                <a:moveTo>
                  <a:pt x="9050" y="215295"/>
                </a:moveTo>
                <a:lnTo>
                  <a:pt x="63350" y="215295"/>
                </a:lnTo>
                <a:cubicBezTo>
                  <a:pt x="68356" y="215295"/>
                  <a:pt x="72400" y="219346"/>
                  <a:pt x="72400" y="224362"/>
                </a:cubicBezTo>
                <a:cubicBezTo>
                  <a:pt x="72400" y="229378"/>
                  <a:pt x="68356" y="233430"/>
                  <a:pt x="63350" y="233430"/>
                </a:cubicBezTo>
                <a:lnTo>
                  <a:pt x="9050" y="233430"/>
                </a:lnTo>
                <a:cubicBezTo>
                  <a:pt x="4043" y="233430"/>
                  <a:pt x="0" y="229378"/>
                  <a:pt x="0" y="224362"/>
                </a:cubicBezTo>
                <a:cubicBezTo>
                  <a:pt x="0" y="219346"/>
                  <a:pt x="4043" y="215295"/>
                  <a:pt x="9050" y="215295"/>
                </a:cubicBezTo>
                <a:close/>
                <a:moveTo>
                  <a:pt x="217493" y="199054"/>
                </a:moveTo>
                <a:lnTo>
                  <a:pt x="217493" y="388249"/>
                </a:lnTo>
                <a:lnTo>
                  <a:pt x="405197" y="388249"/>
                </a:lnTo>
                <a:lnTo>
                  <a:pt x="405197" y="199054"/>
                </a:lnTo>
                <a:close/>
                <a:moveTo>
                  <a:pt x="545285" y="165899"/>
                </a:moveTo>
                <a:lnTo>
                  <a:pt x="599638" y="165899"/>
                </a:lnTo>
                <a:cubicBezTo>
                  <a:pt x="604650" y="165899"/>
                  <a:pt x="608697" y="170025"/>
                  <a:pt x="608697" y="174918"/>
                </a:cubicBezTo>
                <a:cubicBezTo>
                  <a:pt x="608697" y="179908"/>
                  <a:pt x="604650" y="184034"/>
                  <a:pt x="599638" y="184034"/>
                </a:cubicBezTo>
                <a:lnTo>
                  <a:pt x="545285" y="184034"/>
                </a:lnTo>
                <a:cubicBezTo>
                  <a:pt x="540274" y="184034"/>
                  <a:pt x="536226" y="179908"/>
                  <a:pt x="536226" y="174918"/>
                </a:cubicBezTo>
                <a:cubicBezTo>
                  <a:pt x="536226" y="170025"/>
                  <a:pt x="540274" y="165899"/>
                  <a:pt x="545285" y="165899"/>
                </a:cubicBezTo>
                <a:close/>
                <a:moveTo>
                  <a:pt x="9050" y="165899"/>
                </a:moveTo>
                <a:lnTo>
                  <a:pt x="63350" y="165899"/>
                </a:lnTo>
                <a:cubicBezTo>
                  <a:pt x="68356" y="165899"/>
                  <a:pt x="72400" y="170025"/>
                  <a:pt x="72400" y="175014"/>
                </a:cubicBezTo>
                <a:cubicBezTo>
                  <a:pt x="72400" y="179908"/>
                  <a:pt x="68356" y="184034"/>
                  <a:pt x="63350" y="184034"/>
                </a:cubicBezTo>
                <a:lnTo>
                  <a:pt x="9050" y="184034"/>
                </a:lnTo>
                <a:cubicBezTo>
                  <a:pt x="4043" y="184034"/>
                  <a:pt x="0" y="179908"/>
                  <a:pt x="0" y="175014"/>
                </a:cubicBezTo>
                <a:cubicBezTo>
                  <a:pt x="0" y="170025"/>
                  <a:pt x="4043" y="165899"/>
                  <a:pt x="9050" y="165899"/>
                </a:cubicBezTo>
                <a:close/>
                <a:moveTo>
                  <a:pt x="191490" y="149807"/>
                </a:moveTo>
                <a:cubicBezTo>
                  <a:pt x="181570" y="149807"/>
                  <a:pt x="173577" y="157790"/>
                  <a:pt x="173577" y="167697"/>
                </a:cubicBezTo>
                <a:cubicBezTo>
                  <a:pt x="173577" y="177508"/>
                  <a:pt x="181570" y="185588"/>
                  <a:pt x="191490" y="185588"/>
                </a:cubicBezTo>
                <a:cubicBezTo>
                  <a:pt x="201313" y="185588"/>
                  <a:pt x="209403" y="177508"/>
                  <a:pt x="209403" y="167697"/>
                </a:cubicBezTo>
                <a:cubicBezTo>
                  <a:pt x="209403" y="157790"/>
                  <a:pt x="201313" y="149807"/>
                  <a:pt x="191490" y="149807"/>
                </a:cubicBezTo>
                <a:close/>
                <a:moveTo>
                  <a:pt x="162983" y="96040"/>
                </a:moveTo>
                <a:lnTo>
                  <a:pt x="457780" y="96040"/>
                </a:lnTo>
                <a:cubicBezTo>
                  <a:pt x="488791" y="96040"/>
                  <a:pt x="513928" y="121240"/>
                  <a:pt x="513928" y="152115"/>
                </a:cubicBezTo>
                <a:lnTo>
                  <a:pt x="513928" y="446634"/>
                </a:lnTo>
                <a:cubicBezTo>
                  <a:pt x="513928" y="477509"/>
                  <a:pt x="488791" y="502709"/>
                  <a:pt x="457780" y="502709"/>
                </a:cubicBezTo>
                <a:lnTo>
                  <a:pt x="162983" y="502709"/>
                </a:lnTo>
                <a:cubicBezTo>
                  <a:pt x="131972" y="502709"/>
                  <a:pt x="106836" y="477509"/>
                  <a:pt x="106836" y="446634"/>
                </a:cubicBezTo>
                <a:lnTo>
                  <a:pt x="106836" y="152115"/>
                </a:lnTo>
                <a:cubicBezTo>
                  <a:pt x="106836" y="121240"/>
                  <a:pt x="131972" y="96040"/>
                  <a:pt x="162983" y="96040"/>
                </a:cubicBezTo>
                <a:close/>
                <a:moveTo>
                  <a:pt x="432518" y="0"/>
                </a:moveTo>
                <a:cubicBezTo>
                  <a:pt x="437527" y="0"/>
                  <a:pt x="441669" y="4039"/>
                  <a:pt x="441669" y="9041"/>
                </a:cubicBezTo>
                <a:lnTo>
                  <a:pt x="441669" y="63289"/>
                </a:lnTo>
                <a:cubicBezTo>
                  <a:pt x="441669" y="68290"/>
                  <a:pt x="437527" y="72330"/>
                  <a:pt x="432518" y="72330"/>
                </a:cubicBezTo>
                <a:cubicBezTo>
                  <a:pt x="427605" y="72330"/>
                  <a:pt x="423463" y="68290"/>
                  <a:pt x="423463" y="63289"/>
                </a:cubicBezTo>
                <a:lnTo>
                  <a:pt x="423463" y="9041"/>
                </a:lnTo>
                <a:cubicBezTo>
                  <a:pt x="423463" y="4039"/>
                  <a:pt x="427509" y="0"/>
                  <a:pt x="432518" y="0"/>
                </a:cubicBezTo>
                <a:close/>
                <a:moveTo>
                  <a:pt x="383134" y="0"/>
                </a:moveTo>
                <a:cubicBezTo>
                  <a:pt x="388150" y="0"/>
                  <a:pt x="392202" y="4039"/>
                  <a:pt x="392202" y="9041"/>
                </a:cubicBezTo>
                <a:lnTo>
                  <a:pt x="392202" y="63289"/>
                </a:lnTo>
                <a:cubicBezTo>
                  <a:pt x="392202" y="68290"/>
                  <a:pt x="388150" y="72330"/>
                  <a:pt x="383134" y="72330"/>
                </a:cubicBezTo>
                <a:cubicBezTo>
                  <a:pt x="378118" y="72330"/>
                  <a:pt x="374067" y="68290"/>
                  <a:pt x="374067" y="63289"/>
                </a:cubicBezTo>
                <a:lnTo>
                  <a:pt x="374067" y="9041"/>
                </a:lnTo>
                <a:cubicBezTo>
                  <a:pt x="374067" y="4039"/>
                  <a:pt x="378118" y="0"/>
                  <a:pt x="383134" y="0"/>
                </a:cubicBezTo>
                <a:close/>
                <a:moveTo>
                  <a:pt x="332764" y="0"/>
                </a:moveTo>
                <a:cubicBezTo>
                  <a:pt x="337773" y="0"/>
                  <a:pt x="341819" y="4039"/>
                  <a:pt x="341819" y="9041"/>
                </a:cubicBezTo>
                <a:lnTo>
                  <a:pt x="341819" y="63289"/>
                </a:lnTo>
                <a:cubicBezTo>
                  <a:pt x="341819" y="68290"/>
                  <a:pt x="337773" y="72330"/>
                  <a:pt x="332764" y="72330"/>
                </a:cubicBezTo>
                <a:cubicBezTo>
                  <a:pt x="327755" y="72330"/>
                  <a:pt x="323613" y="68290"/>
                  <a:pt x="323613" y="63289"/>
                </a:cubicBezTo>
                <a:lnTo>
                  <a:pt x="323613" y="9041"/>
                </a:lnTo>
                <a:cubicBezTo>
                  <a:pt x="323613" y="4039"/>
                  <a:pt x="327755" y="0"/>
                  <a:pt x="332764" y="0"/>
                </a:cubicBezTo>
                <a:close/>
                <a:moveTo>
                  <a:pt x="283249" y="0"/>
                </a:moveTo>
                <a:cubicBezTo>
                  <a:pt x="288246" y="0"/>
                  <a:pt x="292282" y="4039"/>
                  <a:pt x="292282" y="9041"/>
                </a:cubicBezTo>
                <a:lnTo>
                  <a:pt x="292282" y="63289"/>
                </a:lnTo>
                <a:cubicBezTo>
                  <a:pt x="292282" y="68290"/>
                  <a:pt x="288246" y="72330"/>
                  <a:pt x="283249" y="72330"/>
                </a:cubicBezTo>
                <a:cubicBezTo>
                  <a:pt x="278253" y="72330"/>
                  <a:pt x="274217" y="68290"/>
                  <a:pt x="274217" y="63289"/>
                </a:cubicBezTo>
                <a:lnTo>
                  <a:pt x="274217" y="9041"/>
                </a:lnTo>
                <a:cubicBezTo>
                  <a:pt x="274217" y="4039"/>
                  <a:pt x="278253" y="0"/>
                  <a:pt x="283249" y="0"/>
                </a:cubicBezTo>
                <a:close/>
                <a:moveTo>
                  <a:pt x="237712" y="0"/>
                </a:moveTo>
                <a:cubicBezTo>
                  <a:pt x="242625" y="0"/>
                  <a:pt x="246767" y="4039"/>
                  <a:pt x="246767" y="9041"/>
                </a:cubicBezTo>
                <a:lnTo>
                  <a:pt x="246767" y="63289"/>
                </a:lnTo>
                <a:cubicBezTo>
                  <a:pt x="246767" y="68290"/>
                  <a:pt x="242625" y="72330"/>
                  <a:pt x="237712" y="72330"/>
                </a:cubicBezTo>
                <a:cubicBezTo>
                  <a:pt x="232607" y="72330"/>
                  <a:pt x="228561" y="68290"/>
                  <a:pt x="228561" y="63289"/>
                </a:cubicBezTo>
                <a:lnTo>
                  <a:pt x="228561" y="9041"/>
                </a:lnTo>
                <a:cubicBezTo>
                  <a:pt x="228561" y="4039"/>
                  <a:pt x="232607" y="0"/>
                  <a:pt x="237712" y="0"/>
                </a:cubicBezTo>
                <a:close/>
                <a:moveTo>
                  <a:pt x="188198" y="0"/>
                </a:moveTo>
                <a:cubicBezTo>
                  <a:pt x="193195" y="0"/>
                  <a:pt x="197231" y="4039"/>
                  <a:pt x="197231" y="9041"/>
                </a:cubicBezTo>
                <a:lnTo>
                  <a:pt x="197231" y="63289"/>
                </a:lnTo>
                <a:cubicBezTo>
                  <a:pt x="197231" y="68290"/>
                  <a:pt x="193195" y="72330"/>
                  <a:pt x="188198" y="72330"/>
                </a:cubicBezTo>
                <a:cubicBezTo>
                  <a:pt x="183202" y="72330"/>
                  <a:pt x="179166" y="68290"/>
                  <a:pt x="179166" y="63289"/>
                </a:cubicBezTo>
                <a:lnTo>
                  <a:pt x="179166" y="9041"/>
                </a:lnTo>
                <a:cubicBezTo>
                  <a:pt x="179166" y="4039"/>
                  <a:pt x="183202" y="0"/>
                  <a:pt x="18819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wrap="square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Shape3"/>
          <p:cNvSpPr/>
          <p:nvPr>
            <p:custDataLst>
              <p:tags r:id="rId14"/>
            </p:custDataLst>
          </p:nvPr>
        </p:nvSpPr>
        <p:spPr>
          <a:xfrm>
            <a:off x="3004380" y="4245421"/>
            <a:ext cx="559164" cy="558613"/>
          </a:xfrm>
          <a:custGeom>
            <a:avLst/>
            <a:gdLst>
              <a:gd name="connsiteX0" fmla="*/ 1837373 w 1890117"/>
              <a:gd name="connsiteY0" fmla="*/ 347663 h 1888256"/>
              <a:gd name="connsiteX1" fmla="*/ 956310 w 1890117"/>
              <a:gd name="connsiteY1" fmla="*/ 714375 h 1888256"/>
              <a:gd name="connsiteX2" fmla="*/ 73343 w 1890117"/>
              <a:gd name="connsiteY2" fmla="*/ 347663 h 1888256"/>
              <a:gd name="connsiteX3" fmla="*/ 954405 w 1890117"/>
              <a:gd name="connsiteY3" fmla="*/ 0 h 1888256"/>
              <a:gd name="connsiteX4" fmla="*/ 1837373 w 1890117"/>
              <a:gd name="connsiteY4" fmla="*/ 347663 h 1888256"/>
              <a:gd name="connsiteX5" fmla="*/ 952 w 1890117"/>
              <a:gd name="connsiteY5" fmla="*/ 500063 h 1888256"/>
              <a:gd name="connsiteX6" fmla="*/ 880110 w 1890117"/>
              <a:gd name="connsiteY6" fmla="*/ 874395 h 1888256"/>
              <a:gd name="connsiteX7" fmla="*/ 880110 w 1890117"/>
              <a:gd name="connsiteY7" fmla="*/ 1889756 h 1888256"/>
              <a:gd name="connsiteX8" fmla="*/ 661988 w 1890117"/>
              <a:gd name="connsiteY8" fmla="*/ 1790700 h 1888256"/>
              <a:gd name="connsiteX9" fmla="*/ 442913 w 1890117"/>
              <a:gd name="connsiteY9" fmla="*/ 1693545 h 1888256"/>
              <a:gd name="connsiteX10" fmla="*/ 198120 w 1890117"/>
              <a:gd name="connsiteY10" fmla="*/ 1586865 h 1888256"/>
              <a:gd name="connsiteX11" fmla="*/ 117158 w 1890117"/>
              <a:gd name="connsiteY11" fmla="*/ 1532573 h 1888256"/>
              <a:gd name="connsiteX12" fmla="*/ 54293 w 1890117"/>
              <a:gd name="connsiteY12" fmla="*/ 1458278 h 1888256"/>
              <a:gd name="connsiteX13" fmla="*/ 14287 w 1890117"/>
              <a:gd name="connsiteY13" fmla="*/ 1372553 h 1888256"/>
              <a:gd name="connsiteX14" fmla="*/ 0 w 1890117"/>
              <a:gd name="connsiteY14" fmla="*/ 1283970 h 1888256"/>
              <a:gd name="connsiteX15" fmla="*/ 952 w 1890117"/>
              <a:gd name="connsiteY15" fmla="*/ 500063 h 1888256"/>
              <a:gd name="connsiteX16" fmla="*/ 1891665 w 1890117"/>
              <a:gd name="connsiteY16" fmla="*/ 500063 h 1888256"/>
              <a:gd name="connsiteX17" fmla="*/ 1891665 w 1890117"/>
              <a:gd name="connsiteY17" fmla="*/ 1280160 h 1888256"/>
              <a:gd name="connsiteX18" fmla="*/ 1871666 w 1890117"/>
              <a:gd name="connsiteY18" fmla="*/ 1383983 h 1888256"/>
              <a:gd name="connsiteX19" fmla="*/ 1820228 w 1890117"/>
              <a:gd name="connsiteY19" fmla="*/ 1478280 h 1888256"/>
              <a:gd name="connsiteX20" fmla="*/ 1750695 w 1890117"/>
              <a:gd name="connsiteY20" fmla="*/ 1556385 h 1888256"/>
              <a:gd name="connsiteX21" fmla="*/ 1676400 w 1890117"/>
              <a:gd name="connsiteY21" fmla="*/ 1608773 h 1888256"/>
              <a:gd name="connsiteX22" fmla="*/ 1452563 w 1890117"/>
              <a:gd name="connsiteY22" fmla="*/ 1703070 h 1888256"/>
              <a:gd name="connsiteX23" fmla="*/ 1237298 w 1890117"/>
              <a:gd name="connsiteY23" fmla="*/ 1793558 h 1888256"/>
              <a:gd name="connsiteX24" fmla="*/ 1011555 w 1890117"/>
              <a:gd name="connsiteY24" fmla="*/ 1887859 h 1888256"/>
              <a:gd name="connsiteX25" fmla="*/ 1011555 w 1890117"/>
              <a:gd name="connsiteY25" fmla="*/ 874395 h 1888256"/>
              <a:gd name="connsiteX26" fmla="*/ 1891665 w 1890117"/>
              <a:gd name="connsiteY26" fmla="*/ 500063 h 1888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890117" h="1888256">
                <a:moveTo>
                  <a:pt x="1837373" y="347663"/>
                </a:moveTo>
                <a:lnTo>
                  <a:pt x="956310" y="714375"/>
                </a:lnTo>
                <a:lnTo>
                  <a:pt x="73343" y="347663"/>
                </a:lnTo>
                <a:lnTo>
                  <a:pt x="954405" y="0"/>
                </a:lnTo>
                <a:lnTo>
                  <a:pt x="1837373" y="347663"/>
                </a:lnTo>
                <a:close/>
                <a:moveTo>
                  <a:pt x="952" y="500063"/>
                </a:moveTo>
                <a:lnTo>
                  <a:pt x="880110" y="874395"/>
                </a:lnTo>
                <a:lnTo>
                  <a:pt x="880110" y="1889756"/>
                </a:lnTo>
                <a:cubicBezTo>
                  <a:pt x="810578" y="1858328"/>
                  <a:pt x="737235" y="1824990"/>
                  <a:pt x="661988" y="1790700"/>
                </a:cubicBezTo>
                <a:cubicBezTo>
                  <a:pt x="589598" y="1758315"/>
                  <a:pt x="516255" y="1725930"/>
                  <a:pt x="442913" y="1693545"/>
                </a:cubicBezTo>
                <a:cubicBezTo>
                  <a:pt x="361950" y="1657350"/>
                  <a:pt x="280035" y="1622108"/>
                  <a:pt x="198120" y="1586865"/>
                </a:cubicBezTo>
                <a:cubicBezTo>
                  <a:pt x="168593" y="1573530"/>
                  <a:pt x="140970" y="1554480"/>
                  <a:pt x="117158" y="1532573"/>
                </a:cubicBezTo>
                <a:cubicBezTo>
                  <a:pt x="93345" y="1510665"/>
                  <a:pt x="72390" y="1485900"/>
                  <a:pt x="54293" y="1458278"/>
                </a:cubicBezTo>
                <a:cubicBezTo>
                  <a:pt x="37148" y="1431608"/>
                  <a:pt x="23813" y="1403033"/>
                  <a:pt x="14287" y="1372553"/>
                </a:cubicBezTo>
                <a:cubicBezTo>
                  <a:pt x="4762" y="1343978"/>
                  <a:pt x="0" y="1314450"/>
                  <a:pt x="0" y="1283970"/>
                </a:cubicBezTo>
                <a:lnTo>
                  <a:pt x="952" y="500063"/>
                </a:lnTo>
                <a:close/>
                <a:moveTo>
                  <a:pt x="1891665" y="500063"/>
                </a:moveTo>
                <a:lnTo>
                  <a:pt x="1891665" y="1280160"/>
                </a:lnTo>
                <a:cubicBezTo>
                  <a:pt x="1891665" y="1315403"/>
                  <a:pt x="1885005" y="1350645"/>
                  <a:pt x="1871666" y="1383983"/>
                </a:cubicBezTo>
                <a:cubicBezTo>
                  <a:pt x="1858328" y="1417320"/>
                  <a:pt x="1841183" y="1449705"/>
                  <a:pt x="1820228" y="1478280"/>
                </a:cubicBezTo>
                <a:cubicBezTo>
                  <a:pt x="1800225" y="1506855"/>
                  <a:pt x="1776413" y="1533525"/>
                  <a:pt x="1750695" y="1556385"/>
                </a:cubicBezTo>
                <a:cubicBezTo>
                  <a:pt x="1724978" y="1579245"/>
                  <a:pt x="1700213" y="1596390"/>
                  <a:pt x="1676400" y="1608773"/>
                </a:cubicBezTo>
                <a:cubicBezTo>
                  <a:pt x="1604963" y="1639253"/>
                  <a:pt x="1530668" y="1670685"/>
                  <a:pt x="1452563" y="1703070"/>
                </a:cubicBezTo>
                <a:cubicBezTo>
                  <a:pt x="1381125" y="1733550"/>
                  <a:pt x="1308735" y="1764030"/>
                  <a:pt x="1237298" y="1793558"/>
                </a:cubicBezTo>
                <a:cubicBezTo>
                  <a:pt x="1162050" y="1825943"/>
                  <a:pt x="1086803" y="1857375"/>
                  <a:pt x="1011555" y="1887859"/>
                </a:cubicBezTo>
                <a:lnTo>
                  <a:pt x="1011555" y="874395"/>
                </a:lnTo>
                <a:lnTo>
                  <a:pt x="1891665" y="500063"/>
                </a:lnTo>
                <a:close/>
              </a:path>
            </a:pathLst>
          </a:custGeom>
          <a:solidFill>
            <a:schemeClr val="accent2"/>
          </a:solidFill>
          <a:ln w="1860" cap="flat">
            <a:noFill/>
            <a:prstDash val="solid"/>
            <a:miter/>
          </a:ln>
        </p:spPr>
        <p:txBody>
          <a:bodyPr wrap="square" rtlCol="0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Text11"/>
          <p:cNvSpPr/>
          <p:nvPr>
            <p:custDataLst>
              <p:tags r:id="rId15"/>
            </p:custDataLst>
          </p:nvPr>
        </p:nvSpPr>
        <p:spPr>
          <a:xfrm>
            <a:off x="6200052" y="3673369"/>
            <a:ext cx="1702719" cy="1702719"/>
          </a:xfrm>
          <a:custGeom>
            <a:avLst/>
            <a:gdLst>
              <a:gd name="connsiteX0" fmla="*/ 3138664 w 3224805"/>
              <a:gd name="connsiteY0" fmla="*/ 1730252 h 3224804"/>
              <a:gd name="connsiteX1" fmla="*/ 3138664 w 3224805"/>
              <a:gd name="connsiteY1" fmla="*/ 1730252 h 3224804"/>
              <a:gd name="connsiteX2" fmla="*/ 3138664 w 3224805"/>
              <a:gd name="connsiteY2" fmla="*/ 1494552 h 3224804"/>
              <a:gd name="connsiteX3" fmla="*/ 3138664 w 3224805"/>
              <a:gd name="connsiteY3" fmla="*/ 1494552 h 3224804"/>
              <a:gd name="connsiteX4" fmla="*/ 3100477 w 3224805"/>
              <a:gd name="connsiteY4" fmla="*/ 1252794 h 3224804"/>
              <a:gd name="connsiteX5" fmla="*/ 3100477 w 3224805"/>
              <a:gd name="connsiteY5" fmla="*/ 1252794 h 3224804"/>
              <a:gd name="connsiteX6" fmla="*/ 3027529 w 3224805"/>
              <a:gd name="connsiteY6" fmla="*/ 1028681 h 3224804"/>
              <a:gd name="connsiteX7" fmla="*/ 3027529 w 3224805"/>
              <a:gd name="connsiteY7" fmla="*/ 1028681 h 3224804"/>
              <a:gd name="connsiteX8" fmla="*/ 2916394 w 3224805"/>
              <a:gd name="connsiteY8" fmla="*/ 810625 h 3224804"/>
              <a:gd name="connsiteX9" fmla="*/ 2777870 w 3224805"/>
              <a:gd name="connsiteY9" fmla="*/ 619958 h 3224804"/>
              <a:gd name="connsiteX10" fmla="*/ 2777870 w 3224805"/>
              <a:gd name="connsiteY10" fmla="*/ 619958 h 3224804"/>
              <a:gd name="connsiteX11" fmla="*/ 2604847 w 3224805"/>
              <a:gd name="connsiteY11" fmla="*/ 446935 h 3224804"/>
              <a:gd name="connsiteX12" fmla="*/ 2604847 w 3224805"/>
              <a:gd name="connsiteY12" fmla="*/ 446935 h 3224804"/>
              <a:gd name="connsiteX13" fmla="*/ 2414180 w 3224805"/>
              <a:gd name="connsiteY13" fmla="*/ 308412 h 3224804"/>
              <a:gd name="connsiteX14" fmla="*/ 2414180 w 3224805"/>
              <a:gd name="connsiteY14" fmla="*/ 308412 h 3224804"/>
              <a:gd name="connsiteX15" fmla="*/ 2196124 w 3224805"/>
              <a:gd name="connsiteY15" fmla="*/ 197277 h 3224804"/>
              <a:gd name="connsiteX16" fmla="*/ 2196124 w 3224805"/>
              <a:gd name="connsiteY16" fmla="*/ 197277 h 3224804"/>
              <a:gd name="connsiteX17" fmla="*/ 1972011 w 3224805"/>
              <a:gd name="connsiteY17" fmla="*/ 124328 h 3224804"/>
              <a:gd name="connsiteX18" fmla="*/ 1972011 w 3224805"/>
              <a:gd name="connsiteY18" fmla="*/ 124328 h 3224804"/>
              <a:gd name="connsiteX19" fmla="*/ 1730253 w 3224805"/>
              <a:gd name="connsiteY19" fmla="*/ 86142 h 3224804"/>
              <a:gd name="connsiteX20" fmla="*/ 1730253 w 3224805"/>
              <a:gd name="connsiteY20" fmla="*/ 86142 h 3224804"/>
              <a:gd name="connsiteX21" fmla="*/ 1494553 w 3224805"/>
              <a:gd name="connsiteY21" fmla="*/ 86142 h 3224804"/>
              <a:gd name="connsiteX22" fmla="*/ 1494553 w 3224805"/>
              <a:gd name="connsiteY22" fmla="*/ 86142 h 3224804"/>
              <a:gd name="connsiteX23" fmla="*/ 1252795 w 3224805"/>
              <a:gd name="connsiteY23" fmla="*/ 124328 h 3224804"/>
              <a:gd name="connsiteX24" fmla="*/ 1252795 w 3224805"/>
              <a:gd name="connsiteY24" fmla="*/ 124328 h 3224804"/>
              <a:gd name="connsiteX25" fmla="*/ 1028682 w 3224805"/>
              <a:gd name="connsiteY25" fmla="*/ 197277 h 3224804"/>
              <a:gd name="connsiteX26" fmla="*/ 1028682 w 3224805"/>
              <a:gd name="connsiteY26" fmla="*/ 197277 h 3224804"/>
              <a:gd name="connsiteX27" fmla="*/ 810626 w 3224805"/>
              <a:gd name="connsiteY27" fmla="*/ 308412 h 3224804"/>
              <a:gd name="connsiteX28" fmla="*/ 810626 w 3224805"/>
              <a:gd name="connsiteY28" fmla="*/ 308412 h 3224804"/>
              <a:gd name="connsiteX29" fmla="*/ 619958 w 3224805"/>
              <a:gd name="connsiteY29" fmla="*/ 446935 h 3224804"/>
              <a:gd name="connsiteX30" fmla="*/ 619958 w 3224805"/>
              <a:gd name="connsiteY30" fmla="*/ 446935 h 3224804"/>
              <a:gd name="connsiteX31" fmla="*/ 446936 w 3224805"/>
              <a:gd name="connsiteY31" fmla="*/ 619958 h 3224804"/>
              <a:gd name="connsiteX32" fmla="*/ 446936 w 3224805"/>
              <a:gd name="connsiteY32" fmla="*/ 619958 h 3224804"/>
              <a:gd name="connsiteX33" fmla="*/ 308412 w 3224805"/>
              <a:gd name="connsiteY33" fmla="*/ 810625 h 3224804"/>
              <a:gd name="connsiteX34" fmla="*/ 308412 w 3224805"/>
              <a:gd name="connsiteY34" fmla="*/ 810625 h 3224804"/>
              <a:gd name="connsiteX35" fmla="*/ 197277 w 3224805"/>
              <a:gd name="connsiteY35" fmla="*/ 1028681 h 3224804"/>
              <a:gd name="connsiteX36" fmla="*/ 197277 w 3224805"/>
              <a:gd name="connsiteY36" fmla="*/ 1028681 h 3224804"/>
              <a:gd name="connsiteX37" fmla="*/ 124329 w 3224805"/>
              <a:gd name="connsiteY37" fmla="*/ 1252794 h 3224804"/>
              <a:gd name="connsiteX38" fmla="*/ 124329 w 3224805"/>
              <a:gd name="connsiteY38" fmla="*/ 1252794 h 3224804"/>
              <a:gd name="connsiteX39" fmla="*/ 86142 w 3224805"/>
              <a:gd name="connsiteY39" fmla="*/ 1494552 h 3224804"/>
              <a:gd name="connsiteX40" fmla="*/ 86142 w 3224805"/>
              <a:gd name="connsiteY40" fmla="*/ 1494552 h 3224804"/>
              <a:gd name="connsiteX41" fmla="*/ 86142 w 3224805"/>
              <a:gd name="connsiteY41" fmla="*/ 1730252 h 3224804"/>
              <a:gd name="connsiteX42" fmla="*/ 86142 w 3224805"/>
              <a:gd name="connsiteY42" fmla="*/ 1730252 h 3224804"/>
              <a:gd name="connsiteX43" fmla="*/ 124329 w 3224805"/>
              <a:gd name="connsiteY43" fmla="*/ 1972010 h 3224804"/>
              <a:gd name="connsiteX44" fmla="*/ 124329 w 3224805"/>
              <a:gd name="connsiteY44" fmla="*/ 1972010 h 3224804"/>
              <a:gd name="connsiteX45" fmla="*/ 197277 w 3224805"/>
              <a:gd name="connsiteY45" fmla="*/ 2196123 h 3224804"/>
              <a:gd name="connsiteX46" fmla="*/ 197277 w 3224805"/>
              <a:gd name="connsiteY46" fmla="*/ 2196123 h 3224804"/>
              <a:gd name="connsiteX47" fmla="*/ 308412 w 3224805"/>
              <a:gd name="connsiteY47" fmla="*/ 2414179 h 3224804"/>
              <a:gd name="connsiteX48" fmla="*/ 308412 w 3224805"/>
              <a:gd name="connsiteY48" fmla="*/ 2414179 h 3224804"/>
              <a:gd name="connsiteX49" fmla="*/ 446936 w 3224805"/>
              <a:gd name="connsiteY49" fmla="*/ 2604847 h 3224804"/>
              <a:gd name="connsiteX50" fmla="*/ 446936 w 3224805"/>
              <a:gd name="connsiteY50" fmla="*/ 2604847 h 3224804"/>
              <a:gd name="connsiteX51" fmla="*/ 619958 w 3224805"/>
              <a:gd name="connsiteY51" fmla="*/ 2777869 h 3224804"/>
              <a:gd name="connsiteX52" fmla="*/ 619958 w 3224805"/>
              <a:gd name="connsiteY52" fmla="*/ 2777869 h 3224804"/>
              <a:gd name="connsiteX53" fmla="*/ 810626 w 3224805"/>
              <a:gd name="connsiteY53" fmla="*/ 2916393 h 3224804"/>
              <a:gd name="connsiteX54" fmla="*/ 810626 w 3224805"/>
              <a:gd name="connsiteY54" fmla="*/ 2916393 h 3224804"/>
              <a:gd name="connsiteX55" fmla="*/ 1028682 w 3224805"/>
              <a:gd name="connsiteY55" fmla="*/ 3027527 h 3224804"/>
              <a:gd name="connsiteX56" fmla="*/ 1028682 w 3224805"/>
              <a:gd name="connsiteY56" fmla="*/ 3027527 h 3224804"/>
              <a:gd name="connsiteX57" fmla="*/ 1252795 w 3224805"/>
              <a:gd name="connsiteY57" fmla="*/ 3100476 h 3224804"/>
              <a:gd name="connsiteX58" fmla="*/ 1252795 w 3224805"/>
              <a:gd name="connsiteY58" fmla="*/ 3100476 h 3224804"/>
              <a:gd name="connsiteX59" fmla="*/ 1494553 w 3224805"/>
              <a:gd name="connsiteY59" fmla="*/ 3138662 h 3224804"/>
              <a:gd name="connsiteX60" fmla="*/ 1494553 w 3224805"/>
              <a:gd name="connsiteY60" fmla="*/ 3138662 h 3224804"/>
              <a:gd name="connsiteX61" fmla="*/ 1730253 w 3224805"/>
              <a:gd name="connsiteY61" fmla="*/ 3138662 h 3224804"/>
              <a:gd name="connsiteX62" fmla="*/ 1730253 w 3224805"/>
              <a:gd name="connsiteY62" fmla="*/ 3138662 h 3224804"/>
              <a:gd name="connsiteX63" fmla="*/ 1972011 w 3224805"/>
              <a:gd name="connsiteY63" fmla="*/ 3100476 h 3224804"/>
              <a:gd name="connsiteX64" fmla="*/ 1972011 w 3224805"/>
              <a:gd name="connsiteY64" fmla="*/ 3100476 h 3224804"/>
              <a:gd name="connsiteX65" fmla="*/ 2196124 w 3224805"/>
              <a:gd name="connsiteY65" fmla="*/ 3027527 h 3224804"/>
              <a:gd name="connsiteX66" fmla="*/ 2196124 w 3224805"/>
              <a:gd name="connsiteY66" fmla="*/ 3027527 h 3224804"/>
              <a:gd name="connsiteX67" fmla="*/ 2414180 w 3224805"/>
              <a:gd name="connsiteY67" fmla="*/ 2916393 h 3224804"/>
              <a:gd name="connsiteX68" fmla="*/ 2414180 w 3224805"/>
              <a:gd name="connsiteY68" fmla="*/ 2916393 h 3224804"/>
              <a:gd name="connsiteX69" fmla="*/ 2604847 w 3224805"/>
              <a:gd name="connsiteY69" fmla="*/ 2777869 h 3224804"/>
              <a:gd name="connsiteX70" fmla="*/ 2604847 w 3224805"/>
              <a:gd name="connsiteY70" fmla="*/ 2777869 h 3224804"/>
              <a:gd name="connsiteX71" fmla="*/ 2777870 w 3224805"/>
              <a:gd name="connsiteY71" fmla="*/ 2604847 h 3224804"/>
              <a:gd name="connsiteX72" fmla="*/ 2777870 w 3224805"/>
              <a:gd name="connsiteY72" fmla="*/ 2604847 h 3224804"/>
              <a:gd name="connsiteX73" fmla="*/ 2916394 w 3224805"/>
              <a:gd name="connsiteY73" fmla="*/ 2414179 h 3224804"/>
              <a:gd name="connsiteX74" fmla="*/ 3027529 w 3224805"/>
              <a:gd name="connsiteY74" fmla="*/ 2196123 h 3224804"/>
              <a:gd name="connsiteX75" fmla="*/ 3027529 w 3224805"/>
              <a:gd name="connsiteY75" fmla="*/ 2196123 h 3224804"/>
              <a:gd name="connsiteX76" fmla="*/ 3100477 w 3224805"/>
              <a:gd name="connsiteY76" fmla="*/ 1972010 h 3224804"/>
              <a:gd name="connsiteX77" fmla="*/ 3100477 w 3224805"/>
              <a:gd name="connsiteY77" fmla="*/ 1972010 h 3224804"/>
              <a:gd name="connsiteX78" fmla="*/ 3138664 w 3224805"/>
              <a:gd name="connsiteY78" fmla="*/ 1730252 h 3224804"/>
              <a:gd name="connsiteX79" fmla="*/ 1612535 w 3224805"/>
              <a:gd name="connsiteY79" fmla="*/ 2718352 h 3224804"/>
              <a:gd name="connsiteX80" fmla="*/ 506453 w 3224805"/>
              <a:gd name="connsiteY80" fmla="*/ 1612271 h 3224804"/>
              <a:gd name="connsiteX81" fmla="*/ 1612535 w 3224805"/>
              <a:gd name="connsiteY81" fmla="*/ 506190 h 3224804"/>
              <a:gd name="connsiteX82" fmla="*/ 2718616 w 3224805"/>
              <a:gd name="connsiteY82" fmla="*/ 1612271 h 3224804"/>
              <a:gd name="connsiteX83" fmla="*/ 1612535 w 3224805"/>
              <a:gd name="connsiteY83" fmla="*/ 2718352 h 322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3224805" h="3224804">
                <a:moveTo>
                  <a:pt x="3138664" y="1730252"/>
                </a:moveTo>
                <a:lnTo>
                  <a:pt x="3138664" y="1730252"/>
                </a:lnTo>
                <a:cubicBezTo>
                  <a:pt x="3024105" y="1693383"/>
                  <a:pt x="3024105" y="1531158"/>
                  <a:pt x="3138664" y="1494552"/>
                </a:cubicBezTo>
                <a:lnTo>
                  <a:pt x="3138664" y="1494552"/>
                </a:lnTo>
                <a:cubicBezTo>
                  <a:pt x="3273500" y="1451362"/>
                  <a:pt x="3241898" y="1252267"/>
                  <a:pt x="3100477" y="1252794"/>
                </a:cubicBezTo>
                <a:lnTo>
                  <a:pt x="3100477" y="1252794"/>
                </a:lnTo>
                <a:cubicBezTo>
                  <a:pt x="2980125" y="1253321"/>
                  <a:pt x="2930088" y="1098996"/>
                  <a:pt x="3027529" y="1028681"/>
                </a:cubicBezTo>
                <a:lnTo>
                  <a:pt x="3027529" y="1028681"/>
                </a:lnTo>
                <a:cubicBezTo>
                  <a:pt x="3142350" y="945988"/>
                  <a:pt x="3050967" y="766382"/>
                  <a:pt x="2916394" y="810625"/>
                </a:cubicBezTo>
                <a:cubicBezTo>
                  <a:pt x="2802099" y="848285"/>
                  <a:pt x="2706765" y="717135"/>
                  <a:pt x="2777870" y="619958"/>
                </a:cubicBezTo>
                <a:lnTo>
                  <a:pt x="2777870" y="619958"/>
                </a:lnTo>
                <a:cubicBezTo>
                  <a:pt x="2861353" y="505663"/>
                  <a:pt x="2719143" y="363452"/>
                  <a:pt x="2604847" y="446935"/>
                </a:cubicBezTo>
                <a:lnTo>
                  <a:pt x="2604847" y="446935"/>
                </a:lnTo>
                <a:cubicBezTo>
                  <a:pt x="2507671" y="518040"/>
                  <a:pt x="2376521" y="422707"/>
                  <a:pt x="2414180" y="308412"/>
                </a:cubicBezTo>
                <a:lnTo>
                  <a:pt x="2414180" y="308412"/>
                </a:lnTo>
                <a:cubicBezTo>
                  <a:pt x="2458423" y="174102"/>
                  <a:pt x="2278817" y="82455"/>
                  <a:pt x="2196124" y="197277"/>
                </a:cubicBezTo>
                <a:lnTo>
                  <a:pt x="2196124" y="197277"/>
                </a:lnTo>
                <a:cubicBezTo>
                  <a:pt x="2125809" y="294981"/>
                  <a:pt x="1971484" y="244944"/>
                  <a:pt x="1972011" y="124328"/>
                </a:cubicBezTo>
                <a:lnTo>
                  <a:pt x="1972011" y="124328"/>
                </a:lnTo>
                <a:cubicBezTo>
                  <a:pt x="1972538" y="-17092"/>
                  <a:pt x="1773706" y="-48694"/>
                  <a:pt x="1730253" y="86142"/>
                </a:cubicBezTo>
                <a:lnTo>
                  <a:pt x="1730253" y="86142"/>
                </a:lnTo>
                <a:cubicBezTo>
                  <a:pt x="1693384" y="200700"/>
                  <a:pt x="1531159" y="200700"/>
                  <a:pt x="1494553" y="86142"/>
                </a:cubicBezTo>
                <a:lnTo>
                  <a:pt x="1494553" y="86142"/>
                </a:lnTo>
                <a:cubicBezTo>
                  <a:pt x="1451363" y="-48694"/>
                  <a:pt x="1252268" y="-17092"/>
                  <a:pt x="1252795" y="124328"/>
                </a:cubicBezTo>
                <a:lnTo>
                  <a:pt x="1252795" y="124328"/>
                </a:lnTo>
                <a:cubicBezTo>
                  <a:pt x="1253322" y="244680"/>
                  <a:pt x="1098997" y="294717"/>
                  <a:pt x="1028682" y="197277"/>
                </a:cubicBezTo>
                <a:lnTo>
                  <a:pt x="1028682" y="197277"/>
                </a:lnTo>
                <a:cubicBezTo>
                  <a:pt x="945989" y="82455"/>
                  <a:pt x="766382" y="173838"/>
                  <a:pt x="810626" y="308412"/>
                </a:cubicBezTo>
                <a:lnTo>
                  <a:pt x="810626" y="308412"/>
                </a:lnTo>
                <a:cubicBezTo>
                  <a:pt x="848285" y="422707"/>
                  <a:pt x="717135" y="518040"/>
                  <a:pt x="619958" y="446935"/>
                </a:cubicBezTo>
                <a:lnTo>
                  <a:pt x="619958" y="446935"/>
                </a:lnTo>
                <a:cubicBezTo>
                  <a:pt x="505926" y="363452"/>
                  <a:pt x="363453" y="505663"/>
                  <a:pt x="446936" y="619958"/>
                </a:cubicBezTo>
                <a:lnTo>
                  <a:pt x="446936" y="619958"/>
                </a:lnTo>
                <a:cubicBezTo>
                  <a:pt x="518041" y="717135"/>
                  <a:pt x="422707" y="848285"/>
                  <a:pt x="308412" y="810625"/>
                </a:cubicBezTo>
                <a:lnTo>
                  <a:pt x="308412" y="810625"/>
                </a:lnTo>
                <a:cubicBezTo>
                  <a:pt x="174102" y="766382"/>
                  <a:pt x="82455" y="945988"/>
                  <a:pt x="197277" y="1028681"/>
                </a:cubicBezTo>
                <a:lnTo>
                  <a:pt x="197277" y="1028681"/>
                </a:lnTo>
                <a:cubicBezTo>
                  <a:pt x="294981" y="1098996"/>
                  <a:pt x="244944" y="1253321"/>
                  <a:pt x="124329" y="1252794"/>
                </a:cubicBezTo>
                <a:lnTo>
                  <a:pt x="124329" y="1252794"/>
                </a:lnTo>
                <a:cubicBezTo>
                  <a:pt x="-17092" y="1252267"/>
                  <a:pt x="-48694" y="1451099"/>
                  <a:pt x="86142" y="1494552"/>
                </a:cubicBezTo>
                <a:lnTo>
                  <a:pt x="86142" y="1494552"/>
                </a:lnTo>
                <a:cubicBezTo>
                  <a:pt x="200701" y="1531421"/>
                  <a:pt x="200701" y="1693646"/>
                  <a:pt x="86142" y="1730252"/>
                </a:cubicBezTo>
                <a:lnTo>
                  <a:pt x="86142" y="1730252"/>
                </a:lnTo>
                <a:cubicBezTo>
                  <a:pt x="-48694" y="1773442"/>
                  <a:pt x="-17092" y="1972537"/>
                  <a:pt x="124329" y="1972010"/>
                </a:cubicBezTo>
                <a:lnTo>
                  <a:pt x="124329" y="1972010"/>
                </a:lnTo>
                <a:cubicBezTo>
                  <a:pt x="244680" y="1971483"/>
                  <a:pt x="294718" y="2125808"/>
                  <a:pt x="197277" y="2196123"/>
                </a:cubicBezTo>
                <a:lnTo>
                  <a:pt x="197277" y="2196123"/>
                </a:lnTo>
                <a:cubicBezTo>
                  <a:pt x="82455" y="2278816"/>
                  <a:pt x="173839" y="2458422"/>
                  <a:pt x="308412" y="2414179"/>
                </a:cubicBezTo>
                <a:lnTo>
                  <a:pt x="308412" y="2414179"/>
                </a:lnTo>
                <a:cubicBezTo>
                  <a:pt x="422707" y="2376520"/>
                  <a:pt x="518041" y="2507669"/>
                  <a:pt x="446936" y="2604847"/>
                </a:cubicBezTo>
                <a:lnTo>
                  <a:pt x="446936" y="2604847"/>
                </a:lnTo>
                <a:cubicBezTo>
                  <a:pt x="363453" y="2719142"/>
                  <a:pt x="505663" y="2861352"/>
                  <a:pt x="619958" y="2777869"/>
                </a:cubicBezTo>
                <a:lnTo>
                  <a:pt x="619958" y="2777869"/>
                </a:lnTo>
                <a:cubicBezTo>
                  <a:pt x="717135" y="2706764"/>
                  <a:pt x="848285" y="2802097"/>
                  <a:pt x="810626" y="2916393"/>
                </a:cubicBezTo>
                <a:lnTo>
                  <a:pt x="810626" y="2916393"/>
                </a:lnTo>
                <a:cubicBezTo>
                  <a:pt x="766382" y="3050702"/>
                  <a:pt x="945989" y="3142349"/>
                  <a:pt x="1028682" y="3027527"/>
                </a:cubicBezTo>
                <a:lnTo>
                  <a:pt x="1028682" y="3027527"/>
                </a:lnTo>
                <a:cubicBezTo>
                  <a:pt x="1098997" y="2929824"/>
                  <a:pt x="1253322" y="2979860"/>
                  <a:pt x="1252795" y="3100476"/>
                </a:cubicBezTo>
                <a:lnTo>
                  <a:pt x="1252795" y="3100476"/>
                </a:lnTo>
                <a:cubicBezTo>
                  <a:pt x="1252268" y="3241896"/>
                  <a:pt x="1451099" y="3273499"/>
                  <a:pt x="1494553" y="3138662"/>
                </a:cubicBezTo>
                <a:lnTo>
                  <a:pt x="1494553" y="3138662"/>
                </a:lnTo>
                <a:cubicBezTo>
                  <a:pt x="1531422" y="3024104"/>
                  <a:pt x="1693647" y="3024104"/>
                  <a:pt x="1730253" y="3138662"/>
                </a:cubicBezTo>
                <a:lnTo>
                  <a:pt x="1730253" y="3138662"/>
                </a:lnTo>
                <a:cubicBezTo>
                  <a:pt x="1773443" y="3273499"/>
                  <a:pt x="1972538" y="3241896"/>
                  <a:pt x="1972011" y="3100476"/>
                </a:cubicBezTo>
                <a:lnTo>
                  <a:pt x="1972011" y="3100476"/>
                </a:lnTo>
                <a:cubicBezTo>
                  <a:pt x="1971484" y="2980124"/>
                  <a:pt x="2125809" y="2930087"/>
                  <a:pt x="2196124" y="3027527"/>
                </a:cubicBezTo>
                <a:lnTo>
                  <a:pt x="2196124" y="3027527"/>
                </a:lnTo>
                <a:cubicBezTo>
                  <a:pt x="2278817" y="3142349"/>
                  <a:pt x="2458423" y="3050966"/>
                  <a:pt x="2414180" y="2916393"/>
                </a:cubicBezTo>
                <a:lnTo>
                  <a:pt x="2414180" y="2916393"/>
                </a:lnTo>
                <a:cubicBezTo>
                  <a:pt x="2376521" y="2802097"/>
                  <a:pt x="2507671" y="2706764"/>
                  <a:pt x="2604847" y="2777869"/>
                </a:cubicBezTo>
                <a:lnTo>
                  <a:pt x="2604847" y="2777869"/>
                </a:lnTo>
                <a:cubicBezTo>
                  <a:pt x="2718879" y="2861352"/>
                  <a:pt x="2861353" y="2719142"/>
                  <a:pt x="2777870" y="2604847"/>
                </a:cubicBezTo>
                <a:lnTo>
                  <a:pt x="2777870" y="2604847"/>
                </a:lnTo>
                <a:cubicBezTo>
                  <a:pt x="2706765" y="2507669"/>
                  <a:pt x="2802099" y="2376520"/>
                  <a:pt x="2916394" y="2414179"/>
                </a:cubicBezTo>
                <a:cubicBezTo>
                  <a:pt x="3050704" y="2458422"/>
                  <a:pt x="3142350" y="2278816"/>
                  <a:pt x="3027529" y="2196123"/>
                </a:cubicBezTo>
                <a:lnTo>
                  <a:pt x="3027529" y="2196123"/>
                </a:lnTo>
                <a:cubicBezTo>
                  <a:pt x="2929825" y="2125808"/>
                  <a:pt x="2979862" y="1971483"/>
                  <a:pt x="3100477" y="1972010"/>
                </a:cubicBezTo>
                <a:lnTo>
                  <a:pt x="3100477" y="1972010"/>
                </a:lnTo>
                <a:cubicBezTo>
                  <a:pt x="3241898" y="1972537"/>
                  <a:pt x="3273500" y="1773705"/>
                  <a:pt x="3138664" y="1730252"/>
                </a:cubicBezTo>
                <a:close/>
                <a:moveTo>
                  <a:pt x="1612535" y="2718352"/>
                </a:moveTo>
                <a:cubicBezTo>
                  <a:pt x="1001556" y="2718352"/>
                  <a:pt x="506453" y="2223249"/>
                  <a:pt x="506453" y="1612271"/>
                </a:cubicBezTo>
                <a:cubicBezTo>
                  <a:pt x="506453" y="1001292"/>
                  <a:pt x="1001556" y="506190"/>
                  <a:pt x="1612535" y="506190"/>
                </a:cubicBezTo>
                <a:cubicBezTo>
                  <a:pt x="2223513" y="506190"/>
                  <a:pt x="2718616" y="1001292"/>
                  <a:pt x="2718616" y="1612271"/>
                </a:cubicBezTo>
                <a:cubicBezTo>
                  <a:pt x="2718616" y="2223249"/>
                  <a:pt x="2223513" y="2718352"/>
                  <a:pt x="1612535" y="2718352"/>
                </a:cubicBezTo>
                <a:close/>
              </a:path>
            </a:pathLst>
          </a:custGeom>
          <a:solidFill>
            <a:schemeClr val="accent4"/>
          </a:solidFill>
          <a:ln w="2633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3" name="Text12"/>
          <p:cNvSpPr txBox="1"/>
          <p:nvPr>
            <p:custDataLst>
              <p:tags r:id="rId16"/>
            </p:custDataLst>
          </p:nvPr>
        </p:nvSpPr>
        <p:spPr>
          <a:xfrm>
            <a:off x="6112872" y="1829910"/>
            <a:ext cx="1898268" cy="1702719"/>
          </a:xfrm>
          <a:prstGeom prst="rect">
            <a:avLst/>
          </a:prstGeom>
          <a:noFill/>
        </p:spPr>
        <p:txBody>
          <a:bodyPr wrap="square" rtlCol="0">
            <a:normAutofit fontScale="95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生产环境采用MySQL 8存储业务数据，开发自测采用H2内存数据库省去部署成本；邮件附件存储在本地磁盘，实现与邮件正文的分离，保证数据存储高效。</a:t>
            </a:r>
          </a:p>
        </p:txBody>
      </p:sp>
      <p:sp>
        <p:nvSpPr>
          <p:cNvPr id="5" name="Text13"/>
          <p:cNvSpPr txBox="1"/>
          <p:nvPr>
            <p:custDataLst>
              <p:tags r:id="rId17"/>
            </p:custDataLst>
          </p:nvPr>
        </p:nvSpPr>
        <p:spPr>
          <a:xfrm>
            <a:off x="6221241" y="1470021"/>
            <a:ext cx="1681530" cy="359890"/>
          </a:xfrm>
          <a:prstGeom prst="rect">
            <a:avLst/>
          </a:prstGeom>
          <a:noFill/>
        </p:spPr>
        <p:txBody>
          <a:bodyPr wrap="square" rtlCol="0" anchor="ctr" anchorCtr="0">
            <a:normAutofit fontScale="95000"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数据存储方案</a:t>
            </a:r>
          </a:p>
        </p:txBody>
      </p:sp>
      <p:sp>
        <p:nvSpPr>
          <p:cNvPr id="12" name="Shape4"/>
          <p:cNvSpPr>
            <a:spLocks noChangeAspect="1"/>
          </p:cNvSpPr>
          <p:nvPr>
            <p:custDataLst>
              <p:tags r:id="rId18"/>
            </p:custDataLst>
          </p:nvPr>
        </p:nvSpPr>
        <p:spPr>
          <a:xfrm>
            <a:off x="6771990" y="4245307"/>
            <a:ext cx="558842" cy="558842"/>
          </a:xfrm>
          <a:custGeom>
            <a:avLst/>
            <a:gdLst>
              <a:gd name="connsiteX0" fmla="*/ 255352 w 321246"/>
              <a:gd name="connsiteY0" fmla="*/ 168459 h 321246"/>
              <a:gd name="connsiteX1" fmla="*/ 168459 w 321246"/>
              <a:gd name="connsiteY1" fmla="*/ 255352 h 321246"/>
              <a:gd name="connsiteX2" fmla="*/ 168459 w 321246"/>
              <a:gd name="connsiteY2" fmla="*/ 274235 h 321246"/>
              <a:gd name="connsiteX3" fmla="*/ 274235 w 321246"/>
              <a:gd name="connsiteY3" fmla="*/ 168459 h 321246"/>
              <a:gd name="connsiteX4" fmla="*/ 47012 w 321246"/>
              <a:gd name="connsiteY4" fmla="*/ 168459 h 321246"/>
              <a:gd name="connsiteX5" fmla="*/ 152788 w 321246"/>
              <a:gd name="connsiteY5" fmla="*/ 274235 h 321246"/>
              <a:gd name="connsiteX6" fmla="*/ 152788 w 321246"/>
              <a:gd name="connsiteY6" fmla="*/ 255352 h 321246"/>
              <a:gd name="connsiteX7" fmla="*/ 65934 w 321246"/>
              <a:gd name="connsiteY7" fmla="*/ 168459 h 321246"/>
              <a:gd name="connsiteX8" fmla="*/ 160624 w 321246"/>
              <a:gd name="connsiteY8" fmla="*/ 144953 h 321246"/>
              <a:gd name="connsiteX9" fmla="*/ 144953 w 321246"/>
              <a:gd name="connsiteY9" fmla="*/ 160624 h 321246"/>
              <a:gd name="connsiteX10" fmla="*/ 160624 w 321246"/>
              <a:gd name="connsiteY10" fmla="*/ 176294 h 321246"/>
              <a:gd name="connsiteX11" fmla="*/ 176294 w 321246"/>
              <a:gd name="connsiteY11" fmla="*/ 160624 h 321246"/>
              <a:gd name="connsiteX12" fmla="*/ 160624 w 321246"/>
              <a:gd name="connsiteY12" fmla="*/ 144953 h 321246"/>
              <a:gd name="connsiteX13" fmla="*/ 160624 w 321246"/>
              <a:gd name="connsiteY13" fmla="*/ 129282 h 321246"/>
              <a:gd name="connsiteX14" fmla="*/ 191965 w 321246"/>
              <a:gd name="connsiteY14" fmla="*/ 160624 h 321246"/>
              <a:gd name="connsiteX15" fmla="*/ 160624 w 321246"/>
              <a:gd name="connsiteY15" fmla="*/ 191965 h 321246"/>
              <a:gd name="connsiteX16" fmla="*/ 129282 w 321246"/>
              <a:gd name="connsiteY16" fmla="*/ 160624 h 321246"/>
              <a:gd name="connsiteX17" fmla="*/ 160624 w 321246"/>
              <a:gd name="connsiteY17" fmla="*/ 129282 h 321246"/>
              <a:gd name="connsiteX18" fmla="*/ 152788 w 321246"/>
              <a:gd name="connsiteY18" fmla="*/ 81643 h 321246"/>
              <a:gd name="connsiteX19" fmla="*/ 81643 w 321246"/>
              <a:gd name="connsiteY19" fmla="*/ 152788 h 321246"/>
              <a:gd name="connsiteX20" fmla="*/ 113611 w 321246"/>
              <a:gd name="connsiteY20" fmla="*/ 152788 h 321246"/>
              <a:gd name="connsiteX21" fmla="*/ 113611 w 321246"/>
              <a:gd name="connsiteY21" fmla="*/ 168459 h 321246"/>
              <a:gd name="connsiteX22" fmla="*/ 81643 w 321246"/>
              <a:gd name="connsiteY22" fmla="*/ 168459 h 321246"/>
              <a:gd name="connsiteX23" fmla="*/ 152788 w 321246"/>
              <a:gd name="connsiteY23" fmla="*/ 239603 h 321246"/>
              <a:gd name="connsiteX24" fmla="*/ 152788 w 321246"/>
              <a:gd name="connsiteY24" fmla="*/ 207635 h 321246"/>
              <a:gd name="connsiteX25" fmla="*/ 168459 w 321246"/>
              <a:gd name="connsiteY25" fmla="*/ 207635 h 321246"/>
              <a:gd name="connsiteX26" fmla="*/ 168459 w 321246"/>
              <a:gd name="connsiteY26" fmla="*/ 239603 h 321246"/>
              <a:gd name="connsiteX27" fmla="*/ 239603 w 321246"/>
              <a:gd name="connsiteY27" fmla="*/ 168459 h 321246"/>
              <a:gd name="connsiteX28" fmla="*/ 207635 w 321246"/>
              <a:gd name="connsiteY28" fmla="*/ 168459 h 321246"/>
              <a:gd name="connsiteX29" fmla="*/ 207635 w 321246"/>
              <a:gd name="connsiteY29" fmla="*/ 152788 h 321246"/>
              <a:gd name="connsiteX30" fmla="*/ 239603 w 321246"/>
              <a:gd name="connsiteY30" fmla="*/ 152788 h 321246"/>
              <a:gd name="connsiteX31" fmla="*/ 168459 w 321246"/>
              <a:gd name="connsiteY31" fmla="*/ 81643 h 321246"/>
              <a:gd name="connsiteX32" fmla="*/ 168459 w 321246"/>
              <a:gd name="connsiteY32" fmla="*/ 113611 h 321246"/>
              <a:gd name="connsiteX33" fmla="*/ 152788 w 321246"/>
              <a:gd name="connsiteY33" fmla="*/ 113611 h 321246"/>
              <a:gd name="connsiteX34" fmla="*/ 168459 w 321246"/>
              <a:gd name="connsiteY34" fmla="*/ 47012 h 321246"/>
              <a:gd name="connsiteX35" fmla="*/ 168459 w 321246"/>
              <a:gd name="connsiteY35" fmla="*/ 65895 h 321246"/>
              <a:gd name="connsiteX36" fmla="*/ 255352 w 321246"/>
              <a:gd name="connsiteY36" fmla="*/ 152788 h 321246"/>
              <a:gd name="connsiteX37" fmla="*/ 274235 w 321246"/>
              <a:gd name="connsiteY37" fmla="*/ 152788 h 321246"/>
              <a:gd name="connsiteX38" fmla="*/ 168459 w 321246"/>
              <a:gd name="connsiteY38" fmla="*/ 47012 h 321246"/>
              <a:gd name="connsiteX39" fmla="*/ 152788 w 321246"/>
              <a:gd name="connsiteY39" fmla="*/ 47012 h 321246"/>
              <a:gd name="connsiteX40" fmla="*/ 47012 w 321246"/>
              <a:gd name="connsiteY40" fmla="*/ 152788 h 321246"/>
              <a:gd name="connsiteX41" fmla="*/ 65895 w 321246"/>
              <a:gd name="connsiteY41" fmla="*/ 152788 h 321246"/>
              <a:gd name="connsiteX42" fmla="*/ 152788 w 321246"/>
              <a:gd name="connsiteY42" fmla="*/ 65934 h 321246"/>
              <a:gd name="connsiteX43" fmla="*/ 152788 w 321246"/>
              <a:gd name="connsiteY43" fmla="*/ 0 h 321246"/>
              <a:gd name="connsiteX44" fmla="*/ 168459 w 321246"/>
              <a:gd name="connsiteY44" fmla="*/ 0 h 321246"/>
              <a:gd name="connsiteX45" fmla="*/ 168459 w 321246"/>
              <a:gd name="connsiteY45" fmla="*/ 23506 h 321246"/>
              <a:gd name="connsiteX46" fmla="*/ 297740 w 321246"/>
              <a:gd name="connsiteY46" fmla="*/ 152788 h 321246"/>
              <a:gd name="connsiteX47" fmla="*/ 321246 w 321246"/>
              <a:gd name="connsiteY47" fmla="*/ 152788 h 321246"/>
              <a:gd name="connsiteX48" fmla="*/ 321246 w 321246"/>
              <a:gd name="connsiteY48" fmla="*/ 168459 h 321246"/>
              <a:gd name="connsiteX49" fmla="*/ 297740 w 321246"/>
              <a:gd name="connsiteY49" fmla="*/ 168459 h 321246"/>
              <a:gd name="connsiteX50" fmla="*/ 168459 w 321246"/>
              <a:gd name="connsiteY50" fmla="*/ 297740 h 321246"/>
              <a:gd name="connsiteX51" fmla="*/ 168459 w 321246"/>
              <a:gd name="connsiteY51" fmla="*/ 321246 h 321246"/>
              <a:gd name="connsiteX52" fmla="*/ 152788 w 321246"/>
              <a:gd name="connsiteY52" fmla="*/ 321246 h 321246"/>
              <a:gd name="connsiteX53" fmla="*/ 152788 w 321246"/>
              <a:gd name="connsiteY53" fmla="*/ 297740 h 321246"/>
              <a:gd name="connsiteX54" fmla="*/ 23506 w 321246"/>
              <a:gd name="connsiteY54" fmla="*/ 168459 h 321246"/>
              <a:gd name="connsiteX55" fmla="*/ 0 w 321246"/>
              <a:gd name="connsiteY55" fmla="*/ 168459 h 321246"/>
              <a:gd name="connsiteX56" fmla="*/ 0 w 321246"/>
              <a:gd name="connsiteY56" fmla="*/ 152788 h 321246"/>
              <a:gd name="connsiteX57" fmla="*/ 23506 w 321246"/>
              <a:gd name="connsiteY57" fmla="*/ 152788 h 321246"/>
              <a:gd name="connsiteX58" fmla="*/ 152788 w 321246"/>
              <a:gd name="connsiteY58" fmla="*/ 23506 h 321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321246" h="321246">
                <a:moveTo>
                  <a:pt x="255352" y="168459"/>
                </a:moveTo>
                <a:cubicBezTo>
                  <a:pt x="251463" y="214742"/>
                  <a:pt x="214742" y="251463"/>
                  <a:pt x="168459" y="255352"/>
                </a:cubicBezTo>
                <a:lnTo>
                  <a:pt x="168459" y="274235"/>
                </a:lnTo>
                <a:cubicBezTo>
                  <a:pt x="225125" y="270206"/>
                  <a:pt x="270206" y="225125"/>
                  <a:pt x="274235" y="168459"/>
                </a:cubicBezTo>
                <a:close/>
                <a:moveTo>
                  <a:pt x="47012" y="168459"/>
                </a:moveTo>
                <a:cubicBezTo>
                  <a:pt x="51040" y="225125"/>
                  <a:pt x="96122" y="270206"/>
                  <a:pt x="152788" y="274235"/>
                </a:cubicBezTo>
                <a:lnTo>
                  <a:pt x="152788" y="255352"/>
                </a:lnTo>
                <a:cubicBezTo>
                  <a:pt x="106520" y="251445"/>
                  <a:pt x="69820" y="214728"/>
                  <a:pt x="65934" y="168459"/>
                </a:cubicBezTo>
                <a:close/>
                <a:moveTo>
                  <a:pt x="160624" y="144953"/>
                </a:moveTo>
                <a:cubicBezTo>
                  <a:pt x="151969" y="144953"/>
                  <a:pt x="144953" y="151969"/>
                  <a:pt x="144953" y="160624"/>
                </a:cubicBezTo>
                <a:cubicBezTo>
                  <a:pt x="144953" y="169278"/>
                  <a:pt x="151969" y="176294"/>
                  <a:pt x="160624" y="176294"/>
                </a:cubicBezTo>
                <a:cubicBezTo>
                  <a:pt x="169278" y="176294"/>
                  <a:pt x="176294" y="169278"/>
                  <a:pt x="176294" y="160624"/>
                </a:cubicBezTo>
                <a:cubicBezTo>
                  <a:pt x="176294" y="151969"/>
                  <a:pt x="169278" y="144953"/>
                  <a:pt x="160624" y="144953"/>
                </a:cubicBezTo>
                <a:close/>
                <a:moveTo>
                  <a:pt x="160624" y="129282"/>
                </a:moveTo>
                <a:cubicBezTo>
                  <a:pt x="177933" y="129282"/>
                  <a:pt x="191965" y="143314"/>
                  <a:pt x="191965" y="160624"/>
                </a:cubicBezTo>
                <a:cubicBezTo>
                  <a:pt x="191965" y="177933"/>
                  <a:pt x="177933" y="191965"/>
                  <a:pt x="160624" y="191965"/>
                </a:cubicBezTo>
                <a:cubicBezTo>
                  <a:pt x="143314" y="191965"/>
                  <a:pt x="129282" y="177933"/>
                  <a:pt x="129282" y="160624"/>
                </a:cubicBezTo>
                <a:cubicBezTo>
                  <a:pt x="129282" y="143314"/>
                  <a:pt x="143314" y="129282"/>
                  <a:pt x="160624" y="129282"/>
                </a:cubicBezTo>
                <a:close/>
                <a:moveTo>
                  <a:pt x="152788" y="81643"/>
                </a:moveTo>
                <a:cubicBezTo>
                  <a:pt x="115165" y="85409"/>
                  <a:pt x="85408" y="115165"/>
                  <a:pt x="81643" y="152788"/>
                </a:cubicBezTo>
                <a:lnTo>
                  <a:pt x="113611" y="152788"/>
                </a:lnTo>
                <a:lnTo>
                  <a:pt x="113611" y="168459"/>
                </a:lnTo>
                <a:lnTo>
                  <a:pt x="81643" y="168459"/>
                </a:lnTo>
                <a:cubicBezTo>
                  <a:pt x="85408" y="206082"/>
                  <a:pt x="115165" y="235838"/>
                  <a:pt x="152788" y="239603"/>
                </a:cubicBezTo>
                <a:lnTo>
                  <a:pt x="152788" y="207635"/>
                </a:lnTo>
                <a:lnTo>
                  <a:pt x="168459" y="207635"/>
                </a:lnTo>
                <a:lnTo>
                  <a:pt x="168459" y="239603"/>
                </a:lnTo>
                <a:cubicBezTo>
                  <a:pt x="206082" y="235838"/>
                  <a:pt x="235838" y="206082"/>
                  <a:pt x="239603" y="168459"/>
                </a:cubicBezTo>
                <a:lnTo>
                  <a:pt x="207635" y="168459"/>
                </a:lnTo>
                <a:lnTo>
                  <a:pt x="207635" y="152788"/>
                </a:lnTo>
                <a:lnTo>
                  <a:pt x="239603" y="152788"/>
                </a:lnTo>
                <a:cubicBezTo>
                  <a:pt x="235838" y="115165"/>
                  <a:pt x="206082" y="85409"/>
                  <a:pt x="168459" y="81643"/>
                </a:cubicBezTo>
                <a:lnTo>
                  <a:pt x="168459" y="113611"/>
                </a:lnTo>
                <a:lnTo>
                  <a:pt x="152788" y="113611"/>
                </a:lnTo>
                <a:close/>
                <a:moveTo>
                  <a:pt x="168459" y="47012"/>
                </a:moveTo>
                <a:lnTo>
                  <a:pt x="168459" y="65895"/>
                </a:lnTo>
                <a:cubicBezTo>
                  <a:pt x="214742" y="69783"/>
                  <a:pt x="251463" y="106504"/>
                  <a:pt x="255352" y="152788"/>
                </a:cubicBezTo>
                <a:lnTo>
                  <a:pt x="274235" y="152788"/>
                </a:lnTo>
                <a:cubicBezTo>
                  <a:pt x="270206" y="96122"/>
                  <a:pt x="225125" y="51040"/>
                  <a:pt x="168459" y="47012"/>
                </a:cubicBezTo>
                <a:close/>
                <a:moveTo>
                  <a:pt x="152788" y="47012"/>
                </a:moveTo>
                <a:cubicBezTo>
                  <a:pt x="96122" y="51040"/>
                  <a:pt x="51040" y="96122"/>
                  <a:pt x="47012" y="152788"/>
                </a:cubicBezTo>
                <a:lnTo>
                  <a:pt x="65895" y="152788"/>
                </a:lnTo>
                <a:cubicBezTo>
                  <a:pt x="69802" y="106520"/>
                  <a:pt x="106518" y="69820"/>
                  <a:pt x="152788" y="65934"/>
                </a:cubicBezTo>
                <a:close/>
                <a:moveTo>
                  <a:pt x="152788" y="0"/>
                </a:moveTo>
                <a:lnTo>
                  <a:pt x="168459" y="0"/>
                </a:lnTo>
                <a:lnTo>
                  <a:pt x="168459" y="23506"/>
                </a:lnTo>
                <a:cubicBezTo>
                  <a:pt x="238087" y="27614"/>
                  <a:pt x="293632" y="83159"/>
                  <a:pt x="297740" y="152788"/>
                </a:cubicBezTo>
                <a:lnTo>
                  <a:pt x="321246" y="152788"/>
                </a:lnTo>
                <a:lnTo>
                  <a:pt x="321246" y="168459"/>
                </a:lnTo>
                <a:lnTo>
                  <a:pt x="297740" y="168459"/>
                </a:lnTo>
                <a:cubicBezTo>
                  <a:pt x="293632" y="238087"/>
                  <a:pt x="238087" y="293632"/>
                  <a:pt x="168459" y="297740"/>
                </a:cubicBezTo>
                <a:lnTo>
                  <a:pt x="168459" y="321246"/>
                </a:lnTo>
                <a:lnTo>
                  <a:pt x="152788" y="321246"/>
                </a:lnTo>
                <a:lnTo>
                  <a:pt x="152788" y="297740"/>
                </a:lnTo>
                <a:cubicBezTo>
                  <a:pt x="83159" y="293632"/>
                  <a:pt x="27614" y="238087"/>
                  <a:pt x="23506" y="168459"/>
                </a:cubicBezTo>
                <a:lnTo>
                  <a:pt x="0" y="168459"/>
                </a:lnTo>
                <a:lnTo>
                  <a:pt x="0" y="152788"/>
                </a:lnTo>
                <a:lnTo>
                  <a:pt x="23506" y="152788"/>
                </a:lnTo>
                <a:cubicBezTo>
                  <a:pt x="27614" y="83159"/>
                  <a:pt x="83159" y="27614"/>
                  <a:pt x="152788" y="23506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D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14"/>
          <p:cNvSpPr/>
          <p:nvPr>
            <p:custDataLst>
              <p:tags r:id="rId19"/>
            </p:custDataLst>
          </p:nvPr>
        </p:nvSpPr>
        <p:spPr>
          <a:xfrm>
            <a:off x="8025981" y="2709322"/>
            <a:ext cx="1702719" cy="1702719"/>
          </a:xfrm>
          <a:custGeom>
            <a:avLst/>
            <a:gdLst>
              <a:gd name="connsiteX0" fmla="*/ 3138663 w 3224805"/>
              <a:gd name="connsiteY0" fmla="*/ 1730252 h 3224804"/>
              <a:gd name="connsiteX1" fmla="*/ 3138663 w 3224805"/>
              <a:gd name="connsiteY1" fmla="*/ 1730252 h 3224804"/>
              <a:gd name="connsiteX2" fmla="*/ 3138663 w 3224805"/>
              <a:gd name="connsiteY2" fmla="*/ 1494552 h 3224804"/>
              <a:gd name="connsiteX3" fmla="*/ 3138663 w 3224805"/>
              <a:gd name="connsiteY3" fmla="*/ 1494552 h 3224804"/>
              <a:gd name="connsiteX4" fmla="*/ 3100478 w 3224805"/>
              <a:gd name="connsiteY4" fmla="*/ 1252794 h 3224804"/>
              <a:gd name="connsiteX5" fmla="*/ 3100478 w 3224805"/>
              <a:gd name="connsiteY5" fmla="*/ 1252794 h 3224804"/>
              <a:gd name="connsiteX6" fmla="*/ 3027529 w 3224805"/>
              <a:gd name="connsiteY6" fmla="*/ 1028681 h 3224804"/>
              <a:gd name="connsiteX7" fmla="*/ 3027529 w 3224805"/>
              <a:gd name="connsiteY7" fmla="*/ 1028681 h 3224804"/>
              <a:gd name="connsiteX8" fmla="*/ 2916394 w 3224805"/>
              <a:gd name="connsiteY8" fmla="*/ 810625 h 3224804"/>
              <a:gd name="connsiteX9" fmla="*/ 2777871 w 3224805"/>
              <a:gd name="connsiteY9" fmla="*/ 619958 h 3224804"/>
              <a:gd name="connsiteX10" fmla="*/ 2777871 w 3224805"/>
              <a:gd name="connsiteY10" fmla="*/ 619958 h 3224804"/>
              <a:gd name="connsiteX11" fmla="*/ 2604848 w 3224805"/>
              <a:gd name="connsiteY11" fmla="*/ 446935 h 3224804"/>
              <a:gd name="connsiteX12" fmla="*/ 2604848 w 3224805"/>
              <a:gd name="connsiteY12" fmla="*/ 446935 h 3224804"/>
              <a:gd name="connsiteX13" fmla="*/ 2414181 w 3224805"/>
              <a:gd name="connsiteY13" fmla="*/ 308412 h 3224804"/>
              <a:gd name="connsiteX14" fmla="*/ 2414181 w 3224805"/>
              <a:gd name="connsiteY14" fmla="*/ 308412 h 3224804"/>
              <a:gd name="connsiteX15" fmla="*/ 2196124 w 3224805"/>
              <a:gd name="connsiteY15" fmla="*/ 197277 h 3224804"/>
              <a:gd name="connsiteX16" fmla="*/ 2196124 w 3224805"/>
              <a:gd name="connsiteY16" fmla="*/ 197277 h 3224804"/>
              <a:gd name="connsiteX17" fmla="*/ 1972011 w 3224805"/>
              <a:gd name="connsiteY17" fmla="*/ 124328 h 3224804"/>
              <a:gd name="connsiteX18" fmla="*/ 1972011 w 3224805"/>
              <a:gd name="connsiteY18" fmla="*/ 124328 h 3224804"/>
              <a:gd name="connsiteX19" fmla="*/ 1730254 w 3224805"/>
              <a:gd name="connsiteY19" fmla="*/ 86142 h 3224804"/>
              <a:gd name="connsiteX20" fmla="*/ 1730254 w 3224805"/>
              <a:gd name="connsiteY20" fmla="*/ 86142 h 3224804"/>
              <a:gd name="connsiteX21" fmla="*/ 1494553 w 3224805"/>
              <a:gd name="connsiteY21" fmla="*/ 86142 h 3224804"/>
              <a:gd name="connsiteX22" fmla="*/ 1494553 w 3224805"/>
              <a:gd name="connsiteY22" fmla="*/ 86142 h 3224804"/>
              <a:gd name="connsiteX23" fmla="*/ 1252795 w 3224805"/>
              <a:gd name="connsiteY23" fmla="*/ 124328 h 3224804"/>
              <a:gd name="connsiteX24" fmla="*/ 1252795 w 3224805"/>
              <a:gd name="connsiteY24" fmla="*/ 124328 h 3224804"/>
              <a:gd name="connsiteX25" fmla="*/ 1028682 w 3224805"/>
              <a:gd name="connsiteY25" fmla="*/ 197277 h 3224804"/>
              <a:gd name="connsiteX26" fmla="*/ 1028682 w 3224805"/>
              <a:gd name="connsiteY26" fmla="*/ 197277 h 3224804"/>
              <a:gd name="connsiteX27" fmla="*/ 810626 w 3224805"/>
              <a:gd name="connsiteY27" fmla="*/ 308412 h 3224804"/>
              <a:gd name="connsiteX28" fmla="*/ 810626 w 3224805"/>
              <a:gd name="connsiteY28" fmla="*/ 308412 h 3224804"/>
              <a:gd name="connsiteX29" fmla="*/ 619958 w 3224805"/>
              <a:gd name="connsiteY29" fmla="*/ 446935 h 3224804"/>
              <a:gd name="connsiteX30" fmla="*/ 619958 w 3224805"/>
              <a:gd name="connsiteY30" fmla="*/ 446935 h 3224804"/>
              <a:gd name="connsiteX31" fmla="*/ 446935 w 3224805"/>
              <a:gd name="connsiteY31" fmla="*/ 619958 h 3224804"/>
              <a:gd name="connsiteX32" fmla="*/ 446935 w 3224805"/>
              <a:gd name="connsiteY32" fmla="*/ 619958 h 3224804"/>
              <a:gd name="connsiteX33" fmla="*/ 308412 w 3224805"/>
              <a:gd name="connsiteY33" fmla="*/ 810625 h 3224804"/>
              <a:gd name="connsiteX34" fmla="*/ 308412 w 3224805"/>
              <a:gd name="connsiteY34" fmla="*/ 810625 h 3224804"/>
              <a:gd name="connsiteX35" fmla="*/ 197277 w 3224805"/>
              <a:gd name="connsiteY35" fmla="*/ 1028681 h 3224804"/>
              <a:gd name="connsiteX36" fmla="*/ 197277 w 3224805"/>
              <a:gd name="connsiteY36" fmla="*/ 1028681 h 3224804"/>
              <a:gd name="connsiteX37" fmla="*/ 124328 w 3224805"/>
              <a:gd name="connsiteY37" fmla="*/ 1252794 h 3224804"/>
              <a:gd name="connsiteX38" fmla="*/ 124328 w 3224805"/>
              <a:gd name="connsiteY38" fmla="*/ 1252794 h 3224804"/>
              <a:gd name="connsiteX39" fmla="*/ 86142 w 3224805"/>
              <a:gd name="connsiteY39" fmla="*/ 1494552 h 3224804"/>
              <a:gd name="connsiteX40" fmla="*/ 86142 w 3224805"/>
              <a:gd name="connsiteY40" fmla="*/ 1494552 h 3224804"/>
              <a:gd name="connsiteX41" fmla="*/ 86142 w 3224805"/>
              <a:gd name="connsiteY41" fmla="*/ 1730252 h 3224804"/>
              <a:gd name="connsiteX42" fmla="*/ 86142 w 3224805"/>
              <a:gd name="connsiteY42" fmla="*/ 1730252 h 3224804"/>
              <a:gd name="connsiteX43" fmla="*/ 124328 w 3224805"/>
              <a:gd name="connsiteY43" fmla="*/ 1972010 h 3224804"/>
              <a:gd name="connsiteX44" fmla="*/ 124328 w 3224805"/>
              <a:gd name="connsiteY44" fmla="*/ 1972010 h 3224804"/>
              <a:gd name="connsiteX45" fmla="*/ 197277 w 3224805"/>
              <a:gd name="connsiteY45" fmla="*/ 2196123 h 3224804"/>
              <a:gd name="connsiteX46" fmla="*/ 197277 w 3224805"/>
              <a:gd name="connsiteY46" fmla="*/ 2196123 h 3224804"/>
              <a:gd name="connsiteX47" fmla="*/ 308412 w 3224805"/>
              <a:gd name="connsiteY47" fmla="*/ 2414179 h 3224804"/>
              <a:gd name="connsiteX48" fmla="*/ 308412 w 3224805"/>
              <a:gd name="connsiteY48" fmla="*/ 2414179 h 3224804"/>
              <a:gd name="connsiteX49" fmla="*/ 446935 w 3224805"/>
              <a:gd name="connsiteY49" fmla="*/ 2604847 h 3224804"/>
              <a:gd name="connsiteX50" fmla="*/ 446935 w 3224805"/>
              <a:gd name="connsiteY50" fmla="*/ 2604847 h 3224804"/>
              <a:gd name="connsiteX51" fmla="*/ 619958 w 3224805"/>
              <a:gd name="connsiteY51" fmla="*/ 2777869 h 3224804"/>
              <a:gd name="connsiteX52" fmla="*/ 619958 w 3224805"/>
              <a:gd name="connsiteY52" fmla="*/ 2777869 h 3224804"/>
              <a:gd name="connsiteX53" fmla="*/ 810626 w 3224805"/>
              <a:gd name="connsiteY53" fmla="*/ 2916393 h 3224804"/>
              <a:gd name="connsiteX54" fmla="*/ 810626 w 3224805"/>
              <a:gd name="connsiteY54" fmla="*/ 2916393 h 3224804"/>
              <a:gd name="connsiteX55" fmla="*/ 1028682 w 3224805"/>
              <a:gd name="connsiteY55" fmla="*/ 3027527 h 3224804"/>
              <a:gd name="connsiteX56" fmla="*/ 1028682 w 3224805"/>
              <a:gd name="connsiteY56" fmla="*/ 3027527 h 3224804"/>
              <a:gd name="connsiteX57" fmla="*/ 1252795 w 3224805"/>
              <a:gd name="connsiteY57" fmla="*/ 3100476 h 3224804"/>
              <a:gd name="connsiteX58" fmla="*/ 1252795 w 3224805"/>
              <a:gd name="connsiteY58" fmla="*/ 3100476 h 3224804"/>
              <a:gd name="connsiteX59" fmla="*/ 1494553 w 3224805"/>
              <a:gd name="connsiteY59" fmla="*/ 3138662 h 3224804"/>
              <a:gd name="connsiteX60" fmla="*/ 1494553 w 3224805"/>
              <a:gd name="connsiteY60" fmla="*/ 3138662 h 3224804"/>
              <a:gd name="connsiteX61" fmla="*/ 1730254 w 3224805"/>
              <a:gd name="connsiteY61" fmla="*/ 3138662 h 3224804"/>
              <a:gd name="connsiteX62" fmla="*/ 1730254 w 3224805"/>
              <a:gd name="connsiteY62" fmla="*/ 3138662 h 3224804"/>
              <a:gd name="connsiteX63" fmla="*/ 1972011 w 3224805"/>
              <a:gd name="connsiteY63" fmla="*/ 3100476 h 3224804"/>
              <a:gd name="connsiteX64" fmla="*/ 1972011 w 3224805"/>
              <a:gd name="connsiteY64" fmla="*/ 3100476 h 3224804"/>
              <a:gd name="connsiteX65" fmla="*/ 2196124 w 3224805"/>
              <a:gd name="connsiteY65" fmla="*/ 3027527 h 3224804"/>
              <a:gd name="connsiteX66" fmla="*/ 2196124 w 3224805"/>
              <a:gd name="connsiteY66" fmla="*/ 3027527 h 3224804"/>
              <a:gd name="connsiteX67" fmla="*/ 2414181 w 3224805"/>
              <a:gd name="connsiteY67" fmla="*/ 2916393 h 3224804"/>
              <a:gd name="connsiteX68" fmla="*/ 2414181 w 3224805"/>
              <a:gd name="connsiteY68" fmla="*/ 2916393 h 3224804"/>
              <a:gd name="connsiteX69" fmla="*/ 2604848 w 3224805"/>
              <a:gd name="connsiteY69" fmla="*/ 2777869 h 3224804"/>
              <a:gd name="connsiteX70" fmla="*/ 2604848 w 3224805"/>
              <a:gd name="connsiteY70" fmla="*/ 2777869 h 3224804"/>
              <a:gd name="connsiteX71" fmla="*/ 2777871 w 3224805"/>
              <a:gd name="connsiteY71" fmla="*/ 2604847 h 3224804"/>
              <a:gd name="connsiteX72" fmla="*/ 2777871 w 3224805"/>
              <a:gd name="connsiteY72" fmla="*/ 2604847 h 3224804"/>
              <a:gd name="connsiteX73" fmla="*/ 2916394 w 3224805"/>
              <a:gd name="connsiteY73" fmla="*/ 2414179 h 3224804"/>
              <a:gd name="connsiteX74" fmla="*/ 3027529 w 3224805"/>
              <a:gd name="connsiteY74" fmla="*/ 2196123 h 3224804"/>
              <a:gd name="connsiteX75" fmla="*/ 3027529 w 3224805"/>
              <a:gd name="connsiteY75" fmla="*/ 2196123 h 3224804"/>
              <a:gd name="connsiteX76" fmla="*/ 3100478 w 3224805"/>
              <a:gd name="connsiteY76" fmla="*/ 1972010 h 3224804"/>
              <a:gd name="connsiteX77" fmla="*/ 3100478 w 3224805"/>
              <a:gd name="connsiteY77" fmla="*/ 1972010 h 3224804"/>
              <a:gd name="connsiteX78" fmla="*/ 3138663 w 3224805"/>
              <a:gd name="connsiteY78" fmla="*/ 1730252 h 3224804"/>
              <a:gd name="connsiteX79" fmla="*/ 1612535 w 3224805"/>
              <a:gd name="connsiteY79" fmla="*/ 2718352 h 3224804"/>
              <a:gd name="connsiteX80" fmla="*/ 506453 w 3224805"/>
              <a:gd name="connsiteY80" fmla="*/ 1612271 h 3224804"/>
              <a:gd name="connsiteX81" fmla="*/ 1612535 w 3224805"/>
              <a:gd name="connsiteY81" fmla="*/ 506189 h 3224804"/>
              <a:gd name="connsiteX82" fmla="*/ 2718616 w 3224805"/>
              <a:gd name="connsiteY82" fmla="*/ 1612271 h 3224804"/>
              <a:gd name="connsiteX83" fmla="*/ 1612535 w 3224805"/>
              <a:gd name="connsiteY83" fmla="*/ 2718352 h 322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3224805" h="3224804">
                <a:moveTo>
                  <a:pt x="3138663" y="1730252"/>
                </a:moveTo>
                <a:lnTo>
                  <a:pt x="3138663" y="1730252"/>
                </a:lnTo>
                <a:cubicBezTo>
                  <a:pt x="3024105" y="1693383"/>
                  <a:pt x="3024105" y="1531158"/>
                  <a:pt x="3138663" y="1494552"/>
                </a:cubicBezTo>
                <a:lnTo>
                  <a:pt x="3138663" y="1494552"/>
                </a:lnTo>
                <a:cubicBezTo>
                  <a:pt x="3273500" y="1451362"/>
                  <a:pt x="3241898" y="1252267"/>
                  <a:pt x="3100478" y="1252794"/>
                </a:cubicBezTo>
                <a:lnTo>
                  <a:pt x="3100478" y="1252794"/>
                </a:lnTo>
                <a:cubicBezTo>
                  <a:pt x="2980125" y="1253321"/>
                  <a:pt x="2930089" y="1098996"/>
                  <a:pt x="3027529" y="1028681"/>
                </a:cubicBezTo>
                <a:lnTo>
                  <a:pt x="3027529" y="1028681"/>
                </a:lnTo>
                <a:cubicBezTo>
                  <a:pt x="3142351" y="945988"/>
                  <a:pt x="3050967" y="766382"/>
                  <a:pt x="2916394" y="810625"/>
                </a:cubicBezTo>
                <a:cubicBezTo>
                  <a:pt x="2802099" y="848285"/>
                  <a:pt x="2706765" y="717135"/>
                  <a:pt x="2777871" y="619958"/>
                </a:cubicBezTo>
                <a:lnTo>
                  <a:pt x="2777871" y="619958"/>
                </a:lnTo>
                <a:cubicBezTo>
                  <a:pt x="2861353" y="505663"/>
                  <a:pt x="2719143" y="363452"/>
                  <a:pt x="2604848" y="446935"/>
                </a:cubicBezTo>
                <a:lnTo>
                  <a:pt x="2604848" y="446935"/>
                </a:lnTo>
                <a:cubicBezTo>
                  <a:pt x="2507671" y="518040"/>
                  <a:pt x="2376521" y="422707"/>
                  <a:pt x="2414181" y="308412"/>
                </a:cubicBezTo>
                <a:lnTo>
                  <a:pt x="2414181" y="308412"/>
                </a:lnTo>
                <a:cubicBezTo>
                  <a:pt x="2458424" y="174102"/>
                  <a:pt x="2278817" y="82455"/>
                  <a:pt x="2196124" y="197277"/>
                </a:cubicBezTo>
                <a:lnTo>
                  <a:pt x="2196124" y="197277"/>
                </a:lnTo>
                <a:cubicBezTo>
                  <a:pt x="2125809" y="294981"/>
                  <a:pt x="1971484" y="244944"/>
                  <a:pt x="1972011" y="124328"/>
                </a:cubicBezTo>
                <a:lnTo>
                  <a:pt x="1972011" y="124328"/>
                </a:lnTo>
                <a:cubicBezTo>
                  <a:pt x="1972538" y="-17092"/>
                  <a:pt x="1773707" y="-48694"/>
                  <a:pt x="1730254" y="86142"/>
                </a:cubicBezTo>
                <a:lnTo>
                  <a:pt x="1730254" y="86142"/>
                </a:lnTo>
                <a:cubicBezTo>
                  <a:pt x="1693384" y="200700"/>
                  <a:pt x="1531158" y="200700"/>
                  <a:pt x="1494553" y="86142"/>
                </a:cubicBezTo>
                <a:lnTo>
                  <a:pt x="1494553" y="86142"/>
                </a:lnTo>
                <a:cubicBezTo>
                  <a:pt x="1451362" y="-48694"/>
                  <a:pt x="1252268" y="-17092"/>
                  <a:pt x="1252795" y="124328"/>
                </a:cubicBezTo>
                <a:lnTo>
                  <a:pt x="1252795" y="124328"/>
                </a:lnTo>
                <a:cubicBezTo>
                  <a:pt x="1253321" y="244680"/>
                  <a:pt x="1098997" y="294717"/>
                  <a:pt x="1028682" y="197277"/>
                </a:cubicBezTo>
                <a:lnTo>
                  <a:pt x="1028682" y="197277"/>
                </a:lnTo>
                <a:cubicBezTo>
                  <a:pt x="945989" y="82455"/>
                  <a:pt x="766382" y="173839"/>
                  <a:pt x="810626" y="308412"/>
                </a:cubicBezTo>
                <a:lnTo>
                  <a:pt x="810626" y="308412"/>
                </a:lnTo>
                <a:cubicBezTo>
                  <a:pt x="848285" y="422707"/>
                  <a:pt x="717136" y="518040"/>
                  <a:pt x="619958" y="446935"/>
                </a:cubicBezTo>
                <a:lnTo>
                  <a:pt x="619958" y="446935"/>
                </a:lnTo>
                <a:cubicBezTo>
                  <a:pt x="505926" y="363452"/>
                  <a:pt x="363452" y="505663"/>
                  <a:pt x="446935" y="619958"/>
                </a:cubicBezTo>
                <a:lnTo>
                  <a:pt x="446935" y="619958"/>
                </a:lnTo>
                <a:cubicBezTo>
                  <a:pt x="518041" y="717135"/>
                  <a:pt x="422707" y="848285"/>
                  <a:pt x="308412" y="810625"/>
                </a:cubicBezTo>
                <a:lnTo>
                  <a:pt x="308412" y="810625"/>
                </a:lnTo>
                <a:cubicBezTo>
                  <a:pt x="174102" y="766382"/>
                  <a:pt x="82455" y="945988"/>
                  <a:pt x="197277" y="1028681"/>
                </a:cubicBezTo>
                <a:lnTo>
                  <a:pt x="197277" y="1028681"/>
                </a:lnTo>
                <a:cubicBezTo>
                  <a:pt x="294981" y="1098996"/>
                  <a:pt x="244944" y="1253321"/>
                  <a:pt x="124328" y="1252794"/>
                </a:cubicBezTo>
                <a:lnTo>
                  <a:pt x="124328" y="1252794"/>
                </a:lnTo>
                <a:cubicBezTo>
                  <a:pt x="-17092" y="1252267"/>
                  <a:pt x="-48695" y="1451099"/>
                  <a:pt x="86142" y="1494552"/>
                </a:cubicBezTo>
                <a:lnTo>
                  <a:pt x="86142" y="1494552"/>
                </a:lnTo>
                <a:cubicBezTo>
                  <a:pt x="200701" y="1531421"/>
                  <a:pt x="200701" y="1693646"/>
                  <a:pt x="86142" y="1730252"/>
                </a:cubicBezTo>
                <a:lnTo>
                  <a:pt x="86142" y="1730252"/>
                </a:lnTo>
                <a:cubicBezTo>
                  <a:pt x="-48695" y="1773442"/>
                  <a:pt x="-17092" y="1972537"/>
                  <a:pt x="124328" y="1972010"/>
                </a:cubicBezTo>
                <a:lnTo>
                  <a:pt x="124328" y="1972010"/>
                </a:lnTo>
                <a:cubicBezTo>
                  <a:pt x="244681" y="1971483"/>
                  <a:pt x="294718" y="2125808"/>
                  <a:pt x="197277" y="2196123"/>
                </a:cubicBezTo>
                <a:lnTo>
                  <a:pt x="197277" y="2196123"/>
                </a:lnTo>
                <a:cubicBezTo>
                  <a:pt x="82455" y="2278816"/>
                  <a:pt x="173839" y="2458422"/>
                  <a:pt x="308412" y="2414179"/>
                </a:cubicBezTo>
                <a:lnTo>
                  <a:pt x="308412" y="2414179"/>
                </a:lnTo>
                <a:cubicBezTo>
                  <a:pt x="422707" y="2376520"/>
                  <a:pt x="518041" y="2507669"/>
                  <a:pt x="446935" y="2604847"/>
                </a:cubicBezTo>
                <a:lnTo>
                  <a:pt x="446935" y="2604847"/>
                </a:lnTo>
                <a:cubicBezTo>
                  <a:pt x="363452" y="2719142"/>
                  <a:pt x="505663" y="2861352"/>
                  <a:pt x="619958" y="2777869"/>
                </a:cubicBezTo>
                <a:lnTo>
                  <a:pt x="619958" y="2777869"/>
                </a:lnTo>
                <a:cubicBezTo>
                  <a:pt x="717136" y="2706764"/>
                  <a:pt x="848285" y="2802098"/>
                  <a:pt x="810626" y="2916393"/>
                </a:cubicBezTo>
                <a:lnTo>
                  <a:pt x="810626" y="2916393"/>
                </a:lnTo>
                <a:cubicBezTo>
                  <a:pt x="766382" y="3050702"/>
                  <a:pt x="945989" y="3142349"/>
                  <a:pt x="1028682" y="3027527"/>
                </a:cubicBezTo>
                <a:lnTo>
                  <a:pt x="1028682" y="3027527"/>
                </a:lnTo>
                <a:cubicBezTo>
                  <a:pt x="1098997" y="2929824"/>
                  <a:pt x="1253321" y="2979861"/>
                  <a:pt x="1252795" y="3100476"/>
                </a:cubicBezTo>
                <a:lnTo>
                  <a:pt x="1252795" y="3100476"/>
                </a:lnTo>
                <a:cubicBezTo>
                  <a:pt x="1252268" y="3241896"/>
                  <a:pt x="1451100" y="3273499"/>
                  <a:pt x="1494553" y="3138662"/>
                </a:cubicBezTo>
                <a:lnTo>
                  <a:pt x="1494553" y="3138662"/>
                </a:lnTo>
                <a:cubicBezTo>
                  <a:pt x="1531422" y="3024104"/>
                  <a:pt x="1693647" y="3024104"/>
                  <a:pt x="1730254" y="3138662"/>
                </a:cubicBezTo>
                <a:lnTo>
                  <a:pt x="1730254" y="3138662"/>
                </a:lnTo>
                <a:cubicBezTo>
                  <a:pt x="1773443" y="3273499"/>
                  <a:pt x="1972538" y="3241896"/>
                  <a:pt x="1972011" y="3100476"/>
                </a:cubicBezTo>
                <a:lnTo>
                  <a:pt x="1972011" y="3100476"/>
                </a:lnTo>
                <a:cubicBezTo>
                  <a:pt x="1971484" y="2980124"/>
                  <a:pt x="2125809" y="2930087"/>
                  <a:pt x="2196124" y="3027527"/>
                </a:cubicBezTo>
                <a:lnTo>
                  <a:pt x="2196124" y="3027527"/>
                </a:lnTo>
                <a:cubicBezTo>
                  <a:pt x="2278817" y="3142349"/>
                  <a:pt x="2458424" y="3050966"/>
                  <a:pt x="2414181" y="2916393"/>
                </a:cubicBezTo>
                <a:lnTo>
                  <a:pt x="2414181" y="2916393"/>
                </a:lnTo>
                <a:cubicBezTo>
                  <a:pt x="2376521" y="2802098"/>
                  <a:pt x="2507671" y="2706764"/>
                  <a:pt x="2604848" y="2777869"/>
                </a:cubicBezTo>
                <a:lnTo>
                  <a:pt x="2604848" y="2777869"/>
                </a:lnTo>
                <a:cubicBezTo>
                  <a:pt x="2718879" y="2861352"/>
                  <a:pt x="2861353" y="2719142"/>
                  <a:pt x="2777871" y="2604847"/>
                </a:cubicBezTo>
                <a:lnTo>
                  <a:pt x="2777871" y="2604847"/>
                </a:lnTo>
                <a:cubicBezTo>
                  <a:pt x="2706765" y="2507669"/>
                  <a:pt x="2802099" y="2376520"/>
                  <a:pt x="2916394" y="2414179"/>
                </a:cubicBezTo>
                <a:cubicBezTo>
                  <a:pt x="3050704" y="2458422"/>
                  <a:pt x="3142351" y="2278816"/>
                  <a:pt x="3027529" y="2196123"/>
                </a:cubicBezTo>
                <a:lnTo>
                  <a:pt x="3027529" y="2196123"/>
                </a:lnTo>
                <a:cubicBezTo>
                  <a:pt x="2929825" y="2125808"/>
                  <a:pt x="2979862" y="1971483"/>
                  <a:pt x="3100478" y="1972010"/>
                </a:cubicBezTo>
                <a:lnTo>
                  <a:pt x="3100478" y="1972010"/>
                </a:lnTo>
                <a:cubicBezTo>
                  <a:pt x="3241898" y="1972537"/>
                  <a:pt x="3273500" y="1773706"/>
                  <a:pt x="3138663" y="1730252"/>
                </a:cubicBezTo>
                <a:close/>
                <a:moveTo>
                  <a:pt x="1612535" y="2718352"/>
                </a:moveTo>
                <a:cubicBezTo>
                  <a:pt x="1001556" y="2718352"/>
                  <a:pt x="506453" y="2223249"/>
                  <a:pt x="506453" y="1612271"/>
                </a:cubicBezTo>
                <a:cubicBezTo>
                  <a:pt x="506453" y="1001292"/>
                  <a:pt x="1001556" y="506189"/>
                  <a:pt x="1612535" y="506189"/>
                </a:cubicBezTo>
                <a:cubicBezTo>
                  <a:pt x="2223513" y="506189"/>
                  <a:pt x="2718616" y="1001292"/>
                  <a:pt x="2718616" y="1612271"/>
                </a:cubicBezTo>
                <a:cubicBezTo>
                  <a:pt x="2718616" y="2223249"/>
                  <a:pt x="2223513" y="2718352"/>
                  <a:pt x="1612535" y="2718352"/>
                </a:cubicBezTo>
                <a:close/>
              </a:path>
            </a:pathLst>
          </a:custGeom>
          <a:solidFill>
            <a:schemeClr val="accent5"/>
          </a:solidFill>
          <a:ln w="2633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3" name="Text15"/>
          <p:cNvSpPr txBox="1"/>
          <p:nvPr>
            <p:custDataLst>
              <p:tags r:id="rId20"/>
            </p:custDataLst>
          </p:nvPr>
        </p:nvSpPr>
        <p:spPr>
          <a:xfrm>
            <a:off x="7945037" y="4935656"/>
            <a:ext cx="1898268" cy="1702719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邮件投递同步完成，保证核心流程响应速度；AI分析任务放入后台异步执行，分析失败不会影响用户正常查看邮件，兼顾了功能增强与系统稳定性。</a:t>
            </a:r>
          </a:p>
        </p:txBody>
      </p:sp>
      <p:sp>
        <p:nvSpPr>
          <p:cNvPr id="18" name="Text16"/>
          <p:cNvSpPr txBox="1"/>
          <p:nvPr>
            <p:custDataLst>
              <p:tags r:id="rId21"/>
            </p:custDataLst>
          </p:nvPr>
        </p:nvSpPr>
        <p:spPr>
          <a:xfrm>
            <a:off x="8053406" y="4575766"/>
            <a:ext cx="1681530" cy="359890"/>
          </a:xfrm>
          <a:prstGeom prst="rect">
            <a:avLst/>
          </a:prstGeom>
          <a:noFill/>
        </p:spPr>
        <p:txBody>
          <a:bodyPr wrap="square" rtlCol="0" anchor="ctr" anchorCtr="0">
            <a:normAutofit fontScale="95000"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异步处理设计</a:t>
            </a:r>
          </a:p>
        </p:txBody>
      </p:sp>
      <p:sp>
        <p:nvSpPr>
          <p:cNvPr id="23" name="Shape5"/>
          <p:cNvSpPr>
            <a:spLocks noChangeAspect="1" noEditPoints="1"/>
          </p:cNvSpPr>
          <p:nvPr>
            <p:custDataLst>
              <p:tags r:id="rId22"/>
            </p:custDataLst>
          </p:nvPr>
        </p:nvSpPr>
        <p:spPr bwMode="auto">
          <a:xfrm>
            <a:off x="8635237" y="3305625"/>
            <a:ext cx="505394" cy="510111"/>
          </a:xfrm>
          <a:custGeom>
            <a:avLst/>
            <a:gdLst>
              <a:gd name="T0" fmla="*/ 38460 w 53"/>
              <a:gd name="T1" fmla="*/ 38100 h 54"/>
              <a:gd name="T2" fmla="*/ 51279 w 53"/>
              <a:gd name="T3" fmla="*/ 22225 h 54"/>
              <a:gd name="T4" fmla="*/ 12820 w 53"/>
              <a:gd name="T5" fmla="*/ 44450 h 54"/>
              <a:gd name="T6" fmla="*/ 73714 w 53"/>
              <a:gd name="T7" fmla="*/ 44450 h 54"/>
              <a:gd name="T8" fmla="*/ 64099 w 53"/>
              <a:gd name="T9" fmla="*/ 44450 h 54"/>
              <a:gd name="T10" fmla="*/ 57689 w 53"/>
              <a:gd name="T11" fmla="*/ 41275 h 54"/>
              <a:gd name="T12" fmla="*/ 54484 w 53"/>
              <a:gd name="T13" fmla="*/ 25400 h 54"/>
              <a:gd name="T14" fmla="*/ 131403 w 53"/>
              <a:gd name="T15" fmla="*/ 85725 h 54"/>
              <a:gd name="T16" fmla="*/ 166658 w 53"/>
              <a:gd name="T17" fmla="*/ 120650 h 54"/>
              <a:gd name="T18" fmla="*/ 128198 w 53"/>
              <a:gd name="T19" fmla="*/ 168275 h 54"/>
              <a:gd name="T20" fmla="*/ 118584 w 53"/>
              <a:gd name="T21" fmla="*/ 168275 h 54"/>
              <a:gd name="T22" fmla="*/ 51279 w 53"/>
              <a:gd name="T23" fmla="*/ 168275 h 54"/>
              <a:gd name="T24" fmla="*/ 6410 w 53"/>
              <a:gd name="T25" fmla="*/ 168275 h 54"/>
              <a:gd name="T26" fmla="*/ 0 w 53"/>
              <a:gd name="T27" fmla="*/ 123825 h 54"/>
              <a:gd name="T28" fmla="*/ 35255 w 53"/>
              <a:gd name="T29" fmla="*/ 85725 h 54"/>
              <a:gd name="T30" fmla="*/ 0 w 53"/>
              <a:gd name="T31" fmla="*/ 41275 h 54"/>
              <a:gd name="T32" fmla="*/ 48074 w 53"/>
              <a:gd name="T33" fmla="*/ 3175 h 54"/>
              <a:gd name="T34" fmla="*/ 115379 w 53"/>
              <a:gd name="T35" fmla="*/ 6350 h 54"/>
              <a:gd name="T36" fmla="*/ 166658 w 53"/>
              <a:gd name="T37" fmla="*/ 34925 h 54"/>
              <a:gd name="T38" fmla="*/ 131403 w 53"/>
              <a:gd name="T39" fmla="*/ 85725 h 54"/>
              <a:gd name="T40" fmla="*/ 92944 w 53"/>
              <a:gd name="T41" fmla="*/ 123825 h 54"/>
              <a:gd name="T42" fmla="*/ 153838 w 53"/>
              <a:gd name="T43" fmla="*/ 123825 h 54"/>
              <a:gd name="T44" fmla="*/ 137813 w 53"/>
              <a:gd name="T45" fmla="*/ 130175 h 54"/>
              <a:gd name="T46" fmla="*/ 134608 w 53"/>
              <a:gd name="T47" fmla="*/ 123825 h 54"/>
              <a:gd name="T48" fmla="*/ 134608 w 53"/>
              <a:gd name="T49" fmla="*/ 104775 h 54"/>
              <a:gd name="T50" fmla="*/ 124994 w 53"/>
              <a:gd name="T51" fmla="*/ 111125 h 54"/>
              <a:gd name="T52" fmla="*/ 131403 w 53"/>
              <a:gd name="T53" fmla="*/ 101600 h 54"/>
              <a:gd name="T54" fmla="*/ 92944 w 53"/>
              <a:gd name="T55" fmla="*/ 123825 h 54"/>
              <a:gd name="T56" fmla="*/ 35255 w 53"/>
              <a:gd name="T57" fmla="*/ 146050 h 54"/>
              <a:gd name="T58" fmla="*/ 118584 w 53"/>
              <a:gd name="T59" fmla="*/ 41275 h 54"/>
              <a:gd name="T60" fmla="*/ 35255 w 53"/>
              <a:gd name="T61" fmla="*/ 146050 h 54"/>
              <a:gd name="T62" fmla="*/ 137813 w 53"/>
              <a:gd name="T63" fmla="*/ 50800 h 54"/>
              <a:gd name="T64" fmla="*/ 137813 w 53"/>
              <a:gd name="T65" fmla="*/ 50800 h 54"/>
              <a:gd name="T66" fmla="*/ 137813 w 53"/>
              <a:gd name="T67" fmla="*/ 50800 h 54"/>
              <a:gd name="T68" fmla="*/ 157043 w 53"/>
              <a:gd name="T69" fmla="*/ 44450 h 54"/>
              <a:gd name="T70" fmla="*/ 131403 w 53"/>
              <a:gd name="T71" fmla="*/ 15875 h 54"/>
              <a:gd name="T72" fmla="*/ 112174 w 53"/>
              <a:gd name="T73" fmla="*/ 25400 h 54"/>
              <a:gd name="T74" fmla="*/ 118584 w 53"/>
              <a:gd name="T75" fmla="*/ 31750 h 54"/>
              <a:gd name="T76" fmla="*/ 118584 w 53"/>
              <a:gd name="T77" fmla="*/ 31750 h 54"/>
              <a:gd name="T78" fmla="*/ 121789 w 53"/>
              <a:gd name="T79" fmla="*/ 31750 h 54"/>
              <a:gd name="T80" fmla="*/ 137813 w 53"/>
              <a:gd name="T81" fmla="*/ 50800 h 54"/>
              <a:gd name="T82" fmla="*/ 137813 w 53"/>
              <a:gd name="T83" fmla="*/ 50800 h 54"/>
              <a:gd name="T84" fmla="*/ 134608 w 53"/>
              <a:gd name="T85" fmla="*/ 57150 h 54"/>
              <a:gd name="T86" fmla="*/ 44869 w 53"/>
              <a:gd name="T87" fmla="*/ 155575 h 54"/>
              <a:gd name="T88" fmla="*/ 134608 w 53"/>
              <a:gd name="T89" fmla="*/ 57150 h 54"/>
              <a:gd name="T90" fmla="*/ 16025 w 53"/>
              <a:gd name="T91" fmla="*/ 130175 h 54"/>
              <a:gd name="T92" fmla="*/ 108969 w 53"/>
              <a:gd name="T93" fmla="*/ 31750 h 54"/>
              <a:gd name="T94" fmla="*/ 16025 w 53"/>
              <a:gd name="T95" fmla="*/ 130175 h 54"/>
              <a:gd name="T96" fmla="*/ 12820 w 53"/>
              <a:gd name="T97" fmla="*/ 133350 h 54"/>
              <a:gd name="T98" fmla="*/ 35255 w 53"/>
              <a:gd name="T99" fmla="*/ 155575 h 54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</a:gdLst>
            <a:ahLst/>
            <a:cxnLst>
              <a:cxn ang="T100">
                <a:pos x="T0" y="T1"/>
              </a:cxn>
              <a:cxn ang="T101">
                <a:pos x="T2" y="T3"/>
              </a:cxn>
              <a:cxn ang="T102">
                <a:pos x="T4" y="T5"/>
              </a:cxn>
              <a:cxn ang="T103">
                <a:pos x="T6" y="T7"/>
              </a:cxn>
              <a:cxn ang="T104">
                <a:pos x="T8" y="T9"/>
              </a:cxn>
              <a:cxn ang="T105">
                <a:pos x="T10" y="T11"/>
              </a:cxn>
              <a:cxn ang="T106">
                <a:pos x="T12" y="T13"/>
              </a:cxn>
              <a:cxn ang="T107">
                <a:pos x="T14" y="T15"/>
              </a:cxn>
              <a:cxn ang="T108">
                <a:pos x="T16" y="T17"/>
              </a:cxn>
              <a:cxn ang="T109">
                <a:pos x="T18" y="T19"/>
              </a:cxn>
              <a:cxn ang="T110">
                <a:pos x="T20" y="T21"/>
              </a:cxn>
              <a:cxn ang="T111">
                <a:pos x="T22" y="T23"/>
              </a:cxn>
              <a:cxn ang="T112">
                <a:pos x="T24" y="T25"/>
              </a:cxn>
              <a:cxn ang="T113">
                <a:pos x="T26" y="T27"/>
              </a:cxn>
              <a:cxn ang="T114">
                <a:pos x="T28" y="T29"/>
              </a:cxn>
              <a:cxn ang="T115">
                <a:pos x="T30" y="T31"/>
              </a:cxn>
              <a:cxn ang="T116">
                <a:pos x="T32" y="T33"/>
              </a:cxn>
              <a:cxn ang="T117">
                <a:pos x="T34" y="T35"/>
              </a:cxn>
              <a:cxn ang="T118">
                <a:pos x="T36" y="T37"/>
              </a:cxn>
              <a:cxn ang="T119">
                <a:pos x="T38" y="T39"/>
              </a:cxn>
              <a:cxn ang="T120">
                <a:pos x="T40" y="T41"/>
              </a:cxn>
              <a:cxn ang="T121">
                <a:pos x="T42" y="T43"/>
              </a:cxn>
              <a:cxn ang="T122">
                <a:pos x="T44" y="T45"/>
              </a:cxn>
              <a:cxn ang="T123">
                <a:pos x="T46" y="T47"/>
              </a:cxn>
              <a:cxn ang="T124">
                <a:pos x="T48" y="T49"/>
              </a:cxn>
              <a:cxn ang="T125">
                <a:pos x="T50" y="T51"/>
              </a:cxn>
              <a:cxn ang="T126">
                <a:pos x="T52" y="T53"/>
              </a:cxn>
              <a:cxn ang="T127">
                <a:pos x="T54" y="T55"/>
              </a:cxn>
              <a:cxn ang="T128">
                <a:pos x="T56" y="T57"/>
              </a:cxn>
              <a:cxn ang="T129">
                <a:pos x="T58" y="T59"/>
              </a:cxn>
              <a:cxn ang="T130">
                <a:pos x="T60" y="T61"/>
              </a:cxn>
              <a:cxn ang="T131">
                <a:pos x="T62" y="T63"/>
              </a:cxn>
              <a:cxn ang="T132">
                <a:pos x="T64" y="T65"/>
              </a:cxn>
              <a:cxn ang="T133">
                <a:pos x="T66" y="T67"/>
              </a:cxn>
              <a:cxn ang="T134">
                <a:pos x="T68" y="T69"/>
              </a:cxn>
              <a:cxn ang="T135">
                <a:pos x="T70" y="T71"/>
              </a:cxn>
              <a:cxn ang="T136">
                <a:pos x="T72" y="T73"/>
              </a:cxn>
              <a:cxn ang="T137">
                <a:pos x="T74" y="T75"/>
              </a:cxn>
              <a:cxn ang="T138">
                <a:pos x="T76" y="T77"/>
              </a:cxn>
              <a:cxn ang="T139">
                <a:pos x="T78" y="T79"/>
              </a:cxn>
              <a:cxn ang="T140">
                <a:pos x="T80" y="T81"/>
              </a:cxn>
              <a:cxn ang="T141">
                <a:pos x="T82" y="T83"/>
              </a:cxn>
              <a:cxn ang="T142">
                <a:pos x="T84" y="T85"/>
              </a:cxn>
              <a:cxn ang="T143">
                <a:pos x="T86" y="T87"/>
              </a:cxn>
              <a:cxn ang="T144">
                <a:pos x="T88" y="T89"/>
              </a:cxn>
              <a:cxn ang="T145">
                <a:pos x="T90" y="T91"/>
              </a:cxn>
              <a:cxn ang="T146">
                <a:pos x="T92" y="T93"/>
              </a:cxn>
              <a:cxn ang="T147">
                <a:pos x="T94" y="T95"/>
              </a:cxn>
              <a:cxn ang="T148">
                <a:pos x="T96" y="T97"/>
              </a:cxn>
              <a:cxn ang="T149">
                <a:pos x="T98" y="T99"/>
              </a:cxn>
            </a:cxnLst>
            <a:rect l="0" t="0" r="r" b="b"/>
            <a:pathLst>
              <a:path w="52" h="54">
                <a:moveTo>
                  <a:pt x="14" y="12"/>
                </a:moveTo>
                <a:cubicBezTo>
                  <a:pt x="14" y="12"/>
                  <a:pt x="13" y="12"/>
                  <a:pt x="12" y="12"/>
                </a:cubicBezTo>
                <a:cubicBezTo>
                  <a:pt x="12" y="11"/>
                  <a:pt x="12" y="11"/>
                  <a:pt x="12" y="10"/>
                </a:cubicBezTo>
                <a:cubicBezTo>
                  <a:pt x="16" y="7"/>
                  <a:pt x="16" y="7"/>
                  <a:pt x="16" y="7"/>
                </a:cubicBezTo>
                <a:cubicBezTo>
                  <a:pt x="14" y="5"/>
                  <a:pt x="14" y="5"/>
                  <a:pt x="14" y="5"/>
                </a:cubicBezTo>
                <a:cubicBezTo>
                  <a:pt x="4" y="14"/>
                  <a:pt x="4" y="14"/>
                  <a:pt x="4" y="14"/>
                </a:cubicBezTo>
                <a:cubicBezTo>
                  <a:pt x="14" y="24"/>
                  <a:pt x="14" y="24"/>
                  <a:pt x="14" y="24"/>
                </a:cubicBezTo>
                <a:cubicBezTo>
                  <a:pt x="23" y="14"/>
                  <a:pt x="23" y="14"/>
                  <a:pt x="23" y="14"/>
                </a:cubicBezTo>
                <a:cubicBezTo>
                  <a:pt x="22" y="13"/>
                  <a:pt x="22" y="13"/>
                  <a:pt x="22" y="13"/>
                </a:cubicBezTo>
                <a:cubicBezTo>
                  <a:pt x="20" y="14"/>
                  <a:pt x="20" y="14"/>
                  <a:pt x="20" y="14"/>
                </a:cubicBezTo>
                <a:cubicBezTo>
                  <a:pt x="20" y="15"/>
                  <a:pt x="19" y="15"/>
                  <a:pt x="18" y="14"/>
                </a:cubicBezTo>
                <a:cubicBezTo>
                  <a:pt x="18" y="14"/>
                  <a:pt x="18" y="13"/>
                  <a:pt x="18" y="13"/>
                </a:cubicBezTo>
                <a:cubicBezTo>
                  <a:pt x="20" y="11"/>
                  <a:pt x="20" y="11"/>
                  <a:pt x="20" y="11"/>
                </a:cubicBezTo>
                <a:cubicBezTo>
                  <a:pt x="17" y="8"/>
                  <a:pt x="17" y="8"/>
                  <a:pt x="17" y="8"/>
                </a:cubicBezTo>
                <a:cubicBezTo>
                  <a:pt x="14" y="12"/>
                  <a:pt x="14" y="12"/>
                  <a:pt x="14" y="12"/>
                </a:cubicBezTo>
                <a:close/>
                <a:moveTo>
                  <a:pt x="41" y="27"/>
                </a:moveTo>
                <a:cubicBezTo>
                  <a:pt x="41" y="27"/>
                  <a:pt x="41" y="27"/>
                  <a:pt x="41" y="27"/>
                </a:cubicBezTo>
                <a:cubicBezTo>
                  <a:pt x="52" y="38"/>
                  <a:pt x="52" y="38"/>
                  <a:pt x="52" y="38"/>
                </a:cubicBezTo>
                <a:cubicBezTo>
                  <a:pt x="53" y="39"/>
                  <a:pt x="53" y="40"/>
                  <a:pt x="52" y="41"/>
                </a:cubicBezTo>
                <a:cubicBezTo>
                  <a:pt x="40" y="53"/>
                  <a:pt x="40" y="53"/>
                  <a:pt x="40" y="53"/>
                </a:cubicBezTo>
                <a:cubicBezTo>
                  <a:pt x="39" y="54"/>
                  <a:pt x="38" y="54"/>
                  <a:pt x="37" y="53"/>
                </a:cubicBezTo>
                <a:cubicBezTo>
                  <a:pt x="37" y="53"/>
                  <a:pt x="37" y="53"/>
                  <a:pt x="37" y="53"/>
                </a:cubicBezTo>
                <a:cubicBezTo>
                  <a:pt x="26" y="42"/>
                  <a:pt x="26" y="42"/>
                  <a:pt x="26" y="42"/>
                </a:cubicBezTo>
                <a:cubicBezTo>
                  <a:pt x="16" y="53"/>
                  <a:pt x="16" y="53"/>
                  <a:pt x="16" y="53"/>
                </a:cubicBezTo>
                <a:cubicBezTo>
                  <a:pt x="15" y="53"/>
                  <a:pt x="15" y="53"/>
                  <a:pt x="14" y="53"/>
                </a:cubicBezTo>
                <a:cubicBezTo>
                  <a:pt x="2" y="53"/>
                  <a:pt x="2" y="53"/>
                  <a:pt x="2" y="53"/>
                </a:cubicBezTo>
                <a:cubicBezTo>
                  <a:pt x="1" y="53"/>
                  <a:pt x="0" y="52"/>
                  <a:pt x="0" y="51"/>
                </a:cubicBezTo>
                <a:cubicBezTo>
                  <a:pt x="0" y="47"/>
                  <a:pt x="0" y="43"/>
                  <a:pt x="0" y="39"/>
                </a:cubicBezTo>
                <a:cubicBezTo>
                  <a:pt x="0" y="38"/>
                  <a:pt x="0" y="38"/>
                  <a:pt x="0" y="37"/>
                </a:cubicBezTo>
                <a:cubicBezTo>
                  <a:pt x="11" y="27"/>
                  <a:pt x="11" y="27"/>
                  <a:pt x="11" y="27"/>
                </a:cubicBezTo>
                <a:cubicBezTo>
                  <a:pt x="0" y="16"/>
                  <a:pt x="0" y="16"/>
                  <a:pt x="0" y="16"/>
                </a:cubicBezTo>
                <a:cubicBezTo>
                  <a:pt x="0" y="15"/>
                  <a:pt x="0" y="14"/>
                  <a:pt x="0" y="13"/>
                </a:cubicBezTo>
                <a:cubicBezTo>
                  <a:pt x="13" y="1"/>
                  <a:pt x="13" y="1"/>
                  <a:pt x="13" y="1"/>
                </a:cubicBezTo>
                <a:cubicBezTo>
                  <a:pt x="13" y="0"/>
                  <a:pt x="15" y="0"/>
                  <a:pt x="15" y="1"/>
                </a:cubicBezTo>
                <a:cubicBezTo>
                  <a:pt x="26" y="12"/>
                  <a:pt x="26" y="12"/>
                  <a:pt x="26" y="12"/>
                </a:cubicBezTo>
                <a:cubicBezTo>
                  <a:pt x="36" y="2"/>
                  <a:pt x="36" y="2"/>
                  <a:pt x="36" y="2"/>
                </a:cubicBezTo>
                <a:cubicBezTo>
                  <a:pt x="38" y="0"/>
                  <a:pt x="42" y="0"/>
                  <a:pt x="44" y="2"/>
                </a:cubicBezTo>
                <a:cubicBezTo>
                  <a:pt x="46" y="4"/>
                  <a:pt x="51" y="8"/>
                  <a:pt x="52" y="11"/>
                </a:cubicBezTo>
                <a:cubicBezTo>
                  <a:pt x="53" y="13"/>
                  <a:pt x="53" y="16"/>
                  <a:pt x="51" y="17"/>
                </a:cubicBezTo>
                <a:cubicBezTo>
                  <a:pt x="41" y="27"/>
                  <a:pt x="41" y="27"/>
                  <a:pt x="41" y="27"/>
                </a:cubicBezTo>
                <a:close/>
                <a:moveTo>
                  <a:pt x="29" y="39"/>
                </a:moveTo>
                <a:cubicBezTo>
                  <a:pt x="29" y="39"/>
                  <a:pt x="29" y="39"/>
                  <a:pt x="29" y="39"/>
                </a:cubicBezTo>
                <a:cubicBezTo>
                  <a:pt x="39" y="49"/>
                  <a:pt x="39" y="49"/>
                  <a:pt x="39" y="49"/>
                </a:cubicBezTo>
                <a:cubicBezTo>
                  <a:pt x="48" y="39"/>
                  <a:pt x="48" y="39"/>
                  <a:pt x="48" y="39"/>
                </a:cubicBezTo>
                <a:cubicBezTo>
                  <a:pt x="47" y="38"/>
                  <a:pt x="47" y="38"/>
                  <a:pt x="47" y="38"/>
                </a:cubicBezTo>
                <a:cubicBezTo>
                  <a:pt x="43" y="41"/>
                  <a:pt x="43" y="41"/>
                  <a:pt x="43" y="41"/>
                </a:cubicBezTo>
                <a:cubicBezTo>
                  <a:pt x="43" y="41"/>
                  <a:pt x="42" y="41"/>
                  <a:pt x="42" y="41"/>
                </a:cubicBezTo>
                <a:cubicBezTo>
                  <a:pt x="41" y="40"/>
                  <a:pt x="41" y="40"/>
                  <a:pt x="42" y="39"/>
                </a:cubicBezTo>
                <a:cubicBezTo>
                  <a:pt x="45" y="36"/>
                  <a:pt x="45" y="36"/>
                  <a:pt x="45" y="36"/>
                </a:cubicBezTo>
                <a:cubicBezTo>
                  <a:pt x="42" y="33"/>
                  <a:pt x="42" y="33"/>
                  <a:pt x="42" y="33"/>
                </a:cubicBezTo>
                <a:cubicBezTo>
                  <a:pt x="40" y="35"/>
                  <a:pt x="40" y="35"/>
                  <a:pt x="40" y="35"/>
                </a:cubicBezTo>
                <a:cubicBezTo>
                  <a:pt x="40" y="35"/>
                  <a:pt x="39" y="35"/>
                  <a:pt x="39" y="35"/>
                </a:cubicBezTo>
                <a:cubicBezTo>
                  <a:pt x="38" y="34"/>
                  <a:pt x="38" y="34"/>
                  <a:pt x="39" y="33"/>
                </a:cubicBezTo>
                <a:cubicBezTo>
                  <a:pt x="41" y="32"/>
                  <a:pt x="41" y="32"/>
                  <a:pt x="41" y="32"/>
                </a:cubicBezTo>
                <a:cubicBezTo>
                  <a:pt x="39" y="30"/>
                  <a:pt x="39" y="30"/>
                  <a:pt x="39" y="30"/>
                </a:cubicBezTo>
                <a:cubicBezTo>
                  <a:pt x="29" y="39"/>
                  <a:pt x="29" y="39"/>
                  <a:pt x="29" y="39"/>
                </a:cubicBezTo>
                <a:close/>
                <a:moveTo>
                  <a:pt x="11" y="46"/>
                </a:moveTo>
                <a:cubicBezTo>
                  <a:pt x="11" y="46"/>
                  <a:pt x="11" y="46"/>
                  <a:pt x="11" y="46"/>
                </a:cubicBezTo>
                <a:cubicBezTo>
                  <a:pt x="21" y="36"/>
                  <a:pt x="31" y="26"/>
                  <a:pt x="40" y="16"/>
                </a:cubicBezTo>
                <a:cubicBezTo>
                  <a:pt x="39" y="15"/>
                  <a:pt x="38" y="14"/>
                  <a:pt x="37" y="13"/>
                </a:cubicBezTo>
                <a:cubicBezTo>
                  <a:pt x="7" y="42"/>
                  <a:pt x="7" y="42"/>
                  <a:pt x="7" y="42"/>
                </a:cubicBezTo>
                <a:cubicBezTo>
                  <a:pt x="11" y="46"/>
                  <a:pt x="11" y="46"/>
                  <a:pt x="11" y="46"/>
                </a:cubicBezTo>
                <a:close/>
                <a:moveTo>
                  <a:pt x="43" y="16"/>
                </a:moveTo>
                <a:cubicBezTo>
                  <a:pt x="43" y="16"/>
                  <a:pt x="43" y="16"/>
                  <a:pt x="43" y="16"/>
                </a:cubicBezTo>
                <a:cubicBezTo>
                  <a:pt x="43" y="16"/>
                  <a:pt x="43" y="16"/>
                  <a:pt x="43" y="16"/>
                </a:cubicBezTo>
                <a:cubicBezTo>
                  <a:pt x="43" y="16"/>
                  <a:pt x="43" y="16"/>
                  <a:pt x="43" y="16"/>
                </a:cubicBezTo>
                <a:cubicBezTo>
                  <a:pt x="43" y="16"/>
                  <a:pt x="43" y="16"/>
                  <a:pt x="43" y="16"/>
                </a:cubicBezTo>
                <a:cubicBezTo>
                  <a:pt x="43" y="16"/>
                  <a:pt x="43" y="16"/>
                  <a:pt x="43" y="16"/>
                </a:cubicBezTo>
                <a:cubicBezTo>
                  <a:pt x="45" y="18"/>
                  <a:pt x="45" y="18"/>
                  <a:pt x="45" y="18"/>
                </a:cubicBezTo>
                <a:cubicBezTo>
                  <a:pt x="49" y="14"/>
                  <a:pt x="49" y="14"/>
                  <a:pt x="49" y="14"/>
                </a:cubicBezTo>
                <a:cubicBezTo>
                  <a:pt x="49" y="14"/>
                  <a:pt x="49" y="13"/>
                  <a:pt x="49" y="12"/>
                </a:cubicBezTo>
                <a:cubicBezTo>
                  <a:pt x="46" y="10"/>
                  <a:pt x="44" y="7"/>
                  <a:pt x="41" y="5"/>
                </a:cubicBezTo>
                <a:cubicBezTo>
                  <a:pt x="40" y="4"/>
                  <a:pt x="39" y="4"/>
                  <a:pt x="39" y="5"/>
                </a:cubicBezTo>
                <a:cubicBezTo>
                  <a:pt x="35" y="8"/>
                  <a:pt x="35" y="8"/>
                  <a:pt x="35" y="8"/>
                </a:cubicBezTo>
                <a:cubicBezTo>
                  <a:pt x="37" y="10"/>
                  <a:pt x="37" y="10"/>
                  <a:pt x="37" y="10"/>
                </a:cubicBezTo>
                <a:cubicBezTo>
                  <a:pt x="37" y="10"/>
                  <a:pt x="37" y="10"/>
                  <a:pt x="37" y="10"/>
                </a:cubicBezTo>
                <a:cubicBezTo>
                  <a:pt x="37" y="10"/>
                  <a:pt x="37" y="10"/>
                  <a:pt x="37" y="10"/>
                </a:cubicBezTo>
                <a:cubicBezTo>
                  <a:pt x="37" y="10"/>
                  <a:pt x="37" y="10"/>
                  <a:pt x="37" y="10"/>
                </a:cubicBezTo>
                <a:cubicBezTo>
                  <a:pt x="37" y="10"/>
                  <a:pt x="37" y="10"/>
                  <a:pt x="37" y="10"/>
                </a:cubicBezTo>
                <a:cubicBezTo>
                  <a:pt x="38" y="10"/>
                  <a:pt x="38" y="10"/>
                  <a:pt x="38" y="10"/>
                </a:cubicBezTo>
                <a:cubicBezTo>
                  <a:pt x="38" y="10"/>
                  <a:pt x="38" y="10"/>
                  <a:pt x="38" y="10"/>
                </a:cubicBezTo>
                <a:cubicBezTo>
                  <a:pt x="43" y="16"/>
                  <a:pt x="43" y="16"/>
                  <a:pt x="43" y="16"/>
                </a:cubicBezTo>
                <a:cubicBezTo>
                  <a:pt x="43" y="16"/>
                  <a:pt x="43" y="16"/>
                  <a:pt x="43" y="16"/>
                </a:cubicBezTo>
                <a:cubicBezTo>
                  <a:pt x="43" y="16"/>
                  <a:pt x="43" y="16"/>
                  <a:pt x="43" y="16"/>
                </a:cubicBezTo>
                <a:close/>
                <a:moveTo>
                  <a:pt x="42" y="18"/>
                </a:moveTo>
                <a:cubicBezTo>
                  <a:pt x="42" y="18"/>
                  <a:pt x="42" y="18"/>
                  <a:pt x="42" y="18"/>
                </a:cubicBezTo>
                <a:cubicBezTo>
                  <a:pt x="32" y="28"/>
                  <a:pt x="22" y="38"/>
                  <a:pt x="12" y="48"/>
                </a:cubicBezTo>
                <a:cubicBezTo>
                  <a:pt x="14" y="49"/>
                  <a:pt x="14" y="49"/>
                  <a:pt x="14" y="49"/>
                </a:cubicBezTo>
                <a:cubicBezTo>
                  <a:pt x="43" y="20"/>
                  <a:pt x="43" y="20"/>
                  <a:pt x="43" y="20"/>
                </a:cubicBezTo>
                <a:cubicBezTo>
                  <a:pt x="42" y="18"/>
                  <a:pt x="42" y="18"/>
                  <a:pt x="42" y="18"/>
                </a:cubicBezTo>
                <a:close/>
                <a:moveTo>
                  <a:pt x="5" y="41"/>
                </a:moveTo>
                <a:cubicBezTo>
                  <a:pt x="5" y="41"/>
                  <a:pt x="5" y="41"/>
                  <a:pt x="5" y="41"/>
                </a:cubicBezTo>
                <a:cubicBezTo>
                  <a:pt x="35" y="11"/>
                  <a:pt x="35" y="11"/>
                  <a:pt x="35" y="11"/>
                </a:cubicBezTo>
                <a:cubicBezTo>
                  <a:pt x="34" y="10"/>
                  <a:pt x="34" y="10"/>
                  <a:pt x="34" y="10"/>
                </a:cubicBezTo>
                <a:cubicBezTo>
                  <a:pt x="4" y="39"/>
                  <a:pt x="4" y="39"/>
                  <a:pt x="4" y="39"/>
                </a:cubicBezTo>
                <a:cubicBezTo>
                  <a:pt x="5" y="41"/>
                  <a:pt x="5" y="41"/>
                  <a:pt x="5" y="41"/>
                </a:cubicBezTo>
                <a:close/>
                <a:moveTo>
                  <a:pt x="4" y="42"/>
                </a:moveTo>
                <a:cubicBezTo>
                  <a:pt x="4" y="42"/>
                  <a:pt x="4" y="42"/>
                  <a:pt x="4" y="42"/>
                </a:cubicBezTo>
                <a:cubicBezTo>
                  <a:pt x="4" y="45"/>
                  <a:pt x="4" y="47"/>
                  <a:pt x="4" y="49"/>
                </a:cubicBezTo>
                <a:cubicBezTo>
                  <a:pt x="11" y="49"/>
                  <a:pt x="11" y="49"/>
                  <a:pt x="11" y="49"/>
                </a:cubicBezTo>
                <a:cubicBezTo>
                  <a:pt x="4" y="42"/>
                  <a:pt x="4" y="42"/>
                  <a:pt x="4" y="42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sp>
        <p:nvSpPr>
          <p:cNvPr id="22" name="Text17"/>
          <p:cNvSpPr/>
          <p:nvPr>
            <p:custDataLst>
              <p:tags r:id="rId23"/>
            </p:custDataLst>
          </p:nvPr>
        </p:nvSpPr>
        <p:spPr>
          <a:xfrm>
            <a:off x="9913394" y="3673369"/>
            <a:ext cx="1702719" cy="1702719"/>
          </a:xfrm>
          <a:custGeom>
            <a:avLst/>
            <a:gdLst>
              <a:gd name="connsiteX0" fmla="*/ 3138664 w 3224805"/>
              <a:gd name="connsiteY0" fmla="*/ 1730252 h 3224804"/>
              <a:gd name="connsiteX1" fmla="*/ 3138664 w 3224805"/>
              <a:gd name="connsiteY1" fmla="*/ 1730252 h 3224804"/>
              <a:gd name="connsiteX2" fmla="*/ 3138664 w 3224805"/>
              <a:gd name="connsiteY2" fmla="*/ 1494552 h 3224804"/>
              <a:gd name="connsiteX3" fmla="*/ 3138664 w 3224805"/>
              <a:gd name="connsiteY3" fmla="*/ 1494552 h 3224804"/>
              <a:gd name="connsiteX4" fmla="*/ 3100477 w 3224805"/>
              <a:gd name="connsiteY4" fmla="*/ 1252794 h 3224804"/>
              <a:gd name="connsiteX5" fmla="*/ 3100477 w 3224805"/>
              <a:gd name="connsiteY5" fmla="*/ 1252794 h 3224804"/>
              <a:gd name="connsiteX6" fmla="*/ 3027529 w 3224805"/>
              <a:gd name="connsiteY6" fmla="*/ 1028681 h 3224804"/>
              <a:gd name="connsiteX7" fmla="*/ 3027529 w 3224805"/>
              <a:gd name="connsiteY7" fmla="*/ 1028681 h 3224804"/>
              <a:gd name="connsiteX8" fmla="*/ 2916394 w 3224805"/>
              <a:gd name="connsiteY8" fmla="*/ 810625 h 3224804"/>
              <a:gd name="connsiteX9" fmla="*/ 2777870 w 3224805"/>
              <a:gd name="connsiteY9" fmla="*/ 619958 h 3224804"/>
              <a:gd name="connsiteX10" fmla="*/ 2777870 w 3224805"/>
              <a:gd name="connsiteY10" fmla="*/ 619958 h 3224804"/>
              <a:gd name="connsiteX11" fmla="*/ 2604847 w 3224805"/>
              <a:gd name="connsiteY11" fmla="*/ 446935 h 3224804"/>
              <a:gd name="connsiteX12" fmla="*/ 2604847 w 3224805"/>
              <a:gd name="connsiteY12" fmla="*/ 446935 h 3224804"/>
              <a:gd name="connsiteX13" fmla="*/ 2414180 w 3224805"/>
              <a:gd name="connsiteY13" fmla="*/ 308412 h 3224804"/>
              <a:gd name="connsiteX14" fmla="*/ 2414180 w 3224805"/>
              <a:gd name="connsiteY14" fmla="*/ 308412 h 3224804"/>
              <a:gd name="connsiteX15" fmla="*/ 2196124 w 3224805"/>
              <a:gd name="connsiteY15" fmla="*/ 197277 h 3224804"/>
              <a:gd name="connsiteX16" fmla="*/ 2196124 w 3224805"/>
              <a:gd name="connsiteY16" fmla="*/ 197277 h 3224804"/>
              <a:gd name="connsiteX17" fmla="*/ 1972011 w 3224805"/>
              <a:gd name="connsiteY17" fmla="*/ 124328 h 3224804"/>
              <a:gd name="connsiteX18" fmla="*/ 1972011 w 3224805"/>
              <a:gd name="connsiteY18" fmla="*/ 124328 h 3224804"/>
              <a:gd name="connsiteX19" fmla="*/ 1730253 w 3224805"/>
              <a:gd name="connsiteY19" fmla="*/ 86142 h 3224804"/>
              <a:gd name="connsiteX20" fmla="*/ 1730253 w 3224805"/>
              <a:gd name="connsiteY20" fmla="*/ 86142 h 3224804"/>
              <a:gd name="connsiteX21" fmla="*/ 1494553 w 3224805"/>
              <a:gd name="connsiteY21" fmla="*/ 86142 h 3224804"/>
              <a:gd name="connsiteX22" fmla="*/ 1494553 w 3224805"/>
              <a:gd name="connsiteY22" fmla="*/ 86142 h 3224804"/>
              <a:gd name="connsiteX23" fmla="*/ 1252795 w 3224805"/>
              <a:gd name="connsiteY23" fmla="*/ 124328 h 3224804"/>
              <a:gd name="connsiteX24" fmla="*/ 1252795 w 3224805"/>
              <a:gd name="connsiteY24" fmla="*/ 124328 h 3224804"/>
              <a:gd name="connsiteX25" fmla="*/ 1028682 w 3224805"/>
              <a:gd name="connsiteY25" fmla="*/ 197277 h 3224804"/>
              <a:gd name="connsiteX26" fmla="*/ 1028682 w 3224805"/>
              <a:gd name="connsiteY26" fmla="*/ 197277 h 3224804"/>
              <a:gd name="connsiteX27" fmla="*/ 810626 w 3224805"/>
              <a:gd name="connsiteY27" fmla="*/ 308412 h 3224804"/>
              <a:gd name="connsiteX28" fmla="*/ 810626 w 3224805"/>
              <a:gd name="connsiteY28" fmla="*/ 308412 h 3224804"/>
              <a:gd name="connsiteX29" fmla="*/ 619958 w 3224805"/>
              <a:gd name="connsiteY29" fmla="*/ 446935 h 3224804"/>
              <a:gd name="connsiteX30" fmla="*/ 619958 w 3224805"/>
              <a:gd name="connsiteY30" fmla="*/ 446935 h 3224804"/>
              <a:gd name="connsiteX31" fmla="*/ 446936 w 3224805"/>
              <a:gd name="connsiteY31" fmla="*/ 619958 h 3224804"/>
              <a:gd name="connsiteX32" fmla="*/ 446936 w 3224805"/>
              <a:gd name="connsiteY32" fmla="*/ 619958 h 3224804"/>
              <a:gd name="connsiteX33" fmla="*/ 308412 w 3224805"/>
              <a:gd name="connsiteY33" fmla="*/ 810625 h 3224804"/>
              <a:gd name="connsiteX34" fmla="*/ 308412 w 3224805"/>
              <a:gd name="connsiteY34" fmla="*/ 810625 h 3224804"/>
              <a:gd name="connsiteX35" fmla="*/ 197277 w 3224805"/>
              <a:gd name="connsiteY35" fmla="*/ 1028681 h 3224804"/>
              <a:gd name="connsiteX36" fmla="*/ 197277 w 3224805"/>
              <a:gd name="connsiteY36" fmla="*/ 1028681 h 3224804"/>
              <a:gd name="connsiteX37" fmla="*/ 124329 w 3224805"/>
              <a:gd name="connsiteY37" fmla="*/ 1252794 h 3224804"/>
              <a:gd name="connsiteX38" fmla="*/ 124329 w 3224805"/>
              <a:gd name="connsiteY38" fmla="*/ 1252794 h 3224804"/>
              <a:gd name="connsiteX39" fmla="*/ 86142 w 3224805"/>
              <a:gd name="connsiteY39" fmla="*/ 1494552 h 3224804"/>
              <a:gd name="connsiteX40" fmla="*/ 86142 w 3224805"/>
              <a:gd name="connsiteY40" fmla="*/ 1494552 h 3224804"/>
              <a:gd name="connsiteX41" fmla="*/ 86142 w 3224805"/>
              <a:gd name="connsiteY41" fmla="*/ 1730252 h 3224804"/>
              <a:gd name="connsiteX42" fmla="*/ 86142 w 3224805"/>
              <a:gd name="connsiteY42" fmla="*/ 1730252 h 3224804"/>
              <a:gd name="connsiteX43" fmla="*/ 124329 w 3224805"/>
              <a:gd name="connsiteY43" fmla="*/ 1972010 h 3224804"/>
              <a:gd name="connsiteX44" fmla="*/ 124329 w 3224805"/>
              <a:gd name="connsiteY44" fmla="*/ 1972010 h 3224804"/>
              <a:gd name="connsiteX45" fmla="*/ 197277 w 3224805"/>
              <a:gd name="connsiteY45" fmla="*/ 2196123 h 3224804"/>
              <a:gd name="connsiteX46" fmla="*/ 197277 w 3224805"/>
              <a:gd name="connsiteY46" fmla="*/ 2196123 h 3224804"/>
              <a:gd name="connsiteX47" fmla="*/ 308412 w 3224805"/>
              <a:gd name="connsiteY47" fmla="*/ 2414179 h 3224804"/>
              <a:gd name="connsiteX48" fmla="*/ 308412 w 3224805"/>
              <a:gd name="connsiteY48" fmla="*/ 2414179 h 3224804"/>
              <a:gd name="connsiteX49" fmla="*/ 446936 w 3224805"/>
              <a:gd name="connsiteY49" fmla="*/ 2604847 h 3224804"/>
              <a:gd name="connsiteX50" fmla="*/ 446936 w 3224805"/>
              <a:gd name="connsiteY50" fmla="*/ 2604847 h 3224804"/>
              <a:gd name="connsiteX51" fmla="*/ 619958 w 3224805"/>
              <a:gd name="connsiteY51" fmla="*/ 2777869 h 3224804"/>
              <a:gd name="connsiteX52" fmla="*/ 619958 w 3224805"/>
              <a:gd name="connsiteY52" fmla="*/ 2777869 h 3224804"/>
              <a:gd name="connsiteX53" fmla="*/ 810626 w 3224805"/>
              <a:gd name="connsiteY53" fmla="*/ 2916393 h 3224804"/>
              <a:gd name="connsiteX54" fmla="*/ 810626 w 3224805"/>
              <a:gd name="connsiteY54" fmla="*/ 2916393 h 3224804"/>
              <a:gd name="connsiteX55" fmla="*/ 1028682 w 3224805"/>
              <a:gd name="connsiteY55" fmla="*/ 3027527 h 3224804"/>
              <a:gd name="connsiteX56" fmla="*/ 1028682 w 3224805"/>
              <a:gd name="connsiteY56" fmla="*/ 3027527 h 3224804"/>
              <a:gd name="connsiteX57" fmla="*/ 1252795 w 3224805"/>
              <a:gd name="connsiteY57" fmla="*/ 3100476 h 3224804"/>
              <a:gd name="connsiteX58" fmla="*/ 1252795 w 3224805"/>
              <a:gd name="connsiteY58" fmla="*/ 3100476 h 3224804"/>
              <a:gd name="connsiteX59" fmla="*/ 1494553 w 3224805"/>
              <a:gd name="connsiteY59" fmla="*/ 3138662 h 3224804"/>
              <a:gd name="connsiteX60" fmla="*/ 1494553 w 3224805"/>
              <a:gd name="connsiteY60" fmla="*/ 3138662 h 3224804"/>
              <a:gd name="connsiteX61" fmla="*/ 1730253 w 3224805"/>
              <a:gd name="connsiteY61" fmla="*/ 3138662 h 3224804"/>
              <a:gd name="connsiteX62" fmla="*/ 1730253 w 3224805"/>
              <a:gd name="connsiteY62" fmla="*/ 3138662 h 3224804"/>
              <a:gd name="connsiteX63" fmla="*/ 1972011 w 3224805"/>
              <a:gd name="connsiteY63" fmla="*/ 3100476 h 3224804"/>
              <a:gd name="connsiteX64" fmla="*/ 1972011 w 3224805"/>
              <a:gd name="connsiteY64" fmla="*/ 3100476 h 3224804"/>
              <a:gd name="connsiteX65" fmla="*/ 2196124 w 3224805"/>
              <a:gd name="connsiteY65" fmla="*/ 3027527 h 3224804"/>
              <a:gd name="connsiteX66" fmla="*/ 2196124 w 3224805"/>
              <a:gd name="connsiteY66" fmla="*/ 3027527 h 3224804"/>
              <a:gd name="connsiteX67" fmla="*/ 2414180 w 3224805"/>
              <a:gd name="connsiteY67" fmla="*/ 2916393 h 3224804"/>
              <a:gd name="connsiteX68" fmla="*/ 2414180 w 3224805"/>
              <a:gd name="connsiteY68" fmla="*/ 2916393 h 3224804"/>
              <a:gd name="connsiteX69" fmla="*/ 2604847 w 3224805"/>
              <a:gd name="connsiteY69" fmla="*/ 2777869 h 3224804"/>
              <a:gd name="connsiteX70" fmla="*/ 2604847 w 3224805"/>
              <a:gd name="connsiteY70" fmla="*/ 2777869 h 3224804"/>
              <a:gd name="connsiteX71" fmla="*/ 2777870 w 3224805"/>
              <a:gd name="connsiteY71" fmla="*/ 2604847 h 3224804"/>
              <a:gd name="connsiteX72" fmla="*/ 2777870 w 3224805"/>
              <a:gd name="connsiteY72" fmla="*/ 2604847 h 3224804"/>
              <a:gd name="connsiteX73" fmla="*/ 2916394 w 3224805"/>
              <a:gd name="connsiteY73" fmla="*/ 2414179 h 3224804"/>
              <a:gd name="connsiteX74" fmla="*/ 3027529 w 3224805"/>
              <a:gd name="connsiteY74" fmla="*/ 2196123 h 3224804"/>
              <a:gd name="connsiteX75" fmla="*/ 3027529 w 3224805"/>
              <a:gd name="connsiteY75" fmla="*/ 2196123 h 3224804"/>
              <a:gd name="connsiteX76" fmla="*/ 3100477 w 3224805"/>
              <a:gd name="connsiteY76" fmla="*/ 1972010 h 3224804"/>
              <a:gd name="connsiteX77" fmla="*/ 3100477 w 3224805"/>
              <a:gd name="connsiteY77" fmla="*/ 1972010 h 3224804"/>
              <a:gd name="connsiteX78" fmla="*/ 3138664 w 3224805"/>
              <a:gd name="connsiteY78" fmla="*/ 1730252 h 3224804"/>
              <a:gd name="connsiteX79" fmla="*/ 1612535 w 3224805"/>
              <a:gd name="connsiteY79" fmla="*/ 2718352 h 3224804"/>
              <a:gd name="connsiteX80" fmla="*/ 506453 w 3224805"/>
              <a:gd name="connsiteY80" fmla="*/ 1612271 h 3224804"/>
              <a:gd name="connsiteX81" fmla="*/ 1612535 w 3224805"/>
              <a:gd name="connsiteY81" fmla="*/ 506190 h 3224804"/>
              <a:gd name="connsiteX82" fmla="*/ 2718616 w 3224805"/>
              <a:gd name="connsiteY82" fmla="*/ 1612271 h 3224804"/>
              <a:gd name="connsiteX83" fmla="*/ 1612535 w 3224805"/>
              <a:gd name="connsiteY83" fmla="*/ 2718352 h 3224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3224805" h="3224804">
                <a:moveTo>
                  <a:pt x="3138664" y="1730252"/>
                </a:moveTo>
                <a:lnTo>
                  <a:pt x="3138664" y="1730252"/>
                </a:lnTo>
                <a:cubicBezTo>
                  <a:pt x="3024105" y="1693383"/>
                  <a:pt x="3024105" y="1531158"/>
                  <a:pt x="3138664" y="1494552"/>
                </a:cubicBezTo>
                <a:lnTo>
                  <a:pt x="3138664" y="1494552"/>
                </a:lnTo>
                <a:cubicBezTo>
                  <a:pt x="3273500" y="1451362"/>
                  <a:pt x="3241898" y="1252267"/>
                  <a:pt x="3100477" y="1252794"/>
                </a:cubicBezTo>
                <a:lnTo>
                  <a:pt x="3100477" y="1252794"/>
                </a:lnTo>
                <a:cubicBezTo>
                  <a:pt x="2980125" y="1253321"/>
                  <a:pt x="2930088" y="1098996"/>
                  <a:pt x="3027529" y="1028681"/>
                </a:cubicBezTo>
                <a:lnTo>
                  <a:pt x="3027529" y="1028681"/>
                </a:lnTo>
                <a:cubicBezTo>
                  <a:pt x="3142350" y="945988"/>
                  <a:pt x="3050967" y="766382"/>
                  <a:pt x="2916394" y="810625"/>
                </a:cubicBezTo>
                <a:cubicBezTo>
                  <a:pt x="2802099" y="848285"/>
                  <a:pt x="2706765" y="717135"/>
                  <a:pt x="2777870" y="619958"/>
                </a:cubicBezTo>
                <a:lnTo>
                  <a:pt x="2777870" y="619958"/>
                </a:lnTo>
                <a:cubicBezTo>
                  <a:pt x="2861353" y="505663"/>
                  <a:pt x="2719143" y="363452"/>
                  <a:pt x="2604847" y="446935"/>
                </a:cubicBezTo>
                <a:lnTo>
                  <a:pt x="2604847" y="446935"/>
                </a:lnTo>
                <a:cubicBezTo>
                  <a:pt x="2507671" y="518040"/>
                  <a:pt x="2376521" y="422707"/>
                  <a:pt x="2414180" y="308412"/>
                </a:cubicBezTo>
                <a:lnTo>
                  <a:pt x="2414180" y="308412"/>
                </a:lnTo>
                <a:cubicBezTo>
                  <a:pt x="2458423" y="174102"/>
                  <a:pt x="2278817" y="82455"/>
                  <a:pt x="2196124" y="197277"/>
                </a:cubicBezTo>
                <a:lnTo>
                  <a:pt x="2196124" y="197277"/>
                </a:lnTo>
                <a:cubicBezTo>
                  <a:pt x="2125809" y="294981"/>
                  <a:pt x="1971484" y="244944"/>
                  <a:pt x="1972011" y="124328"/>
                </a:cubicBezTo>
                <a:lnTo>
                  <a:pt x="1972011" y="124328"/>
                </a:lnTo>
                <a:cubicBezTo>
                  <a:pt x="1972538" y="-17092"/>
                  <a:pt x="1773706" y="-48694"/>
                  <a:pt x="1730253" y="86142"/>
                </a:cubicBezTo>
                <a:lnTo>
                  <a:pt x="1730253" y="86142"/>
                </a:lnTo>
                <a:cubicBezTo>
                  <a:pt x="1693384" y="200700"/>
                  <a:pt x="1531159" y="200700"/>
                  <a:pt x="1494553" y="86142"/>
                </a:cubicBezTo>
                <a:lnTo>
                  <a:pt x="1494553" y="86142"/>
                </a:lnTo>
                <a:cubicBezTo>
                  <a:pt x="1451363" y="-48694"/>
                  <a:pt x="1252268" y="-17092"/>
                  <a:pt x="1252795" y="124328"/>
                </a:cubicBezTo>
                <a:lnTo>
                  <a:pt x="1252795" y="124328"/>
                </a:lnTo>
                <a:cubicBezTo>
                  <a:pt x="1253322" y="244680"/>
                  <a:pt x="1098997" y="294717"/>
                  <a:pt x="1028682" y="197277"/>
                </a:cubicBezTo>
                <a:lnTo>
                  <a:pt x="1028682" y="197277"/>
                </a:lnTo>
                <a:cubicBezTo>
                  <a:pt x="945989" y="82455"/>
                  <a:pt x="766382" y="173838"/>
                  <a:pt x="810626" y="308412"/>
                </a:cubicBezTo>
                <a:lnTo>
                  <a:pt x="810626" y="308412"/>
                </a:lnTo>
                <a:cubicBezTo>
                  <a:pt x="848285" y="422707"/>
                  <a:pt x="717135" y="518040"/>
                  <a:pt x="619958" y="446935"/>
                </a:cubicBezTo>
                <a:lnTo>
                  <a:pt x="619958" y="446935"/>
                </a:lnTo>
                <a:cubicBezTo>
                  <a:pt x="505926" y="363452"/>
                  <a:pt x="363453" y="505663"/>
                  <a:pt x="446936" y="619958"/>
                </a:cubicBezTo>
                <a:lnTo>
                  <a:pt x="446936" y="619958"/>
                </a:lnTo>
                <a:cubicBezTo>
                  <a:pt x="518041" y="717135"/>
                  <a:pt x="422707" y="848285"/>
                  <a:pt x="308412" y="810625"/>
                </a:cubicBezTo>
                <a:lnTo>
                  <a:pt x="308412" y="810625"/>
                </a:lnTo>
                <a:cubicBezTo>
                  <a:pt x="174102" y="766382"/>
                  <a:pt x="82455" y="945988"/>
                  <a:pt x="197277" y="1028681"/>
                </a:cubicBezTo>
                <a:lnTo>
                  <a:pt x="197277" y="1028681"/>
                </a:lnTo>
                <a:cubicBezTo>
                  <a:pt x="294981" y="1098996"/>
                  <a:pt x="244944" y="1253321"/>
                  <a:pt x="124329" y="1252794"/>
                </a:cubicBezTo>
                <a:lnTo>
                  <a:pt x="124329" y="1252794"/>
                </a:lnTo>
                <a:cubicBezTo>
                  <a:pt x="-17092" y="1252267"/>
                  <a:pt x="-48694" y="1451099"/>
                  <a:pt x="86142" y="1494552"/>
                </a:cubicBezTo>
                <a:lnTo>
                  <a:pt x="86142" y="1494552"/>
                </a:lnTo>
                <a:cubicBezTo>
                  <a:pt x="200701" y="1531421"/>
                  <a:pt x="200701" y="1693646"/>
                  <a:pt x="86142" y="1730252"/>
                </a:cubicBezTo>
                <a:lnTo>
                  <a:pt x="86142" y="1730252"/>
                </a:lnTo>
                <a:cubicBezTo>
                  <a:pt x="-48694" y="1773442"/>
                  <a:pt x="-17092" y="1972537"/>
                  <a:pt x="124329" y="1972010"/>
                </a:cubicBezTo>
                <a:lnTo>
                  <a:pt x="124329" y="1972010"/>
                </a:lnTo>
                <a:cubicBezTo>
                  <a:pt x="244680" y="1971483"/>
                  <a:pt x="294718" y="2125808"/>
                  <a:pt x="197277" y="2196123"/>
                </a:cubicBezTo>
                <a:lnTo>
                  <a:pt x="197277" y="2196123"/>
                </a:lnTo>
                <a:cubicBezTo>
                  <a:pt x="82455" y="2278816"/>
                  <a:pt x="173839" y="2458422"/>
                  <a:pt x="308412" y="2414179"/>
                </a:cubicBezTo>
                <a:lnTo>
                  <a:pt x="308412" y="2414179"/>
                </a:lnTo>
                <a:cubicBezTo>
                  <a:pt x="422707" y="2376520"/>
                  <a:pt x="518041" y="2507669"/>
                  <a:pt x="446936" y="2604847"/>
                </a:cubicBezTo>
                <a:lnTo>
                  <a:pt x="446936" y="2604847"/>
                </a:lnTo>
                <a:cubicBezTo>
                  <a:pt x="363453" y="2719142"/>
                  <a:pt x="505663" y="2861352"/>
                  <a:pt x="619958" y="2777869"/>
                </a:cubicBezTo>
                <a:lnTo>
                  <a:pt x="619958" y="2777869"/>
                </a:lnTo>
                <a:cubicBezTo>
                  <a:pt x="717135" y="2706764"/>
                  <a:pt x="848285" y="2802097"/>
                  <a:pt x="810626" y="2916393"/>
                </a:cubicBezTo>
                <a:lnTo>
                  <a:pt x="810626" y="2916393"/>
                </a:lnTo>
                <a:cubicBezTo>
                  <a:pt x="766382" y="3050702"/>
                  <a:pt x="945989" y="3142349"/>
                  <a:pt x="1028682" y="3027527"/>
                </a:cubicBezTo>
                <a:lnTo>
                  <a:pt x="1028682" y="3027527"/>
                </a:lnTo>
                <a:cubicBezTo>
                  <a:pt x="1098997" y="2929824"/>
                  <a:pt x="1253322" y="2979860"/>
                  <a:pt x="1252795" y="3100476"/>
                </a:cubicBezTo>
                <a:lnTo>
                  <a:pt x="1252795" y="3100476"/>
                </a:lnTo>
                <a:cubicBezTo>
                  <a:pt x="1252268" y="3241896"/>
                  <a:pt x="1451099" y="3273499"/>
                  <a:pt x="1494553" y="3138662"/>
                </a:cubicBezTo>
                <a:lnTo>
                  <a:pt x="1494553" y="3138662"/>
                </a:lnTo>
                <a:cubicBezTo>
                  <a:pt x="1531422" y="3024104"/>
                  <a:pt x="1693647" y="3024104"/>
                  <a:pt x="1730253" y="3138662"/>
                </a:cubicBezTo>
                <a:lnTo>
                  <a:pt x="1730253" y="3138662"/>
                </a:lnTo>
                <a:cubicBezTo>
                  <a:pt x="1773443" y="3273499"/>
                  <a:pt x="1972538" y="3241896"/>
                  <a:pt x="1972011" y="3100476"/>
                </a:cubicBezTo>
                <a:lnTo>
                  <a:pt x="1972011" y="3100476"/>
                </a:lnTo>
                <a:cubicBezTo>
                  <a:pt x="1971484" y="2980124"/>
                  <a:pt x="2125809" y="2930087"/>
                  <a:pt x="2196124" y="3027527"/>
                </a:cubicBezTo>
                <a:lnTo>
                  <a:pt x="2196124" y="3027527"/>
                </a:lnTo>
                <a:cubicBezTo>
                  <a:pt x="2278817" y="3142349"/>
                  <a:pt x="2458423" y="3050966"/>
                  <a:pt x="2414180" y="2916393"/>
                </a:cubicBezTo>
                <a:lnTo>
                  <a:pt x="2414180" y="2916393"/>
                </a:lnTo>
                <a:cubicBezTo>
                  <a:pt x="2376521" y="2802097"/>
                  <a:pt x="2507671" y="2706764"/>
                  <a:pt x="2604847" y="2777869"/>
                </a:cubicBezTo>
                <a:lnTo>
                  <a:pt x="2604847" y="2777869"/>
                </a:lnTo>
                <a:cubicBezTo>
                  <a:pt x="2718879" y="2861352"/>
                  <a:pt x="2861353" y="2719142"/>
                  <a:pt x="2777870" y="2604847"/>
                </a:cubicBezTo>
                <a:lnTo>
                  <a:pt x="2777870" y="2604847"/>
                </a:lnTo>
                <a:cubicBezTo>
                  <a:pt x="2706765" y="2507669"/>
                  <a:pt x="2802099" y="2376520"/>
                  <a:pt x="2916394" y="2414179"/>
                </a:cubicBezTo>
                <a:cubicBezTo>
                  <a:pt x="3050704" y="2458422"/>
                  <a:pt x="3142350" y="2278816"/>
                  <a:pt x="3027529" y="2196123"/>
                </a:cubicBezTo>
                <a:lnTo>
                  <a:pt x="3027529" y="2196123"/>
                </a:lnTo>
                <a:cubicBezTo>
                  <a:pt x="2929825" y="2125808"/>
                  <a:pt x="2979862" y="1971483"/>
                  <a:pt x="3100477" y="1972010"/>
                </a:cubicBezTo>
                <a:lnTo>
                  <a:pt x="3100477" y="1972010"/>
                </a:lnTo>
                <a:cubicBezTo>
                  <a:pt x="3241898" y="1972537"/>
                  <a:pt x="3273500" y="1773705"/>
                  <a:pt x="3138664" y="1730252"/>
                </a:cubicBezTo>
                <a:close/>
                <a:moveTo>
                  <a:pt x="1612535" y="2718352"/>
                </a:moveTo>
                <a:cubicBezTo>
                  <a:pt x="1001556" y="2718352"/>
                  <a:pt x="506453" y="2223249"/>
                  <a:pt x="506453" y="1612271"/>
                </a:cubicBezTo>
                <a:cubicBezTo>
                  <a:pt x="506453" y="1001292"/>
                  <a:pt x="1001556" y="506190"/>
                  <a:pt x="1612535" y="506190"/>
                </a:cubicBezTo>
                <a:cubicBezTo>
                  <a:pt x="2223513" y="506190"/>
                  <a:pt x="2718616" y="1001292"/>
                  <a:pt x="2718616" y="1612271"/>
                </a:cubicBezTo>
                <a:cubicBezTo>
                  <a:pt x="2718616" y="2223249"/>
                  <a:pt x="2223513" y="2718352"/>
                  <a:pt x="1612535" y="2718352"/>
                </a:cubicBezTo>
                <a:close/>
              </a:path>
            </a:pathLst>
          </a:custGeom>
          <a:solidFill>
            <a:schemeClr val="accent6"/>
          </a:solidFill>
          <a:ln w="2633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24" name="Text18"/>
          <p:cNvSpPr txBox="1"/>
          <p:nvPr>
            <p:custDataLst>
              <p:tags r:id="rId24"/>
            </p:custDataLst>
          </p:nvPr>
        </p:nvSpPr>
        <p:spPr>
          <a:xfrm>
            <a:off x="9826213" y="1829910"/>
            <a:ext cx="1898268" cy="1702719"/>
          </a:xfrm>
          <a:prstGeom prst="rect">
            <a:avLst/>
          </a:prstGeom>
          <a:noFill/>
        </p:spPr>
        <p:txBody>
          <a:bodyPr wrap="square" rtlCol="0">
            <a:normAutofit fontScale="95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本页配套三层单向依赖架构图，从上到下依次为前端、主业务后端、AI Agent，标注各层端口与调用方向，清晰展示层级依赖关系，便于理解整体架构逻辑。</a:t>
            </a:r>
          </a:p>
        </p:txBody>
      </p:sp>
      <p:sp>
        <p:nvSpPr>
          <p:cNvPr id="25" name="Text19"/>
          <p:cNvSpPr txBox="1"/>
          <p:nvPr>
            <p:custDataLst>
              <p:tags r:id="rId25"/>
            </p:custDataLst>
          </p:nvPr>
        </p:nvSpPr>
        <p:spPr>
          <a:xfrm>
            <a:off x="9934583" y="1470021"/>
            <a:ext cx="1681530" cy="359890"/>
          </a:xfrm>
          <a:prstGeom prst="rect">
            <a:avLst/>
          </a:prstGeom>
          <a:noFill/>
        </p:spPr>
        <p:txBody>
          <a:bodyPr wrap="square" rtlCol="0" anchor="ctr" anchorCtr="0">
            <a:normAutofit fontScale="80000"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架构示意图说明</a:t>
            </a:r>
          </a:p>
        </p:txBody>
      </p:sp>
      <p:grpSp>
        <p:nvGrpSpPr>
          <p:cNvPr id="28" name="Shape6"/>
          <p:cNvGrpSpPr>
            <a:grpSpLocks noChangeAspect="1"/>
          </p:cNvGrpSpPr>
          <p:nvPr>
            <p:custDataLst>
              <p:tags r:id="rId26"/>
            </p:custDataLst>
          </p:nvPr>
        </p:nvGrpSpPr>
        <p:grpSpPr>
          <a:xfrm>
            <a:off x="10530301" y="4260128"/>
            <a:ext cx="468904" cy="529200"/>
            <a:chOff x="-138362" y="-5273429"/>
            <a:chExt cx="2320925" cy="2619375"/>
          </a:xfrm>
          <a:solidFill>
            <a:schemeClr val="accent6"/>
          </a:solidFill>
        </p:grpSpPr>
        <p:sp>
          <p:nvSpPr>
            <p:cNvPr id="29" name="Freeform 5"/>
            <p:cNvSpPr>
              <a:spLocks noEditPoints="1"/>
            </p:cNvSpPr>
            <p:nvPr>
              <p:custDataLst>
                <p:tags r:id="rId27"/>
              </p:custDataLst>
            </p:nvPr>
          </p:nvSpPr>
          <p:spPr bwMode="auto">
            <a:xfrm>
              <a:off x="26739" y="-5273429"/>
              <a:ext cx="1990724" cy="1990722"/>
            </a:xfrm>
            <a:custGeom>
              <a:avLst/>
              <a:gdLst>
                <a:gd name="T0" fmla="*/ 264 w 528"/>
                <a:gd name="T1" fmla="*/ 528 h 528"/>
                <a:gd name="T2" fmla="*/ 528 w 528"/>
                <a:gd name="T3" fmla="*/ 264 h 528"/>
                <a:gd name="T4" fmla="*/ 264 w 528"/>
                <a:gd name="T5" fmla="*/ 0 h 528"/>
                <a:gd name="T6" fmla="*/ 0 w 528"/>
                <a:gd name="T7" fmla="*/ 264 h 528"/>
                <a:gd name="T8" fmla="*/ 264 w 528"/>
                <a:gd name="T9" fmla="*/ 528 h 528"/>
                <a:gd name="T10" fmla="*/ 264 w 528"/>
                <a:gd name="T11" fmla="*/ 484 h 528"/>
                <a:gd name="T12" fmla="*/ 71 w 528"/>
                <a:gd name="T13" fmla="*/ 370 h 528"/>
                <a:gd name="T14" fmla="*/ 73 w 528"/>
                <a:gd name="T15" fmla="*/ 369 h 528"/>
                <a:gd name="T16" fmla="*/ 92 w 528"/>
                <a:gd name="T17" fmla="*/ 352 h 528"/>
                <a:gd name="T18" fmla="*/ 104 w 528"/>
                <a:gd name="T19" fmla="*/ 312 h 528"/>
                <a:gd name="T20" fmla="*/ 304 w 528"/>
                <a:gd name="T21" fmla="*/ 385 h 528"/>
                <a:gd name="T22" fmla="*/ 321 w 528"/>
                <a:gd name="T23" fmla="*/ 385 h 528"/>
                <a:gd name="T24" fmla="*/ 461 w 528"/>
                <a:gd name="T25" fmla="*/ 361 h 528"/>
                <a:gd name="T26" fmla="*/ 264 w 528"/>
                <a:gd name="T27" fmla="*/ 484 h 528"/>
                <a:gd name="T28" fmla="*/ 264 w 528"/>
                <a:gd name="T29" fmla="*/ 44 h 528"/>
                <a:gd name="T30" fmla="*/ 484 w 528"/>
                <a:gd name="T31" fmla="*/ 264 h 528"/>
                <a:gd name="T32" fmla="*/ 472 w 528"/>
                <a:gd name="T33" fmla="*/ 334 h 528"/>
                <a:gd name="T34" fmla="*/ 305 w 528"/>
                <a:gd name="T35" fmla="*/ 363 h 528"/>
                <a:gd name="T36" fmla="*/ 107 w 528"/>
                <a:gd name="T37" fmla="*/ 283 h 528"/>
                <a:gd name="T38" fmla="*/ 95 w 528"/>
                <a:gd name="T39" fmla="*/ 279 h 528"/>
                <a:gd name="T40" fmla="*/ 87 w 528"/>
                <a:gd name="T41" fmla="*/ 287 h 528"/>
                <a:gd name="T42" fmla="*/ 72 w 528"/>
                <a:gd name="T43" fmla="*/ 343 h 528"/>
                <a:gd name="T44" fmla="*/ 67 w 528"/>
                <a:gd name="T45" fmla="*/ 348 h 528"/>
                <a:gd name="T46" fmla="*/ 60 w 528"/>
                <a:gd name="T47" fmla="*/ 347 h 528"/>
                <a:gd name="T48" fmla="*/ 44 w 528"/>
                <a:gd name="T49" fmla="*/ 264 h 528"/>
                <a:gd name="T50" fmla="*/ 264 w 528"/>
                <a:gd name="T51" fmla="*/ 44 h 5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28" h="528">
                  <a:moveTo>
                    <a:pt x="264" y="528"/>
                  </a:moveTo>
                  <a:cubicBezTo>
                    <a:pt x="410" y="528"/>
                    <a:pt x="528" y="410"/>
                    <a:pt x="528" y="264"/>
                  </a:cubicBezTo>
                  <a:cubicBezTo>
                    <a:pt x="528" y="118"/>
                    <a:pt x="410" y="0"/>
                    <a:pt x="264" y="0"/>
                  </a:cubicBezTo>
                  <a:cubicBezTo>
                    <a:pt x="118" y="0"/>
                    <a:pt x="0" y="118"/>
                    <a:pt x="0" y="264"/>
                  </a:cubicBezTo>
                  <a:cubicBezTo>
                    <a:pt x="0" y="410"/>
                    <a:pt x="118" y="528"/>
                    <a:pt x="264" y="528"/>
                  </a:cubicBezTo>
                  <a:close/>
                  <a:moveTo>
                    <a:pt x="264" y="484"/>
                  </a:moveTo>
                  <a:cubicBezTo>
                    <a:pt x="181" y="484"/>
                    <a:pt x="108" y="438"/>
                    <a:pt x="71" y="370"/>
                  </a:cubicBezTo>
                  <a:cubicBezTo>
                    <a:pt x="72" y="369"/>
                    <a:pt x="72" y="369"/>
                    <a:pt x="73" y="369"/>
                  </a:cubicBezTo>
                  <a:cubicBezTo>
                    <a:pt x="79" y="367"/>
                    <a:pt x="87" y="363"/>
                    <a:pt x="92" y="352"/>
                  </a:cubicBezTo>
                  <a:cubicBezTo>
                    <a:pt x="97" y="340"/>
                    <a:pt x="101" y="324"/>
                    <a:pt x="104" y="312"/>
                  </a:cubicBezTo>
                  <a:cubicBezTo>
                    <a:pt x="130" y="335"/>
                    <a:pt x="191" y="377"/>
                    <a:pt x="304" y="385"/>
                  </a:cubicBezTo>
                  <a:cubicBezTo>
                    <a:pt x="309" y="385"/>
                    <a:pt x="315" y="385"/>
                    <a:pt x="321" y="385"/>
                  </a:cubicBezTo>
                  <a:cubicBezTo>
                    <a:pt x="371" y="385"/>
                    <a:pt x="426" y="372"/>
                    <a:pt x="461" y="361"/>
                  </a:cubicBezTo>
                  <a:cubicBezTo>
                    <a:pt x="425" y="434"/>
                    <a:pt x="350" y="484"/>
                    <a:pt x="264" y="484"/>
                  </a:cubicBezTo>
                  <a:close/>
                  <a:moveTo>
                    <a:pt x="264" y="44"/>
                  </a:moveTo>
                  <a:cubicBezTo>
                    <a:pt x="385" y="44"/>
                    <a:pt x="484" y="143"/>
                    <a:pt x="484" y="264"/>
                  </a:cubicBezTo>
                  <a:cubicBezTo>
                    <a:pt x="484" y="289"/>
                    <a:pt x="480" y="312"/>
                    <a:pt x="472" y="334"/>
                  </a:cubicBezTo>
                  <a:cubicBezTo>
                    <a:pt x="438" y="345"/>
                    <a:pt x="364" y="367"/>
                    <a:pt x="305" y="363"/>
                  </a:cubicBezTo>
                  <a:cubicBezTo>
                    <a:pt x="161" y="352"/>
                    <a:pt x="107" y="283"/>
                    <a:pt x="107" y="283"/>
                  </a:cubicBezTo>
                  <a:cubicBezTo>
                    <a:pt x="104" y="279"/>
                    <a:pt x="99" y="278"/>
                    <a:pt x="95" y="279"/>
                  </a:cubicBezTo>
                  <a:cubicBezTo>
                    <a:pt x="91" y="280"/>
                    <a:pt x="88" y="283"/>
                    <a:pt x="87" y="287"/>
                  </a:cubicBezTo>
                  <a:cubicBezTo>
                    <a:pt x="87" y="288"/>
                    <a:pt x="81" y="323"/>
                    <a:pt x="72" y="343"/>
                  </a:cubicBezTo>
                  <a:cubicBezTo>
                    <a:pt x="70" y="347"/>
                    <a:pt x="68" y="348"/>
                    <a:pt x="67" y="348"/>
                  </a:cubicBezTo>
                  <a:cubicBezTo>
                    <a:pt x="65" y="348"/>
                    <a:pt x="63" y="348"/>
                    <a:pt x="60" y="347"/>
                  </a:cubicBezTo>
                  <a:cubicBezTo>
                    <a:pt x="50" y="322"/>
                    <a:pt x="44" y="294"/>
                    <a:pt x="44" y="264"/>
                  </a:cubicBezTo>
                  <a:cubicBezTo>
                    <a:pt x="44" y="143"/>
                    <a:pt x="142" y="44"/>
                    <a:pt x="264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id-ID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0" name="Freeform 6"/>
            <p:cNvSpPr/>
            <p:nvPr>
              <p:custDataLst>
                <p:tags r:id="rId28"/>
              </p:custDataLst>
            </p:nvPr>
          </p:nvSpPr>
          <p:spPr bwMode="auto">
            <a:xfrm>
              <a:off x="-138362" y="-3577977"/>
              <a:ext cx="2320925" cy="923923"/>
            </a:xfrm>
            <a:custGeom>
              <a:avLst/>
              <a:gdLst>
                <a:gd name="T0" fmla="*/ 541 w 616"/>
                <a:gd name="T1" fmla="*/ 7 h 245"/>
                <a:gd name="T2" fmla="*/ 510 w 616"/>
                <a:gd name="T3" fmla="*/ 12 h 245"/>
                <a:gd name="T4" fmla="*/ 515 w 616"/>
                <a:gd name="T5" fmla="*/ 43 h 245"/>
                <a:gd name="T6" fmla="*/ 572 w 616"/>
                <a:gd name="T7" fmla="*/ 113 h 245"/>
                <a:gd name="T8" fmla="*/ 308 w 616"/>
                <a:gd name="T9" fmla="*/ 201 h 245"/>
                <a:gd name="T10" fmla="*/ 44 w 616"/>
                <a:gd name="T11" fmla="*/ 113 h 245"/>
                <a:gd name="T12" fmla="*/ 101 w 616"/>
                <a:gd name="T13" fmla="*/ 43 h 245"/>
                <a:gd name="T14" fmla="*/ 105 w 616"/>
                <a:gd name="T15" fmla="*/ 12 h 245"/>
                <a:gd name="T16" fmla="*/ 75 w 616"/>
                <a:gd name="T17" fmla="*/ 7 h 245"/>
                <a:gd name="T18" fmla="*/ 0 w 616"/>
                <a:gd name="T19" fmla="*/ 113 h 245"/>
                <a:gd name="T20" fmla="*/ 308 w 616"/>
                <a:gd name="T21" fmla="*/ 245 h 245"/>
                <a:gd name="T22" fmla="*/ 616 w 616"/>
                <a:gd name="T23" fmla="*/ 113 h 245"/>
                <a:gd name="T24" fmla="*/ 541 w 616"/>
                <a:gd name="T25" fmla="*/ 7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16" h="245">
                  <a:moveTo>
                    <a:pt x="541" y="7"/>
                  </a:moveTo>
                  <a:cubicBezTo>
                    <a:pt x="531" y="0"/>
                    <a:pt x="517" y="2"/>
                    <a:pt x="510" y="12"/>
                  </a:cubicBezTo>
                  <a:cubicBezTo>
                    <a:pt x="503" y="22"/>
                    <a:pt x="505" y="36"/>
                    <a:pt x="515" y="43"/>
                  </a:cubicBezTo>
                  <a:cubicBezTo>
                    <a:pt x="555" y="72"/>
                    <a:pt x="572" y="88"/>
                    <a:pt x="572" y="113"/>
                  </a:cubicBezTo>
                  <a:cubicBezTo>
                    <a:pt x="572" y="177"/>
                    <a:pt x="498" y="201"/>
                    <a:pt x="308" y="201"/>
                  </a:cubicBezTo>
                  <a:cubicBezTo>
                    <a:pt x="118" y="201"/>
                    <a:pt x="44" y="177"/>
                    <a:pt x="44" y="113"/>
                  </a:cubicBezTo>
                  <a:cubicBezTo>
                    <a:pt x="44" y="88"/>
                    <a:pt x="60" y="72"/>
                    <a:pt x="101" y="43"/>
                  </a:cubicBezTo>
                  <a:cubicBezTo>
                    <a:pt x="110" y="36"/>
                    <a:pt x="113" y="22"/>
                    <a:pt x="105" y="12"/>
                  </a:cubicBezTo>
                  <a:cubicBezTo>
                    <a:pt x="98" y="2"/>
                    <a:pt x="85" y="0"/>
                    <a:pt x="75" y="7"/>
                  </a:cubicBezTo>
                  <a:cubicBezTo>
                    <a:pt x="40" y="33"/>
                    <a:pt x="0" y="62"/>
                    <a:pt x="0" y="113"/>
                  </a:cubicBezTo>
                  <a:cubicBezTo>
                    <a:pt x="0" y="235"/>
                    <a:pt x="159" y="245"/>
                    <a:pt x="308" y="245"/>
                  </a:cubicBezTo>
                  <a:cubicBezTo>
                    <a:pt x="457" y="245"/>
                    <a:pt x="616" y="235"/>
                    <a:pt x="616" y="113"/>
                  </a:cubicBezTo>
                  <a:cubicBezTo>
                    <a:pt x="616" y="62"/>
                    <a:pt x="576" y="33"/>
                    <a:pt x="541" y="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id-ID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1"/>
          <p:cNvSpPr txBox="1"/>
          <p:nvPr>
            <p:custDataLst>
              <p:tags r:id="rId2"/>
            </p:custDataLst>
          </p:nvPr>
        </p:nvSpPr>
        <p:spPr>
          <a:xfrm>
            <a:off x="345096" y="287410"/>
            <a:ext cx="11496384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技术选型明细</a:t>
            </a:r>
          </a:p>
        </p:txBody>
      </p:sp>
      <p:sp>
        <p:nvSpPr>
          <p:cNvPr id="5" name="Text2"/>
          <p:cNvSpPr/>
          <p:nvPr>
            <p:custDataLst>
              <p:tags r:id="rId3"/>
            </p:custDataLst>
          </p:nvPr>
        </p:nvSpPr>
        <p:spPr>
          <a:xfrm>
            <a:off x="947391" y="2719827"/>
            <a:ext cx="2543185" cy="2022583"/>
          </a:xfrm>
          <a:custGeom>
            <a:avLst/>
            <a:gdLst>
              <a:gd name="connsiteX0" fmla="*/ 1715196 w 2742832"/>
              <a:gd name="connsiteY0" fmla="*/ 2181363 h 2181362"/>
              <a:gd name="connsiteX1" fmla="*/ 1700086 w 2742832"/>
              <a:gd name="connsiteY1" fmla="*/ 2178504 h 2181362"/>
              <a:gd name="connsiteX2" fmla="*/ 1674358 w 2742832"/>
              <a:gd name="connsiteY2" fmla="*/ 2140525 h 2181362"/>
              <a:gd name="connsiteX3" fmla="*/ 1674358 w 2742832"/>
              <a:gd name="connsiteY3" fmla="*/ 1766245 h 2181362"/>
              <a:gd name="connsiteX4" fmla="*/ 1715196 w 2742832"/>
              <a:gd name="connsiteY4" fmla="*/ 1725407 h 2181362"/>
              <a:gd name="connsiteX5" fmla="*/ 1756034 w 2742832"/>
              <a:gd name="connsiteY5" fmla="*/ 1766245 h 2181362"/>
              <a:gd name="connsiteX6" fmla="*/ 1756034 w 2742832"/>
              <a:gd name="connsiteY6" fmla="*/ 2037613 h 2181362"/>
              <a:gd name="connsiteX7" fmla="*/ 2646097 w 2742832"/>
              <a:gd name="connsiteY7" fmla="*/ 1092418 h 2181362"/>
              <a:gd name="connsiteX8" fmla="*/ 1752562 w 2742832"/>
              <a:gd name="connsiteY8" fmla="*/ 143753 h 2181362"/>
              <a:gd name="connsiteX9" fmla="*/ 1752562 w 2742832"/>
              <a:gd name="connsiteY9" fmla="*/ 428801 h 2181362"/>
              <a:gd name="connsiteX10" fmla="*/ 1711724 w 2742832"/>
              <a:gd name="connsiteY10" fmla="*/ 469639 h 2181362"/>
              <a:gd name="connsiteX11" fmla="*/ 40838 w 2742832"/>
              <a:gd name="connsiteY11" fmla="*/ 469639 h 2181362"/>
              <a:gd name="connsiteX12" fmla="*/ 0 w 2742832"/>
              <a:gd name="connsiteY12" fmla="*/ 428801 h 2181362"/>
              <a:gd name="connsiteX13" fmla="*/ 40838 w 2742832"/>
              <a:gd name="connsiteY13" fmla="*/ 387964 h 2181362"/>
              <a:gd name="connsiteX14" fmla="*/ 1670886 w 2742832"/>
              <a:gd name="connsiteY14" fmla="*/ 387964 h 2181362"/>
              <a:gd name="connsiteX15" fmla="*/ 1670886 w 2742832"/>
              <a:gd name="connsiteY15" fmla="*/ 40841 h 2181362"/>
              <a:gd name="connsiteX16" fmla="*/ 1696614 w 2742832"/>
              <a:gd name="connsiteY16" fmla="*/ 2862 h 2181362"/>
              <a:gd name="connsiteX17" fmla="*/ 1741332 w 2742832"/>
              <a:gd name="connsiteY17" fmla="*/ 12867 h 2181362"/>
              <a:gd name="connsiteX18" fmla="*/ 2731653 w 2742832"/>
              <a:gd name="connsiteY18" fmla="*/ 1064444 h 2181362"/>
              <a:gd name="connsiteX19" fmla="*/ 2731653 w 2742832"/>
              <a:gd name="connsiteY19" fmla="*/ 1120392 h 2181362"/>
              <a:gd name="connsiteX20" fmla="*/ 1744803 w 2742832"/>
              <a:gd name="connsiteY20" fmla="*/ 2168499 h 2181362"/>
              <a:gd name="connsiteX21" fmla="*/ 1714991 w 2742832"/>
              <a:gd name="connsiteY21" fmla="*/ 2181363 h 2181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742832" h="2181362">
                <a:moveTo>
                  <a:pt x="1715196" y="2181363"/>
                </a:moveTo>
                <a:cubicBezTo>
                  <a:pt x="1710091" y="2181363"/>
                  <a:pt x="1704986" y="2180342"/>
                  <a:pt x="1700086" y="2178504"/>
                </a:cubicBezTo>
                <a:cubicBezTo>
                  <a:pt x="1684567" y="2172378"/>
                  <a:pt x="1674358" y="2157268"/>
                  <a:pt x="1674358" y="2140525"/>
                </a:cubicBezTo>
                <a:lnTo>
                  <a:pt x="1674358" y="1766245"/>
                </a:lnTo>
                <a:cubicBezTo>
                  <a:pt x="1674358" y="1743784"/>
                  <a:pt x="1692735" y="1725407"/>
                  <a:pt x="1715196" y="1725407"/>
                </a:cubicBezTo>
                <a:cubicBezTo>
                  <a:pt x="1737656" y="1725407"/>
                  <a:pt x="1756034" y="1743784"/>
                  <a:pt x="1756034" y="1766245"/>
                </a:cubicBezTo>
                <a:lnTo>
                  <a:pt x="1756034" y="2037613"/>
                </a:lnTo>
                <a:lnTo>
                  <a:pt x="2646097" y="1092418"/>
                </a:lnTo>
                <a:lnTo>
                  <a:pt x="1752562" y="143753"/>
                </a:lnTo>
                <a:lnTo>
                  <a:pt x="1752562" y="428801"/>
                </a:lnTo>
                <a:cubicBezTo>
                  <a:pt x="1752562" y="451262"/>
                  <a:pt x="1734185" y="469639"/>
                  <a:pt x="1711724" y="469639"/>
                </a:cubicBezTo>
                <a:lnTo>
                  <a:pt x="40838" y="469639"/>
                </a:lnTo>
                <a:cubicBezTo>
                  <a:pt x="18377" y="469639"/>
                  <a:pt x="0" y="451262"/>
                  <a:pt x="0" y="428801"/>
                </a:cubicBezTo>
                <a:cubicBezTo>
                  <a:pt x="0" y="406341"/>
                  <a:pt x="18377" y="387964"/>
                  <a:pt x="40838" y="387964"/>
                </a:cubicBezTo>
                <a:lnTo>
                  <a:pt x="1670886" y="387964"/>
                </a:lnTo>
                <a:lnTo>
                  <a:pt x="1670886" y="40841"/>
                </a:lnTo>
                <a:cubicBezTo>
                  <a:pt x="1670886" y="24097"/>
                  <a:pt x="1681096" y="8987"/>
                  <a:pt x="1696614" y="2862"/>
                </a:cubicBezTo>
                <a:cubicBezTo>
                  <a:pt x="1712133" y="-3264"/>
                  <a:pt x="1729897" y="615"/>
                  <a:pt x="1741332" y="12867"/>
                </a:cubicBezTo>
                <a:lnTo>
                  <a:pt x="2731653" y="1064444"/>
                </a:lnTo>
                <a:cubicBezTo>
                  <a:pt x="2746559" y="1080167"/>
                  <a:pt x="2746559" y="1104670"/>
                  <a:pt x="2731653" y="1120392"/>
                </a:cubicBezTo>
                <a:lnTo>
                  <a:pt x="1744803" y="2168499"/>
                </a:lnTo>
                <a:cubicBezTo>
                  <a:pt x="1736840" y="2176870"/>
                  <a:pt x="1726018" y="2181363"/>
                  <a:pt x="1714991" y="2181363"/>
                </a:cubicBezTo>
                <a:close/>
              </a:path>
            </a:pathLst>
          </a:custGeom>
          <a:solidFill>
            <a:schemeClr val="accent1"/>
          </a:solidFill>
          <a:ln w="2039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Text3"/>
          <p:cNvSpPr/>
          <p:nvPr>
            <p:custDataLst>
              <p:tags r:id="rId4"/>
            </p:custDataLst>
          </p:nvPr>
        </p:nvSpPr>
        <p:spPr>
          <a:xfrm>
            <a:off x="3086789" y="2719830"/>
            <a:ext cx="2543185" cy="2022583"/>
          </a:xfrm>
          <a:custGeom>
            <a:avLst/>
            <a:gdLst>
              <a:gd name="connsiteX0" fmla="*/ 1715196 w 2742832"/>
              <a:gd name="connsiteY0" fmla="*/ 0 h 2181362"/>
              <a:gd name="connsiteX1" fmla="*/ 1700085 w 2742832"/>
              <a:gd name="connsiteY1" fmla="*/ 2859 h 2181362"/>
              <a:gd name="connsiteX2" fmla="*/ 1674358 w 2742832"/>
              <a:gd name="connsiteY2" fmla="*/ 40838 h 2181362"/>
              <a:gd name="connsiteX3" fmla="*/ 1674358 w 2742832"/>
              <a:gd name="connsiteY3" fmla="*/ 415118 h 2181362"/>
              <a:gd name="connsiteX4" fmla="*/ 1715196 w 2742832"/>
              <a:gd name="connsiteY4" fmla="*/ 455956 h 2181362"/>
              <a:gd name="connsiteX5" fmla="*/ 1756034 w 2742832"/>
              <a:gd name="connsiteY5" fmla="*/ 415118 h 2181362"/>
              <a:gd name="connsiteX6" fmla="*/ 1756034 w 2742832"/>
              <a:gd name="connsiteY6" fmla="*/ 143750 h 2181362"/>
              <a:gd name="connsiteX7" fmla="*/ 2646097 w 2742832"/>
              <a:gd name="connsiteY7" fmla="*/ 1088944 h 2181362"/>
              <a:gd name="connsiteX8" fmla="*/ 1752766 w 2742832"/>
              <a:gd name="connsiteY8" fmla="*/ 2037610 h 2181362"/>
              <a:gd name="connsiteX9" fmla="*/ 1752766 w 2742832"/>
              <a:gd name="connsiteY9" fmla="*/ 1752561 h 2181362"/>
              <a:gd name="connsiteX10" fmla="*/ 1711928 w 2742832"/>
              <a:gd name="connsiteY10" fmla="*/ 1711723 h 2181362"/>
              <a:gd name="connsiteX11" fmla="*/ 40838 w 2742832"/>
              <a:gd name="connsiteY11" fmla="*/ 1711723 h 2181362"/>
              <a:gd name="connsiteX12" fmla="*/ 0 w 2742832"/>
              <a:gd name="connsiteY12" fmla="*/ 1752561 h 2181362"/>
              <a:gd name="connsiteX13" fmla="*/ 40838 w 2742832"/>
              <a:gd name="connsiteY13" fmla="*/ 1793399 h 2181362"/>
              <a:gd name="connsiteX14" fmla="*/ 1670886 w 2742832"/>
              <a:gd name="connsiteY14" fmla="*/ 1793399 h 2181362"/>
              <a:gd name="connsiteX15" fmla="*/ 1670886 w 2742832"/>
              <a:gd name="connsiteY15" fmla="*/ 2140522 h 2181362"/>
              <a:gd name="connsiteX16" fmla="*/ 1696614 w 2742832"/>
              <a:gd name="connsiteY16" fmla="*/ 2178501 h 2181362"/>
              <a:gd name="connsiteX17" fmla="*/ 1741332 w 2742832"/>
              <a:gd name="connsiteY17" fmla="*/ 2168496 h 2181362"/>
              <a:gd name="connsiteX18" fmla="*/ 2731653 w 2742832"/>
              <a:gd name="connsiteY18" fmla="*/ 1116918 h 2181362"/>
              <a:gd name="connsiteX19" fmla="*/ 2731653 w 2742832"/>
              <a:gd name="connsiteY19" fmla="*/ 1060970 h 2181362"/>
              <a:gd name="connsiteX20" fmla="*/ 1744803 w 2742832"/>
              <a:gd name="connsiteY20" fmla="*/ 12864 h 2181362"/>
              <a:gd name="connsiteX21" fmla="*/ 1714991 w 2742832"/>
              <a:gd name="connsiteY21" fmla="*/ 0 h 2181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742832" h="2181362">
                <a:moveTo>
                  <a:pt x="1715196" y="0"/>
                </a:moveTo>
                <a:cubicBezTo>
                  <a:pt x="1710091" y="0"/>
                  <a:pt x="1704986" y="1021"/>
                  <a:pt x="1700085" y="2859"/>
                </a:cubicBezTo>
                <a:cubicBezTo>
                  <a:pt x="1684567" y="8984"/>
                  <a:pt x="1674358" y="24094"/>
                  <a:pt x="1674358" y="40838"/>
                </a:cubicBezTo>
                <a:lnTo>
                  <a:pt x="1674358" y="415118"/>
                </a:lnTo>
                <a:cubicBezTo>
                  <a:pt x="1674358" y="437579"/>
                  <a:pt x="1692735" y="455956"/>
                  <a:pt x="1715196" y="455956"/>
                </a:cubicBezTo>
                <a:cubicBezTo>
                  <a:pt x="1737657" y="455956"/>
                  <a:pt x="1756034" y="437579"/>
                  <a:pt x="1756034" y="415118"/>
                </a:cubicBezTo>
                <a:lnTo>
                  <a:pt x="1756034" y="143750"/>
                </a:lnTo>
                <a:lnTo>
                  <a:pt x="2646097" y="1088944"/>
                </a:lnTo>
                <a:lnTo>
                  <a:pt x="1752766" y="2037610"/>
                </a:lnTo>
                <a:lnTo>
                  <a:pt x="1752766" y="1752561"/>
                </a:lnTo>
                <a:cubicBezTo>
                  <a:pt x="1752766" y="1730100"/>
                  <a:pt x="1734389" y="1711723"/>
                  <a:pt x="1711928" y="1711723"/>
                </a:cubicBezTo>
                <a:lnTo>
                  <a:pt x="40838" y="1711723"/>
                </a:lnTo>
                <a:cubicBezTo>
                  <a:pt x="18377" y="1711723"/>
                  <a:pt x="0" y="1730100"/>
                  <a:pt x="0" y="1752561"/>
                </a:cubicBezTo>
                <a:cubicBezTo>
                  <a:pt x="0" y="1775022"/>
                  <a:pt x="18377" y="1793399"/>
                  <a:pt x="40838" y="1793399"/>
                </a:cubicBezTo>
                <a:lnTo>
                  <a:pt x="1670886" y="1793399"/>
                </a:lnTo>
                <a:lnTo>
                  <a:pt x="1670886" y="2140522"/>
                </a:lnTo>
                <a:cubicBezTo>
                  <a:pt x="1670886" y="2157265"/>
                  <a:pt x="1681096" y="2172375"/>
                  <a:pt x="1696614" y="2178501"/>
                </a:cubicBezTo>
                <a:cubicBezTo>
                  <a:pt x="1712133" y="2184627"/>
                  <a:pt x="1729897" y="2180747"/>
                  <a:pt x="1741332" y="2168496"/>
                </a:cubicBezTo>
                <a:lnTo>
                  <a:pt x="2731653" y="1116918"/>
                </a:lnTo>
                <a:cubicBezTo>
                  <a:pt x="2746559" y="1101196"/>
                  <a:pt x="2746559" y="1076693"/>
                  <a:pt x="2731653" y="1060970"/>
                </a:cubicBezTo>
                <a:lnTo>
                  <a:pt x="1744803" y="12864"/>
                </a:lnTo>
                <a:cubicBezTo>
                  <a:pt x="1736840" y="4492"/>
                  <a:pt x="1726018" y="0"/>
                  <a:pt x="1714991" y="0"/>
                </a:cubicBezTo>
                <a:close/>
              </a:path>
            </a:pathLst>
          </a:custGeom>
          <a:solidFill>
            <a:schemeClr val="accent2"/>
          </a:solidFill>
          <a:ln w="2039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7" name="Text4"/>
          <p:cNvSpPr/>
          <p:nvPr>
            <p:custDataLst>
              <p:tags r:id="rId5"/>
            </p:custDataLst>
          </p:nvPr>
        </p:nvSpPr>
        <p:spPr>
          <a:xfrm>
            <a:off x="5216153" y="2719827"/>
            <a:ext cx="2543185" cy="2022583"/>
          </a:xfrm>
          <a:custGeom>
            <a:avLst/>
            <a:gdLst>
              <a:gd name="connsiteX0" fmla="*/ 1714991 w 2742832"/>
              <a:gd name="connsiteY0" fmla="*/ 2181363 h 2181362"/>
              <a:gd name="connsiteX1" fmla="*/ 1699881 w 2742832"/>
              <a:gd name="connsiteY1" fmla="*/ 2178504 h 2181362"/>
              <a:gd name="connsiteX2" fmla="*/ 1674153 w 2742832"/>
              <a:gd name="connsiteY2" fmla="*/ 2140525 h 2181362"/>
              <a:gd name="connsiteX3" fmla="*/ 1674153 w 2742832"/>
              <a:gd name="connsiteY3" fmla="*/ 1766245 h 2181362"/>
              <a:gd name="connsiteX4" fmla="*/ 1714991 w 2742832"/>
              <a:gd name="connsiteY4" fmla="*/ 1725407 h 2181362"/>
              <a:gd name="connsiteX5" fmla="*/ 1755829 w 2742832"/>
              <a:gd name="connsiteY5" fmla="*/ 1766245 h 2181362"/>
              <a:gd name="connsiteX6" fmla="*/ 1755829 w 2742832"/>
              <a:gd name="connsiteY6" fmla="*/ 2037613 h 2181362"/>
              <a:gd name="connsiteX7" fmla="*/ 2645893 w 2742832"/>
              <a:gd name="connsiteY7" fmla="*/ 1092418 h 2181362"/>
              <a:gd name="connsiteX8" fmla="*/ 1752562 w 2742832"/>
              <a:gd name="connsiteY8" fmla="*/ 143753 h 2181362"/>
              <a:gd name="connsiteX9" fmla="*/ 1752562 w 2742832"/>
              <a:gd name="connsiteY9" fmla="*/ 428801 h 2181362"/>
              <a:gd name="connsiteX10" fmla="*/ 1711724 w 2742832"/>
              <a:gd name="connsiteY10" fmla="*/ 469639 h 2181362"/>
              <a:gd name="connsiteX11" fmla="*/ 40838 w 2742832"/>
              <a:gd name="connsiteY11" fmla="*/ 469639 h 2181362"/>
              <a:gd name="connsiteX12" fmla="*/ 0 w 2742832"/>
              <a:gd name="connsiteY12" fmla="*/ 428801 h 2181362"/>
              <a:gd name="connsiteX13" fmla="*/ 40838 w 2742832"/>
              <a:gd name="connsiteY13" fmla="*/ 387964 h 2181362"/>
              <a:gd name="connsiteX14" fmla="*/ 1670886 w 2742832"/>
              <a:gd name="connsiteY14" fmla="*/ 387964 h 2181362"/>
              <a:gd name="connsiteX15" fmla="*/ 1670886 w 2742832"/>
              <a:gd name="connsiteY15" fmla="*/ 40841 h 2181362"/>
              <a:gd name="connsiteX16" fmla="*/ 1696614 w 2742832"/>
              <a:gd name="connsiteY16" fmla="*/ 2862 h 2181362"/>
              <a:gd name="connsiteX17" fmla="*/ 1741332 w 2742832"/>
              <a:gd name="connsiteY17" fmla="*/ 12867 h 2181362"/>
              <a:gd name="connsiteX18" fmla="*/ 2731653 w 2742832"/>
              <a:gd name="connsiteY18" fmla="*/ 1064444 h 2181362"/>
              <a:gd name="connsiteX19" fmla="*/ 2731653 w 2742832"/>
              <a:gd name="connsiteY19" fmla="*/ 1120392 h 2181362"/>
              <a:gd name="connsiteX20" fmla="*/ 1744803 w 2742832"/>
              <a:gd name="connsiteY20" fmla="*/ 2168499 h 2181362"/>
              <a:gd name="connsiteX21" fmla="*/ 1714991 w 2742832"/>
              <a:gd name="connsiteY21" fmla="*/ 2181363 h 2181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742832" h="2181362">
                <a:moveTo>
                  <a:pt x="1714991" y="2181363"/>
                </a:moveTo>
                <a:cubicBezTo>
                  <a:pt x="1709886" y="2181363"/>
                  <a:pt x="1704782" y="2180342"/>
                  <a:pt x="1699881" y="2178504"/>
                </a:cubicBezTo>
                <a:cubicBezTo>
                  <a:pt x="1684363" y="2172378"/>
                  <a:pt x="1674153" y="2157268"/>
                  <a:pt x="1674153" y="2140525"/>
                </a:cubicBezTo>
                <a:lnTo>
                  <a:pt x="1674153" y="1766245"/>
                </a:lnTo>
                <a:cubicBezTo>
                  <a:pt x="1674153" y="1743784"/>
                  <a:pt x="1692530" y="1725407"/>
                  <a:pt x="1714991" y="1725407"/>
                </a:cubicBezTo>
                <a:cubicBezTo>
                  <a:pt x="1737452" y="1725407"/>
                  <a:pt x="1755829" y="1743784"/>
                  <a:pt x="1755829" y="1766245"/>
                </a:cubicBezTo>
                <a:lnTo>
                  <a:pt x="1755829" y="2037613"/>
                </a:lnTo>
                <a:lnTo>
                  <a:pt x="2645893" y="1092418"/>
                </a:lnTo>
                <a:lnTo>
                  <a:pt x="1752562" y="143753"/>
                </a:lnTo>
                <a:lnTo>
                  <a:pt x="1752562" y="428801"/>
                </a:lnTo>
                <a:cubicBezTo>
                  <a:pt x="1752562" y="451262"/>
                  <a:pt x="1734185" y="469639"/>
                  <a:pt x="1711724" y="469639"/>
                </a:cubicBezTo>
                <a:lnTo>
                  <a:pt x="40838" y="469639"/>
                </a:lnTo>
                <a:cubicBezTo>
                  <a:pt x="18377" y="469639"/>
                  <a:pt x="0" y="451262"/>
                  <a:pt x="0" y="428801"/>
                </a:cubicBezTo>
                <a:cubicBezTo>
                  <a:pt x="0" y="406341"/>
                  <a:pt x="18377" y="387964"/>
                  <a:pt x="40838" y="387964"/>
                </a:cubicBezTo>
                <a:lnTo>
                  <a:pt x="1670886" y="387964"/>
                </a:lnTo>
                <a:lnTo>
                  <a:pt x="1670886" y="40841"/>
                </a:lnTo>
                <a:cubicBezTo>
                  <a:pt x="1670886" y="24097"/>
                  <a:pt x="1681096" y="8987"/>
                  <a:pt x="1696614" y="2862"/>
                </a:cubicBezTo>
                <a:cubicBezTo>
                  <a:pt x="1712133" y="-3264"/>
                  <a:pt x="1729897" y="615"/>
                  <a:pt x="1741332" y="12867"/>
                </a:cubicBezTo>
                <a:lnTo>
                  <a:pt x="2731653" y="1064444"/>
                </a:lnTo>
                <a:cubicBezTo>
                  <a:pt x="2746559" y="1080167"/>
                  <a:pt x="2746559" y="1104670"/>
                  <a:pt x="2731653" y="1120392"/>
                </a:cubicBezTo>
                <a:lnTo>
                  <a:pt x="1744803" y="2168499"/>
                </a:lnTo>
                <a:cubicBezTo>
                  <a:pt x="1736840" y="2176870"/>
                  <a:pt x="1726018" y="2181363"/>
                  <a:pt x="1714991" y="2181363"/>
                </a:cubicBezTo>
                <a:close/>
              </a:path>
            </a:pathLst>
          </a:custGeom>
          <a:solidFill>
            <a:schemeClr val="accent3"/>
          </a:solidFill>
          <a:ln w="2039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8" name="Text5"/>
          <p:cNvSpPr/>
          <p:nvPr>
            <p:custDataLst>
              <p:tags r:id="rId6"/>
            </p:custDataLst>
          </p:nvPr>
        </p:nvSpPr>
        <p:spPr>
          <a:xfrm>
            <a:off x="7355551" y="2719830"/>
            <a:ext cx="2543185" cy="2022583"/>
          </a:xfrm>
          <a:custGeom>
            <a:avLst/>
            <a:gdLst>
              <a:gd name="connsiteX0" fmla="*/ 1714991 w 2742832"/>
              <a:gd name="connsiteY0" fmla="*/ 0 h 2181362"/>
              <a:gd name="connsiteX1" fmla="*/ 1699881 w 2742832"/>
              <a:gd name="connsiteY1" fmla="*/ 2859 h 2181362"/>
              <a:gd name="connsiteX2" fmla="*/ 1674153 w 2742832"/>
              <a:gd name="connsiteY2" fmla="*/ 40838 h 2181362"/>
              <a:gd name="connsiteX3" fmla="*/ 1674153 w 2742832"/>
              <a:gd name="connsiteY3" fmla="*/ 415118 h 2181362"/>
              <a:gd name="connsiteX4" fmla="*/ 1714991 w 2742832"/>
              <a:gd name="connsiteY4" fmla="*/ 455956 h 2181362"/>
              <a:gd name="connsiteX5" fmla="*/ 1755829 w 2742832"/>
              <a:gd name="connsiteY5" fmla="*/ 415118 h 2181362"/>
              <a:gd name="connsiteX6" fmla="*/ 1755829 w 2742832"/>
              <a:gd name="connsiteY6" fmla="*/ 143750 h 2181362"/>
              <a:gd name="connsiteX7" fmla="*/ 2645893 w 2742832"/>
              <a:gd name="connsiteY7" fmla="*/ 1088944 h 2181362"/>
              <a:gd name="connsiteX8" fmla="*/ 1752562 w 2742832"/>
              <a:gd name="connsiteY8" fmla="*/ 2037610 h 2181362"/>
              <a:gd name="connsiteX9" fmla="*/ 1752562 w 2742832"/>
              <a:gd name="connsiteY9" fmla="*/ 1752561 h 2181362"/>
              <a:gd name="connsiteX10" fmla="*/ 1711724 w 2742832"/>
              <a:gd name="connsiteY10" fmla="*/ 1711723 h 2181362"/>
              <a:gd name="connsiteX11" fmla="*/ 40838 w 2742832"/>
              <a:gd name="connsiteY11" fmla="*/ 1711723 h 2181362"/>
              <a:gd name="connsiteX12" fmla="*/ 0 w 2742832"/>
              <a:gd name="connsiteY12" fmla="*/ 1752561 h 2181362"/>
              <a:gd name="connsiteX13" fmla="*/ 40838 w 2742832"/>
              <a:gd name="connsiteY13" fmla="*/ 1793399 h 2181362"/>
              <a:gd name="connsiteX14" fmla="*/ 1670886 w 2742832"/>
              <a:gd name="connsiteY14" fmla="*/ 1793399 h 2181362"/>
              <a:gd name="connsiteX15" fmla="*/ 1670886 w 2742832"/>
              <a:gd name="connsiteY15" fmla="*/ 2140522 h 2181362"/>
              <a:gd name="connsiteX16" fmla="*/ 1696614 w 2742832"/>
              <a:gd name="connsiteY16" fmla="*/ 2178501 h 2181362"/>
              <a:gd name="connsiteX17" fmla="*/ 1741332 w 2742832"/>
              <a:gd name="connsiteY17" fmla="*/ 2168496 h 2181362"/>
              <a:gd name="connsiteX18" fmla="*/ 2731653 w 2742832"/>
              <a:gd name="connsiteY18" fmla="*/ 1116918 h 2181362"/>
              <a:gd name="connsiteX19" fmla="*/ 2731653 w 2742832"/>
              <a:gd name="connsiteY19" fmla="*/ 1060970 h 2181362"/>
              <a:gd name="connsiteX20" fmla="*/ 1744803 w 2742832"/>
              <a:gd name="connsiteY20" fmla="*/ 12864 h 2181362"/>
              <a:gd name="connsiteX21" fmla="*/ 1714991 w 2742832"/>
              <a:gd name="connsiteY21" fmla="*/ 0 h 2181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742832" h="2181362">
                <a:moveTo>
                  <a:pt x="1714991" y="0"/>
                </a:moveTo>
                <a:cubicBezTo>
                  <a:pt x="1709886" y="0"/>
                  <a:pt x="1704782" y="1021"/>
                  <a:pt x="1699881" y="2859"/>
                </a:cubicBezTo>
                <a:cubicBezTo>
                  <a:pt x="1684363" y="8984"/>
                  <a:pt x="1674153" y="24094"/>
                  <a:pt x="1674153" y="40838"/>
                </a:cubicBezTo>
                <a:lnTo>
                  <a:pt x="1674153" y="415118"/>
                </a:lnTo>
                <a:cubicBezTo>
                  <a:pt x="1674153" y="437579"/>
                  <a:pt x="1692530" y="455956"/>
                  <a:pt x="1714991" y="455956"/>
                </a:cubicBezTo>
                <a:cubicBezTo>
                  <a:pt x="1737452" y="455956"/>
                  <a:pt x="1755829" y="437579"/>
                  <a:pt x="1755829" y="415118"/>
                </a:cubicBezTo>
                <a:lnTo>
                  <a:pt x="1755829" y="143750"/>
                </a:lnTo>
                <a:lnTo>
                  <a:pt x="2645893" y="1088944"/>
                </a:lnTo>
                <a:lnTo>
                  <a:pt x="1752562" y="2037610"/>
                </a:lnTo>
                <a:lnTo>
                  <a:pt x="1752562" y="1752561"/>
                </a:lnTo>
                <a:cubicBezTo>
                  <a:pt x="1752562" y="1730100"/>
                  <a:pt x="1734185" y="1711723"/>
                  <a:pt x="1711724" y="1711723"/>
                </a:cubicBezTo>
                <a:lnTo>
                  <a:pt x="40838" y="1711723"/>
                </a:lnTo>
                <a:cubicBezTo>
                  <a:pt x="18377" y="1711723"/>
                  <a:pt x="0" y="1730100"/>
                  <a:pt x="0" y="1752561"/>
                </a:cubicBezTo>
                <a:cubicBezTo>
                  <a:pt x="0" y="1775022"/>
                  <a:pt x="18377" y="1793399"/>
                  <a:pt x="40838" y="1793399"/>
                </a:cubicBezTo>
                <a:lnTo>
                  <a:pt x="1670886" y="1793399"/>
                </a:lnTo>
                <a:lnTo>
                  <a:pt x="1670886" y="2140522"/>
                </a:lnTo>
                <a:cubicBezTo>
                  <a:pt x="1670886" y="2157265"/>
                  <a:pt x="1681096" y="2172375"/>
                  <a:pt x="1696614" y="2178501"/>
                </a:cubicBezTo>
                <a:cubicBezTo>
                  <a:pt x="1712133" y="2184627"/>
                  <a:pt x="1729897" y="2180747"/>
                  <a:pt x="1741332" y="2168496"/>
                </a:cubicBezTo>
                <a:lnTo>
                  <a:pt x="2731653" y="1116918"/>
                </a:lnTo>
                <a:cubicBezTo>
                  <a:pt x="2746559" y="1101196"/>
                  <a:pt x="2746559" y="1076693"/>
                  <a:pt x="2731653" y="1060970"/>
                </a:cubicBezTo>
                <a:lnTo>
                  <a:pt x="1744803" y="12864"/>
                </a:lnTo>
                <a:cubicBezTo>
                  <a:pt x="1736840" y="4492"/>
                  <a:pt x="1726018" y="0"/>
                  <a:pt x="1714991" y="0"/>
                </a:cubicBezTo>
                <a:close/>
              </a:path>
            </a:pathLst>
          </a:custGeom>
          <a:solidFill>
            <a:schemeClr val="accent4"/>
          </a:solidFill>
          <a:ln w="2039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grpSp>
        <p:nvGrpSpPr>
          <p:cNvPr id="9" name="Text6"/>
          <p:cNvGrpSpPr/>
          <p:nvPr>
            <p:custDataLst>
              <p:tags r:id="rId7"/>
            </p:custDataLst>
          </p:nvPr>
        </p:nvGrpSpPr>
        <p:grpSpPr>
          <a:xfrm>
            <a:off x="1709433" y="4281400"/>
            <a:ext cx="102614" cy="864656"/>
            <a:chOff x="2088772" y="4313499"/>
            <a:chExt cx="110670" cy="932534"/>
          </a:xfr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70000"/>
                </a:schemeClr>
              </a:gs>
            </a:gsLst>
            <a:lin ang="5400000" scaled="1"/>
          </a:gradFill>
        </p:grpSpPr>
        <p:sp>
          <p:nvSpPr>
            <p:cNvPr id="10" name="任意多边形: 形状 9"/>
            <p:cNvSpPr/>
            <p:nvPr>
              <p:custDataLst>
                <p:tags r:id="rId56"/>
              </p:custDataLst>
            </p:nvPr>
          </p:nvSpPr>
          <p:spPr>
            <a:xfrm>
              <a:off x="2117767" y="4313499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>
              <p:custDataLst>
                <p:tags r:id="rId57"/>
              </p:custDataLst>
            </p:nvPr>
          </p:nvSpPr>
          <p:spPr>
            <a:xfrm>
              <a:off x="2117767" y="445643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2" name="任意多边形: 形状 11"/>
            <p:cNvSpPr/>
            <p:nvPr>
              <p:custDataLst>
                <p:tags r:id="rId58"/>
              </p:custDataLst>
            </p:nvPr>
          </p:nvSpPr>
          <p:spPr>
            <a:xfrm>
              <a:off x="2117767" y="4592626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0 w 52681"/>
                <a:gd name="connsiteY1" fmla="*/ 52681 h 52680"/>
                <a:gd name="connsiteX2" fmla="*/ 0 w 52681"/>
                <a:gd name="connsiteY2" fmla="*/ 26341 h 52680"/>
                <a:gd name="connsiteX3" fmla="*/ 26340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>
              <p:custDataLst>
                <p:tags r:id="rId59"/>
              </p:custDataLst>
            </p:nvPr>
          </p:nvSpPr>
          <p:spPr>
            <a:xfrm>
              <a:off x="2117767" y="4735559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0 w 52681"/>
                <a:gd name="connsiteY1" fmla="*/ 52681 h 52680"/>
                <a:gd name="connsiteX2" fmla="*/ 0 w 52681"/>
                <a:gd name="connsiteY2" fmla="*/ 26341 h 52680"/>
                <a:gd name="connsiteX3" fmla="*/ 26340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>
              <p:custDataLst>
                <p:tags r:id="rId60"/>
              </p:custDataLst>
            </p:nvPr>
          </p:nvSpPr>
          <p:spPr>
            <a:xfrm>
              <a:off x="2117767" y="4871754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6" name="任意多边形: 形状 15"/>
            <p:cNvSpPr/>
            <p:nvPr>
              <p:custDataLst>
                <p:tags r:id="rId61"/>
              </p:custDataLst>
            </p:nvPr>
          </p:nvSpPr>
          <p:spPr>
            <a:xfrm>
              <a:off x="2117767" y="5014687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6" name="任意多边形: 形状 25"/>
            <p:cNvSpPr/>
            <p:nvPr>
              <p:custDataLst>
                <p:tags r:id="rId62"/>
              </p:custDataLst>
            </p:nvPr>
          </p:nvSpPr>
          <p:spPr>
            <a:xfrm>
              <a:off x="2088772" y="5135363"/>
              <a:ext cx="110670" cy="110670"/>
            </a:xfrm>
            <a:custGeom>
              <a:avLst/>
              <a:gdLst>
                <a:gd name="connsiteX0" fmla="*/ 110671 w 110670"/>
                <a:gd name="connsiteY0" fmla="*/ 55335 h 110670"/>
                <a:gd name="connsiteX1" fmla="*/ 55335 w 110670"/>
                <a:gd name="connsiteY1" fmla="*/ 110671 h 110670"/>
                <a:gd name="connsiteX2" fmla="*/ 0 w 110670"/>
                <a:gd name="connsiteY2" fmla="*/ 55335 h 110670"/>
                <a:gd name="connsiteX3" fmla="*/ 55335 w 110670"/>
                <a:gd name="connsiteY3" fmla="*/ 0 h 110670"/>
                <a:gd name="connsiteX4" fmla="*/ 110671 w 110670"/>
                <a:gd name="connsiteY4" fmla="*/ 55335 h 110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670" h="110670">
                  <a:moveTo>
                    <a:pt x="110671" y="55335"/>
                  </a:moveTo>
                  <a:cubicBezTo>
                    <a:pt x="110671" y="85896"/>
                    <a:pt x="85896" y="110671"/>
                    <a:pt x="55335" y="110671"/>
                  </a:cubicBezTo>
                  <a:cubicBezTo>
                    <a:pt x="24774" y="110671"/>
                    <a:pt x="0" y="85897"/>
                    <a:pt x="0" y="55335"/>
                  </a:cubicBezTo>
                  <a:cubicBezTo>
                    <a:pt x="0" y="24774"/>
                    <a:pt x="24774" y="0"/>
                    <a:pt x="55335" y="0"/>
                  </a:cubicBezTo>
                  <a:cubicBezTo>
                    <a:pt x="85896" y="0"/>
                    <a:pt x="110671" y="24774"/>
                    <a:pt x="110671" y="55335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27" name="Text7"/>
          <p:cNvGrpSpPr/>
          <p:nvPr>
            <p:custDataLst>
              <p:tags r:id="rId8"/>
            </p:custDataLst>
          </p:nvPr>
        </p:nvGrpSpPr>
        <p:grpSpPr>
          <a:xfrm>
            <a:off x="3847127" y="2330952"/>
            <a:ext cx="102614" cy="864467"/>
            <a:chOff x="4394281" y="2209936"/>
            <a:chExt cx="110670" cy="932330"/>
          </a:xfr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70000"/>
                </a:schemeClr>
              </a:gs>
            </a:gsLst>
            <a:lin ang="16200000" scaled="0"/>
          </a:gradFill>
        </p:grpSpPr>
        <p:sp>
          <p:nvSpPr>
            <p:cNvPr id="31" name="任意多边形: 形状 30"/>
            <p:cNvSpPr/>
            <p:nvPr>
              <p:custDataLst>
                <p:tags r:id="rId49"/>
              </p:custDataLst>
            </p:nvPr>
          </p:nvSpPr>
          <p:spPr>
            <a:xfrm>
              <a:off x="4423276" y="3089585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1 w 52681"/>
                <a:gd name="connsiteY1" fmla="*/ 52681 h 52680"/>
                <a:gd name="connsiteX2" fmla="*/ 0 w 52681"/>
                <a:gd name="connsiteY2" fmla="*/ 26340 h 52680"/>
                <a:gd name="connsiteX3" fmla="*/ 26341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1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1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4" name="任意多边形: 形状 33"/>
            <p:cNvSpPr/>
            <p:nvPr>
              <p:custDataLst>
                <p:tags r:id="rId50"/>
              </p:custDataLst>
            </p:nvPr>
          </p:nvSpPr>
          <p:spPr>
            <a:xfrm>
              <a:off x="4423276" y="294665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1 w 52681"/>
                <a:gd name="connsiteY1" fmla="*/ 52681 h 52680"/>
                <a:gd name="connsiteX2" fmla="*/ 0 w 52681"/>
                <a:gd name="connsiteY2" fmla="*/ 26340 h 52680"/>
                <a:gd name="connsiteX3" fmla="*/ 26341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1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1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>
              <p:custDataLst>
                <p:tags r:id="rId51"/>
              </p:custDataLst>
            </p:nvPr>
          </p:nvSpPr>
          <p:spPr>
            <a:xfrm>
              <a:off x="4423276" y="281066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1 w 52681"/>
                <a:gd name="connsiteY1" fmla="*/ 52681 h 52680"/>
                <a:gd name="connsiteX2" fmla="*/ 0 w 52681"/>
                <a:gd name="connsiteY2" fmla="*/ 26340 h 52680"/>
                <a:gd name="connsiteX3" fmla="*/ 26341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1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1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>
              <p:custDataLst>
                <p:tags r:id="rId52"/>
              </p:custDataLst>
            </p:nvPr>
          </p:nvSpPr>
          <p:spPr>
            <a:xfrm>
              <a:off x="4423276" y="2667729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1 w 52681"/>
                <a:gd name="connsiteY1" fmla="*/ 52681 h 52680"/>
                <a:gd name="connsiteX2" fmla="*/ 0 w 52681"/>
                <a:gd name="connsiteY2" fmla="*/ 26340 h 52680"/>
                <a:gd name="connsiteX3" fmla="*/ 26341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1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1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>
              <p:custDataLst>
                <p:tags r:id="rId53"/>
              </p:custDataLst>
            </p:nvPr>
          </p:nvSpPr>
          <p:spPr>
            <a:xfrm>
              <a:off x="4423276" y="2531534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1 w 52681"/>
                <a:gd name="connsiteY1" fmla="*/ 52681 h 52680"/>
                <a:gd name="connsiteX2" fmla="*/ 0 w 52681"/>
                <a:gd name="connsiteY2" fmla="*/ 26341 h 52680"/>
                <a:gd name="connsiteX3" fmla="*/ 26341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1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3" y="0"/>
                    <a:pt x="26341" y="0"/>
                  </a:cubicBezTo>
                  <a:cubicBezTo>
                    <a:pt x="40888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3" name="任意多边形: 形状 42"/>
            <p:cNvSpPr/>
            <p:nvPr>
              <p:custDataLst>
                <p:tags r:id="rId54"/>
              </p:custDataLst>
            </p:nvPr>
          </p:nvSpPr>
          <p:spPr>
            <a:xfrm>
              <a:off x="4423276" y="238860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1 w 52681"/>
                <a:gd name="connsiteY1" fmla="*/ 52681 h 52680"/>
                <a:gd name="connsiteX2" fmla="*/ 0 w 52681"/>
                <a:gd name="connsiteY2" fmla="*/ 26340 h 52680"/>
                <a:gd name="connsiteX3" fmla="*/ 26341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1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1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>
              <p:custDataLst>
                <p:tags r:id="rId55"/>
              </p:custDataLst>
            </p:nvPr>
          </p:nvSpPr>
          <p:spPr>
            <a:xfrm>
              <a:off x="4394281" y="2209936"/>
              <a:ext cx="110670" cy="110670"/>
            </a:xfrm>
            <a:custGeom>
              <a:avLst/>
              <a:gdLst>
                <a:gd name="connsiteX0" fmla="*/ 110671 w 110670"/>
                <a:gd name="connsiteY0" fmla="*/ 55335 h 110670"/>
                <a:gd name="connsiteX1" fmla="*/ 55335 w 110670"/>
                <a:gd name="connsiteY1" fmla="*/ 110671 h 110670"/>
                <a:gd name="connsiteX2" fmla="*/ 0 w 110670"/>
                <a:gd name="connsiteY2" fmla="*/ 55335 h 110670"/>
                <a:gd name="connsiteX3" fmla="*/ 55335 w 110670"/>
                <a:gd name="connsiteY3" fmla="*/ 0 h 110670"/>
                <a:gd name="connsiteX4" fmla="*/ 110671 w 110670"/>
                <a:gd name="connsiteY4" fmla="*/ 55335 h 110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670" h="110670">
                  <a:moveTo>
                    <a:pt x="110671" y="55335"/>
                  </a:moveTo>
                  <a:cubicBezTo>
                    <a:pt x="110671" y="85896"/>
                    <a:pt x="85897" y="110671"/>
                    <a:pt x="55335" y="110671"/>
                  </a:cubicBezTo>
                  <a:cubicBezTo>
                    <a:pt x="24774" y="110671"/>
                    <a:pt x="0" y="85896"/>
                    <a:pt x="0" y="55335"/>
                  </a:cubicBezTo>
                  <a:cubicBezTo>
                    <a:pt x="0" y="24775"/>
                    <a:pt x="24774" y="0"/>
                    <a:pt x="55335" y="0"/>
                  </a:cubicBezTo>
                  <a:cubicBezTo>
                    <a:pt x="85896" y="0"/>
                    <a:pt x="110671" y="24775"/>
                    <a:pt x="110671" y="55335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46" name="Text8"/>
          <p:cNvGrpSpPr/>
          <p:nvPr>
            <p:custDataLst>
              <p:tags r:id="rId9"/>
            </p:custDataLst>
          </p:nvPr>
        </p:nvGrpSpPr>
        <p:grpSpPr>
          <a:xfrm>
            <a:off x="5991637" y="4281400"/>
            <a:ext cx="102614" cy="864656"/>
            <a:chOff x="6707140" y="4313499"/>
            <a:chExt cx="110670" cy="932534"/>
          </a:xfrm>
          <a:gradFill>
            <a:gsLst>
              <a:gs pos="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5400000" scaled="0"/>
          </a:gradFill>
        </p:grpSpPr>
        <p:sp>
          <p:nvSpPr>
            <p:cNvPr id="47" name="任意多边形: 形状 46"/>
            <p:cNvSpPr/>
            <p:nvPr>
              <p:custDataLst>
                <p:tags r:id="rId42"/>
              </p:custDataLst>
            </p:nvPr>
          </p:nvSpPr>
          <p:spPr>
            <a:xfrm>
              <a:off x="6736135" y="4313499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>
              <p:custDataLst>
                <p:tags r:id="rId43"/>
              </p:custDataLst>
            </p:nvPr>
          </p:nvSpPr>
          <p:spPr>
            <a:xfrm>
              <a:off x="6736135" y="445643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9" name="任意多边形: 形状 48"/>
            <p:cNvSpPr/>
            <p:nvPr>
              <p:custDataLst>
                <p:tags r:id="rId44"/>
              </p:custDataLst>
            </p:nvPr>
          </p:nvSpPr>
          <p:spPr>
            <a:xfrm>
              <a:off x="6736135" y="4592626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0 w 52681"/>
                <a:gd name="connsiteY1" fmla="*/ 52681 h 52680"/>
                <a:gd name="connsiteX2" fmla="*/ 0 w 52681"/>
                <a:gd name="connsiteY2" fmla="*/ 26341 h 52680"/>
                <a:gd name="connsiteX3" fmla="*/ 26340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0" name="任意多边形: 形状 49"/>
            <p:cNvSpPr/>
            <p:nvPr>
              <p:custDataLst>
                <p:tags r:id="rId45"/>
              </p:custDataLst>
            </p:nvPr>
          </p:nvSpPr>
          <p:spPr>
            <a:xfrm>
              <a:off x="6736135" y="4735559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0 w 52681"/>
                <a:gd name="connsiteY1" fmla="*/ 52681 h 52680"/>
                <a:gd name="connsiteX2" fmla="*/ 0 w 52681"/>
                <a:gd name="connsiteY2" fmla="*/ 26341 h 52680"/>
                <a:gd name="connsiteX3" fmla="*/ 26340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1" name="任意多边形: 形状 50"/>
            <p:cNvSpPr/>
            <p:nvPr>
              <p:custDataLst>
                <p:tags r:id="rId46"/>
              </p:custDataLst>
            </p:nvPr>
          </p:nvSpPr>
          <p:spPr>
            <a:xfrm>
              <a:off x="6736135" y="4871754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>
              <p:custDataLst>
                <p:tags r:id="rId47"/>
              </p:custDataLst>
            </p:nvPr>
          </p:nvSpPr>
          <p:spPr>
            <a:xfrm>
              <a:off x="6736135" y="5014687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3" name="任意多边形: 形状 52"/>
            <p:cNvSpPr/>
            <p:nvPr>
              <p:custDataLst>
                <p:tags r:id="rId48"/>
              </p:custDataLst>
            </p:nvPr>
          </p:nvSpPr>
          <p:spPr>
            <a:xfrm>
              <a:off x="6707140" y="5135363"/>
              <a:ext cx="110670" cy="110670"/>
            </a:xfrm>
            <a:custGeom>
              <a:avLst/>
              <a:gdLst>
                <a:gd name="connsiteX0" fmla="*/ 110671 w 110670"/>
                <a:gd name="connsiteY0" fmla="*/ 55335 h 110670"/>
                <a:gd name="connsiteX1" fmla="*/ 55336 w 110670"/>
                <a:gd name="connsiteY1" fmla="*/ 110671 h 110670"/>
                <a:gd name="connsiteX2" fmla="*/ 0 w 110670"/>
                <a:gd name="connsiteY2" fmla="*/ 55335 h 110670"/>
                <a:gd name="connsiteX3" fmla="*/ 55336 w 110670"/>
                <a:gd name="connsiteY3" fmla="*/ 0 h 110670"/>
                <a:gd name="connsiteX4" fmla="*/ 110671 w 110670"/>
                <a:gd name="connsiteY4" fmla="*/ 55335 h 110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670" h="110670">
                  <a:moveTo>
                    <a:pt x="110671" y="55335"/>
                  </a:moveTo>
                  <a:cubicBezTo>
                    <a:pt x="110671" y="85896"/>
                    <a:pt x="85896" y="110671"/>
                    <a:pt x="55336" y="110671"/>
                  </a:cubicBezTo>
                  <a:cubicBezTo>
                    <a:pt x="24775" y="110671"/>
                    <a:pt x="0" y="85897"/>
                    <a:pt x="0" y="55335"/>
                  </a:cubicBezTo>
                  <a:cubicBezTo>
                    <a:pt x="0" y="24774"/>
                    <a:pt x="24775" y="0"/>
                    <a:pt x="55336" y="0"/>
                  </a:cubicBezTo>
                  <a:cubicBezTo>
                    <a:pt x="85897" y="0"/>
                    <a:pt x="110671" y="24774"/>
                    <a:pt x="110671" y="55335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54" name="Text9"/>
          <p:cNvGrpSpPr/>
          <p:nvPr>
            <p:custDataLst>
              <p:tags r:id="rId10"/>
            </p:custDataLst>
          </p:nvPr>
        </p:nvGrpSpPr>
        <p:grpSpPr>
          <a:xfrm>
            <a:off x="8129520" y="2330952"/>
            <a:ext cx="102614" cy="864467"/>
            <a:chOff x="9012853" y="2209936"/>
            <a:chExt cx="110670" cy="932330"/>
          </a:xfr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4">
                  <a:alpha val="70000"/>
                </a:schemeClr>
              </a:gs>
            </a:gsLst>
            <a:lin ang="16200000" scaled="0"/>
          </a:gradFill>
        </p:grpSpPr>
        <p:sp>
          <p:nvSpPr>
            <p:cNvPr id="55" name="任意多边形: 形状 54"/>
            <p:cNvSpPr/>
            <p:nvPr>
              <p:custDataLst>
                <p:tags r:id="rId35"/>
              </p:custDataLst>
            </p:nvPr>
          </p:nvSpPr>
          <p:spPr>
            <a:xfrm>
              <a:off x="9041848" y="3089585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6" name="任意多边形: 形状 55"/>
            <p:cNvSpPr/>
            <p:nvPr>
              <p:custDataLst>
                <p:tags r:id="rId36"/>
              </p:custDataLst>
            </p:nvPr>
          </p:nvSpPr>
          <p:spPr>
            <a:xfrm>
              <a:off x="9041848" y="294665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7" name="任意多边形: 形状 56"/>
            <p:cNvSpPr/>
            <p:nvPr>
              <p:custDataLst>
                <p:tags r:id="rId37"/>
              </p:custDataLst>
            </p:nvPr>
          </p:nvSpPr>
          <p:spPr>
            <a:xfrm>
              <a:off x="9041848" y="281066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8" name="任意多边形: 形状 57"/>
            <p:cNvSpPr/>
            <p:nvPr>
              <p:custDataLst>
                <p:tags r:id="rId38"/>
              </p:custDataLst>
            </p:nvPr>
          </p:nvSpPr>
          <p:spPr>
            <a:xfrm>
              <a:off x="9041848" y="2667729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9" name="任意多边形: 形状 58"/>
            <p:cNvSpPr/>
            <p:nvPr>
              <p:custDataLst>
                <p:tags r:id="rId39"/>
              </p:custDataLst>
            </p:nvPr>
          </p:nvSpPr>
          <p:spPr>
            <a:xfrm>
              <a:off x="9041848" y="2531534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0 w 52681"/>
                <a:gd name="connsiteY1" fmla="*/ 52681 h 52680"/>
                <a:gd name="connsiteX2" fmla="*/ 0 w 52681"/>
                <a:gd name="connsiteY2" fmla="*/ 26341 h 52680"/>
                <a:gd name="connsiteX3" fmla="*/ 26340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0" name="任意多边形: 形状 59"/>
            <p:cNvSpPr/>
            <p:nvPr>
              <p:custDataLst>
                <p:tags r:id="rId40"/>
              </p:custDataLst>
            </p:nvPr>
          </p:nvSpPr>
          <p:spPr>
            <a:xfrm>
              <a:off x="9041848" y="238860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3" y="0"/>
                    <a:pt x="26340" y="0"/>
                  </a:cubicBezTo>
                  <a:cubicBezTo>
                    <a:pt x="40888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1" name="任意多边形: 形状 60"/>
            <p:cNvSpPr/>
            <p:nvPr>
              <p:custDataLst>
                <p:tags r:id="rId41"/>
              </p:custDataLst>
            </p:nvPr>
          </p:nvSpPr>
          <p:spPr>
            <a:xfrm>
              <a:off x="9012853" y="2209936"/>
              <a:ext cx="110670" cy="110670"/>
            </a:xfrm>
            <a:custGeom>
              <a:avLst/>
              <a:gdLst>
                <a:gd name="connsiteX0" fmla="*/ 110671 w 110670"/>
                <a:gd name="connsiteY0" fmla="*/ 55335 h 110670"/>
                <a:gd name="connsiteX1" fmla="*/ 55335 w 110670"/>
                <a:gd name="connsiteY1" fmla="*/ 110671 h 110670"/>
                <a:gd name="connsiteX2" fmla="*/ 0 w 110670"/>
                <a:gd name="connsiteY2" fmla="*/ 55335 h 110670"/>
                <a:gd name="connsiteX3" fmla="*/ 55335 w 110670"/>
                <a:gd name="connsiteY3" fmla="*/ 0 h 110670"/>
                <a:gd name="connsiteX4" fmla="*/ 110671 w 110670"/>
                <a:gd name="connsiteY4" fmla="*/ 55335 h 110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670" h="110670">
                  <a:moveTo>
                    <a:pt x="110671" y="55335"/>
                  </a:moveTo>
                  <a:cubicBezTo>
                    <a:pt x="110671" y="85896"/>
                    <a:pt x="85896" y="110671"/>
                    <a:pt x="55335" y="110671"/>
                  </a:cubicBezTo>
                  <a:cubicBezTo>
                    <a:pt x="24774" y="110671"/>
                    <a:pt x="0" y="85896"/>
                    <a:pt x="0" y="55335"/>
                  </a:cubicBezTo>
                  <a:cubicBezTo>
                    <a:pt x="0" y="24775"/>
                    <a:pt x="24775" y="0"/>
                    <a:pt x="55335" y="0"/>
                  </a:cubicBezTo>
                  <a:cubicBezTo>
                    <a:pt x="85897" y="0"/>
                    <a:pt x="110671" y="24775"/>
                    <a:pt x="110671" y="55335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62" name="Text10"/>
          <p:cNvSpPr txBox="1"/>
          <p:nvPr>
            <p:custDataLst>
              <p:tags r:id="rId11"/>
            </p:custDataLst>
          </p:nvPr>
        </p:nvSpPr>
        <p:spPr>
          <a:xfrm>
            <a:off x="2063931" y="1599137"/>
            <a:ext cx="3563135" cy="733141"/>
          </a:xfrm>
          <a:prstGeom prst="rect">
            <a:avLst/>
          </a:prstGeom>
          <a:noFill/>
        </p:spPr>
        <p:txBody>
          <a:bodyPr wrap="square" rtlCol="0">
            <a:normAutofit fontScale="800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基于Spring Boot 3 + Java 17搭建，采用Spring Security做权限控制，MyBatis-Plus简化数据库操作，使用JWT做用户身份鉴权，符合企业级后端开发规范。</a:t>
            </a:r>
          </a:p>
        </p:txBody>
      </p:sp>
      <p:sp>
        <p:nvSpPr>
          <p:cNvPr id="63" name="Text11"/>
          <p:cNvSpPr txBox="1"/>
          <p:nvPr>
            <p:custDataLst>
              <p:tags r:id="rId12"/>
            </p:custDataLst>
          </p:nvPr>
        </p:nvSpPr>
        <p:spPr>
          <a:xfrm>
            <a:off x="2287840" y="1172273"/>
            <a:ext cx="3172343" cy="426865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后端技术栈</a:t>
            </a:r>
          </a:p>
        </p:txBody>
      </p:sp>
      <p:sp>
        <p:nvSpPr>
          <p:cNvPr id="64" name="Text12"/>
          <p:cNvSpPr txBox="1"/>
          <p:nvPr>
            <p:custDataLst>
              <p:tags r:id="rId13"/>
            </p:custDataLst>
          </p:nvPr>
        </p:nvSpPr>
        <p:spPr>
          <a:xfrm>
            <a:off x="235131" y="5738408"/>
            <a:ext cx="3087357" cy="932358"/>
          </a:xfrm>
          <a:prstGeom prst="rect">
            <a:avLst/>
          </a:prstGeom>
          <a:noFill/>
        </p:spPr>
        <p:txBody>
          <a:bodyPr wrap="square" rtlCol="0">
            <a:normAutofit fontScale="725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采用Vue 3 + Vite + TypeScript开发，搭配Element Plus组件库快速搭建界面，使用Pinia做状态管理，Axios处理网络请求，Vue Router管理页面路由，满足SPA工作台开发需求。</a:t>
            </a:r>
          </a:p>
        </p:txBody>
      </p:sp>
      <p:sp>
        <p:nvSpPr>
          <p:cNvPr id="65" name="Text13"/>
          <p:cNvSpPr txBox="1"/>
          <p:nvPr>
            <p:custDataLst>
              <p:tags r:id="rId14"/>
            </p:custDataLst>
          </p:nvPr>
        </p:nvSpPr>
        <p:spPr>
          <a:xfrm>
            <a:off x="150146" y="5278280"/>
            <a:ext cx="3172343" cy="426865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前端技术栈</a:t>
            </a:r>
          </a:p>
        </p:txBody>
      </p:sp>
      <p:sp>
        <p:nvSpPr>
          <p:cNvPr id="66" name="Text14"/>
          <p:cNvSpPr txBox="1"/>
          <p:nvPr>
            <p:custDataLst>
              <p:tags r:id="rId15"/>
            </p:custDataLst>
          </p:nvPr>
        </p:nvSpPr>
        <p:spPr>
          <a:xfrm>
            <a:off x="6383384" y="1599137"/>
            <a:ext cx="3515352" cy="733141"/>
          </a:xfrm>
          <a:prstGeom prst="rect">
            <a:avLst/>
          </a:prstGeom>
          <a:noFill/>
        </p:spPr>
        <p:txBody>
          <a:bodyPr wrap="square" rtlCol="0">
            <a:normAutofit fontScale="800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生产环境使用成熟的MySQL 8存储持久化数据，支持复杂查询与事务处理；开发环境使用H2内存数据库，无需额外部署，方便本地自测提升开发效率。</a:t>
            </a:r>
          </a:p>
        </p:txBody>
      </p:sp>
      <p:sp>
        <p:nvSpPr>
          <p:cNvPr id="67" name="Text15"/>
          <p:cNvSpPr txBox="1"/>
          <p:nvPr>
            <p:custDataLst>
              <p:tags r:id="rId16"/>
            </p:custDataLst>
          </p:nvPr>
        </p:nvSpPr>
        <p:spPr>
          <a:xfrm>
            <a:off x="6543348" y="1172272"/>
            <a:ext cx="3172343" cy="426865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数据库选型</a:t>
            </a:r>
          </a:p>
        </p:txBody>
      </p:sp>
      <p:sp>
        <p:nvSpPr>
          <p:cNvPr id="68" name="Text16"/>
          <p:cNvSpPr txBox="1"/>
          <p:nvPr>
            <p:custDataLst>
              <p:tags r:id="rId17"/>
            </p:custDataLst>
          </p:nvPr>
        </p:nvSpPr>
        <p:spPr>
          <a:xfrm>
            <a:off x="4427238" y="5738408"/>
            <a:ext cx="3172343" cy="932358"/>
          </a:xfrm>
          <a:prstGeom prst="rect">
            <a:avLst/>
          </a:prstGeom>
          <a:noFill/>
        </p:spPr>
        <p:txBody>
          <a:bodyPr wrap="square" rtlCol="0">
            <a:normAutofit fontScale="80000"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采用Python FastAPI搭建服务，搭配Pydantic做参数校验，httpx处理HTTP请求，轻量化且响应速度快，适合部署AI分析与问答类任务，便于后续功能迭代。</a:t>
            </a:r>
          </a:p>
        </p:txBody>
      </p:sp>
      <p:sp>
        <p:nvSpPr>
          <p:cNvPr id="69" name="Text17"/>
          <p:cNvSpPr txBox="1"/>
          <p:nvPr>
            <p:custDataLst>
              <p:tags r:id="rId18"/>
            </p:custDataLst>
          </p:nvPr>
        </p:nvSpPr>
        <p:spPr>
          <a:xfrm>
            <a:off x="4427239" y="5278280"/>
            <a:ext cx="3172343" cy="426865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Agent技术栈</a:t>
            </a:r>
          </a:p>
        </p:txBody>
      </p:sp>
      <p:sp>
        <p:nvSpPr>
          <p:cNvPr id="71" name="Text18"/>
          <p:cNvSpPr txBox="1"/>
          <p:nvPr>
            <p:custDataLst>
              <p:tags r:id="rId19"/>
            </p:custDataLst>
          </p:nvPr>
        </p:nvSpPr>
        <p:spPr>
          <a:xfrm>
            <a:off x="1162358" y="3455243"/>
            <a:ext cx="2113252" cy="59928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6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PART 01</a:t>
            </a:r>
            <a:endParaRPr lang="zh-CN" altLang="en-US" sz="36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Text19"/>
          <p:cNvSpPr txBox="1"/>
          <p:nvPr>
            <p:custDataLst>
              <p:tags r:id="rId20"/>
            </p:custDataLst>
          </p:nvPr>
        </p:nvSpPr>
        <p:spPr>
          <a:xfrm>
            <a:off x="3370612" y="3455243"/>
            <a:ext cx="2113252" cy="59928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600" b="1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rPr>
              <a:t>PART 02</a:t>
            </a:r>
            <a:endParaRPr lang="zh-CN" altLang="en-US" sz="3600" b="1">
              <a:solidFill>
                <a:schemeClr val="accent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Text20"/>
          <p:cNvSpPr txBox="1"/>
          <p:nvPr>
            <p:custDataLst>
              <p:tags r:id="rId21"/>
            </p:custDataLst>
          </p:nvPr>
        </p:nvSpPr>
        <p:spPr>
          <a:xfrm>
            <a:off x="5508307" y="3455243"/>
            <a:ext cx="2113252" cy="59928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600" b="1">
                <a:solidFill>
                  <a:schemeClr val="accent3"/>
                </a:solidFill>
                <a:latin typeface="微软雅黑" panose="020B0503020204020204" charset="-122"/>
                <a:ea typeface="微软雅黑" panose="020B0503020204020204" charset="-122"/>
              </a:rPr>
              <a:t>PART 03</a:t>
            </a:r>
            <a:endParaRPr lang="zh-CN" altLang="en-US" sz="3600" b="1">
              <a:solidFill>
                <a:schemeClr val="accent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" name="Text21"/>
          <p:cNvSpPr txBox="1"/>
          <p:nvPr>
            <p:custDataLst>
              <p:tags r:id="rId22"/>
            </p:custDataLst>
          </p:nvPr>
        </p:nvSpPr>
        <p:spPr>
          <a:xfrm>
            <a:off x="7646002" y="3455243"/>
            <a:ext cx="2113252" cy="59928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600" b="1">
                <a:solidFill>
                  <a:schemeClr val="accent4"/>
                </a:solidFill>
                <a:latin typeface="微软雅黑" panose="020B0503020204020204" charset="-122"/>
                <a:ea typeface="微软雅黑" panose="020B0503020204020204" charset="-122"/>
              </a:rPr>
              <a:t>PART 04</a:t>
            </a:r>
            <a:endParaRPr lang="zh-CN" altLang="en-US" sz="3600" b="1">
              <a:solidFill>
                <a:schemeClr val="accent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Text22"/>
          <p:cNvSpPr/>
          <p:nvPr>
            <p:custDataLst>
              <p:tags r:id="rId23"/>
            </p:custDataLst>
          </p:nvPr>
        </p:nvSpPr>
        <p:spPr>
          <a:xfrm>
            <a:off x="9493246" y="2719827"/>
            <a:ext cx="2543185" cy="2022583"/>
          </a:xfrm>
          <a:custGeom>
            <a:avLst/>
            <a:gdLst>
              <a:gd name="connsiteX0" fmla="*/ 1714991 w 2742832"/>
              <a:gd name="connsiteY0" fmla="*/ 2181363 h 2181362"/>
              <a:gd name="connsiteX1" fmla="*/ 1699881 w 2742832"/>
              <a:gd name="connsiteY1" fmla="*/ 2178504 h 2181362"/>
              <a:gd name="connsiteX2" fmla="*/ 1674153 w 2742832"/>
              <a:gd name="connsiteY2" fmla="*/ 2140525 h 2181362"/>
              <a:gd name="connsiteX3" fmla="*/ 1674153 w 2742832"/>
              <a:gd name="connsiteY3" fmla="*/ 1766245 h 2181362"/>
              <a:gd name="connsiteX4" fmla="*/ 1714991 w 2742832"/>
              <a:gd name="connsiteY4" fmla="*/ 1725407 h 2181362"/>
              <a:gd name="connsiteX5" fmla="*/ 1755829 w 2742832"/>
              <a:gd name="connsiteY5" fmla="*/ 1766245 h 2181362"/>
              <a:gd name="connsiteX6" fmla="*/ 1755829 w 2742832"/>
              <a:gd name="connsiteY6" fmla="*/ 2037613 h 2181362"/>
              <a:gd name="connsiteX7" fmla="*/ 2645893 w 2742832"/>
              <a:gd name="connsiteY7" fmla="*/ 1092418 h 2181362"/>
              <a:gd name="connsiteX8" fmla="*/ 1752562 w 2742832"/>
              <a:gd name="connsiteY8" fmla="*/ 143753 h 2181362"/>
              <a:gd name="connsiteX9" fmla="*/ 1752562 w 2742832"/>
              <a:gd name="connsiteY9" fmla="*/ 428801 h 2181362"/>
              <a:gd name="connsiteX10" fmla="*/ 1711724 w 2742832"/>
              <a:gd name="connsiteY10" fmla="*/ 469639 h 2181362"/>
              <a:gd name="connsiteX11" fmla="*/ 40838 w 2742832"/>
              <a:gd name="connsiteY11" fmla="*/ 469639 h 2181362"/>
              <a:gd name="connsiteX12" fmla="*/ 0 w 2742832"/>
              <a:gd name="connsiteY12" fmla="*/ 428801 h 2181362"/>
              <a:gd name="connsiteX13" fmla="*/ 40838 w 2742832"/>
              <a:gd name="connsiteY13" fmla="*/ 387964 h 2181362"/>
              <a:gd name="connsiteX14" fmla="*/ 1670886 w 2742832"/>
              <a:gd name="connsiteY14" fmla="*/ 387964 h 2181362"/>
              <a:gd name="connsiteX15" fmla="*/ 1670886 w 2742832"/>
              <a:gd name="connsiteY15" fmla="*/ 40841 h 2181362"/>
              <a:gd name="connsiteX16" fmla="*/ 1696614 w 2742832"/>
              <a:gd name="connsiteY16" fmla="*/ 2862 h 2181362"/>
              <a:gd name="connsiteX17" fmla="*/ 1741332 w 2742832"/>
              <a:gd name="connsiteY17" fmla="*/ 12867 h 2181362"/>
              <a:gd name="connsiteX18" fmla="*/ 2731653 w 2742832"/>
              <a:gd name="connsiteY18" fmla="*/ 1064444 h 2181362"/>
              <a:gd name="connsiteX19" fmla="*/ 2731653 w 2742832"/>
              <a:gd name="connsiteY19" fmla="*/ 1120392 h 2181362"/>
              <a:gd name="connsiteX20" fmla="*/ 1744803 w 2742832"/>
              <a:gd name="connsiteY20" fmla="*/ 2168499 h 2181362"/>
              <a:gd name="connsiteX21" fmla="*/ 1714991 w 2742832"/>
              <a:gd name="connsiteY21" fmla="*/ 2181363 h 2181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742832" h="2181362">
                <a:moveTo>
                  <a:pt x="1714991" y="2181363"/>
                </a:moveTo>
                <a:cubicBezTo>
                  <a:pt x="1709886" y="2181363"/>
                  <a:pt x="1704782" y="2180342"/>
                  <a:pt x="1699881" y="2178504"/>
                </a:cubicBezTo>
                <a:cubicBezTo>
                  <a:pt x="1684363" y="2172378"/>
                  <a:pt x="1674153" y="2157268"/>
                  <a:pt x="1674153" y="2140525"/>
                </a:cubicBezTo>
                <a:lnTo>
                  <a:pt x="1674153" y="1766245"/>
                </a:lnTo>
                <a:cubicBezTo>
                  <a:pt x="1674153" y="1743784"/>
                  <a:pt x="1692530" y="1725407"/>
                  <a:pt x="1714991" y="1725407"/>
                </a:cubicBezTo>
                <a:cubicBezTo>
                  <a:pt x="1737452" y="1725407"/>
                  <a:pt x="1755829" y="1743784"/>
                  <a:pt x="1755829" y="1766245"/>
                </a:cubicBezTo>
                <a:lnTo>
                  <a:pt x="1755829" y="2037613"/>
                </a:lnTo>
                <a:lnTo>
                  <a:pt x="2645893" y="1092418"/>
                </a:lnTo>
                <a:lnTo>
                  <a:pt x="1752562" y="143753"/>
                </a:lnTo>
                <a:lnTo>
                  <a:pt x="1752562" y="428801"/>
                </a:lnTo>
                <a:cubicBezTo>
                  <a:pt x="1752562" y="451262"/>
                  <a:pt x="1734185" y="469639"/>
                  <a:pt x="1711724" y="469639"/>
                </a:cubicBezTo>
                <a:lnTo>
                  <a:pt x="40838" y="469639"/>
                </a:lnTo>
                <a:cubicBezTo>
                  <a:pt x="18377" y="469639"/>
                  <a:pt x="0" y="451262"/>
                  <a:pt x="0" y="428801"/>
                </a:cubicBezTo>
                <a:cubicBezTo>
                  <a:pt x="0" y="406341"/>
                  <a:pt x="18377" y="387964"/>
                  <a:pt x="40838" y="387964"/>
                </a:cubicBezTo>
                <a:lnTo>
                  <a:pt x="1670886" y="387964"/>
                </a:lnTo>
                <a:lnTo>
                  <a:pt x="1670886" y="40841"/>
                </a:lnTo>
                <a:cubicBezTo>
                  <a:pt x="1670886" y="24097"/>
                  <a:pt x="1681096" y="8987"/>
                  <a:pt x="1696614" y="2862"/>
                </a:cubicBezTo>
                <a:cubicBezTo>
                  <a:pt x="1712133" y="-3264"/>
                  <a:pt x="1729897" y="615"/>
                  <a:pt x="1741332" y="12867"/>
                </a:cubicBezTo>
                <a:lnTo>
                  <a:pt x="2731653" y="1064444"/>
                </a:lnTo>
                <a:cubicBezTo>
                  <a:pt x="2746559" y="1080167"/>
                  <a:pt x="2746559" y="1104670"/>
                  <a:pt x="2731653" y="1120392"/>
                </a:cubicBezTo>
                <a:lnTo>
                  <a:pt x="1744803" y="2168499"/>
                </a:lnTo>
                <a:cubicBezTo>
                  <a:pt x="1736840" y="2176870"/>
                  <a:pt x="1726018" y="2181363"/>
                  <a:pt x="1714991" y="2181363"/>
                </a:cubicBezTo>
                <a:close/>
              </a:path>
            </a:pathLst>
          </a:custGeom>
          <a:solidFill>
            <a:schemeClr val="accent5"/>
          </a:solidFill>
          <a:ln w="20399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grpSp>
        <p:nvGrpSpPr>
          <p:cNvPr id="3" name="Text23"/>
          <p:cNvGrpSpPr/>
          <p:nvPr>
            <p:custDataLst>
              <p:tags r:id="rId24"/>
            </p:custDataLst>
          </p:nvPr>
        </p:nvGrpSpPr>
        <p:grpSpPr>
          <a:xfrm>
            <a:off x="10268730" y="4281400"/>
            <a:ext cx="102614" cy="864656"/>
            <a:chOff x="6707140" y="4313499"/>
            <a:chExt cx="110670" cy="932534"/>
          </a:xfrm>
          <a:gradFill>
            <a:gsLst>
              <a:gs pos="0">
                <a:schemeClr val="accent5">
                  <a:alpha val="0"/>
                </a:schemeClr>
              </a:gs>
              <a:gs pos="100000">
                <a:schemeClr val="accent5">
                  <a:alpha val="70000"/>
                </a:schemeClr>
              </a:gs>
            </a:gsLst>
            <a:lin ang="5400000" scaled="0"/>
          </a:gradFill>
        </p:grpSpPr>
        <p:sp>
          <p:nvSpPr>
            <p:cNvPr id="4" name="任意多边形: 形状 3"/>
            <p:cNvSpPr/>
            <p:nvPr>
              <p:custDataLst>
                <p:tags r:id="rId28"/>
              </p:custDataLst>
            </p:nvPr>
          </p:nvSpPr>
          <p:spPr>
            <a:xfrm>
              <a:off x="6736135" y="4313499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7" name="任意多边形: 形状 16"/>
            <p:cNvSpPr/>
            <p:nvPr>
              <p:custDataLst>
                <p:tags r:id="rId29"/>
              </p:custDataLst>
            </p:nvPr>
          </p:nvSpPr>
          <p:spPr>
            <a:xfrm>
              <a:off x="6736135" y="4456432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>
              <p:custDataLst>
                <p:tags r:id="rId30"/>
              </p:custDataLst>
            </p:nvPr>
          </p:nvSpPr>
          <p:spPr>
            <a:xfrm>
              <a:off x="6736135" y="4592626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0 w 52681"/>
                <a:gd name="connsiteY1" fmla="*/ 52681 h 52680"/>
                <a:gd name="connsiteX2" fmla="*/ 0 w 52681"/>
                <a:gd name="connsiteY2" fmla="*/ 26341 h 52680"/>
                <a:gd name="connsiteX3" fmla="*/ 26340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9" name="任意多边形: 形状 18"/>
            <p:cNvSpPr/>
            <p:nvPr>
              <p:custDataLst>
                <p:tags r:id="rId31"/>
              </p:custDataLst>
            </p:nvPr>
          </p:nvSpPr>
          <p:spPr>
            <a:xfrm>
              <a:off x="6736135" y="4735559"/>
              <a:ext cx="52681" cy="52680"/>
            </a:xfrm>
            <a:custGeom>
              <a:avLst/>
              <a:gdLst>
                <a:gd name="connsiteX0" fmla="*/ 52681 w 52681"/>
                <a:gd name="connsiteY0" fmla="*/ 26341 h 52680"/>
                <a:gd name="connsiteX1" fmla="*/ 26340 w 52681"/>
                <a:gd name="connsiteY1" fmla="*/ 52681 h 52680"/>
                <a:gd name="connsiteX2" fmla="*/ 0 w 52681"/>
                <a:gd name="connsiteY2" fmla="*/ 26341 h 52680"/>
                <a:gd name="connsiteX3" fmla="*/ 26340 w 52681"/>
                <a:gd name="connsiteY3" fmla="*/ 0 h 52680"/>
                <a:gd name="connsiteX4" fmla="*/ 52681 w 52681"/>
                <a:gd name="connsiteY4" fmla="*/ 26341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1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1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1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0" name="任意多边形: 形状 19"/>
            <p:cNvSpPr/>
            <p:nvPr>
              <p:custDataLst>
                <p:tags r:id="rId32"/>
              </p:custDataLst>
            </p:nvPr>
          </p:nvSpPr>
          <p:spPr>
            <a:xfrm>
              <a:off x="6736135" y="4871754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>
              <p:custDataLst>
                <p:tags r:id="rId33"/>
              </p:custDataLst>
            </p:nvPr>
          </p:nvSpPr>
          <p:spPr>
            <a:xfrm>
              <a:off x="6736135" y="5014687"/>
              <a:ext cx="52681" cy="52680"/>
            </a:xfrm>
            <a:custGeom>
              <a:avLst/>
              <a:gdLst>
                <a:gd name="connsiteX0" fmla="*/ 52681 w 52681"/>
                <a:gd name="connsiteY0" fmla="*/ 26340 h 52680"/>
                <a:gd name="connsiteX1" fmla="*/ 26340 w 52681"/>
                <a:gd name="connsiteY1" fmla="*/ 52681 h 52680"/>
                <a:gd name="connsiteX2" fmla="*/ 0 w 52681"/>
                <a:gd name="connsiteY2" fmla="*/ 26340 h 52680"/>
                <a:gd name="connsiteX3" fmla="*/ 26340 w 52681"/>
                <a:gd name="connsiteY3" fmla="*/ 0 h 52680"/>
                <a:gd name="connsiteX4" fmla="*/ 52681 w 52681"/>
                <a:gd name="connsiteY4" fmla="*/ 26340 h 5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81" h="52680">
                  <a:moveTo>
                    <a:pt x="52681" y="26340"/>
                  </a:moveTo>
                  <a:cubicBezTo>
                    <a:pt x="52681" y="40888"/>
                    <a:pt x="40888" y="52681"/>
                    <a:pt x="26340" y="52681"/>
                  </a:cubicBezTo>
                  <a:cubicBezTo>
                    <a:pt x="11793" y="52681"/>
                    <a:pt x="0" y="40888"/>
                    <a:pt x="0" y="26340"/>
                  </a:cubicBezTo>
                  <a:cubicBezTo>
                    <a:pt x="0" y="11793"/>
                    <a:pt x="11792" y="0"/>
                    <a:pt x="26340" y="0"/>
                  </a:cubicBezTo>
                  <a:cubicBezTo>
                    <a:pt x="40887" y="0"/>
                    <a:pt x="52681" y="11793"/>
                    <a:pt x="52681" y="26340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>
              <p:custDataLst>
                <p:tags r:id="rId34"/>
              </p:custDataLst>
            </p:nvPr>
          </p:nvSpPr>
          <p:spPr>
            <a:xfrm>
              <a:off x="6707140" y="5135363"/>
              <a:ext cx="110670" cy="110670"/>
            </a:xfrm>
            <a:custGeom>
              <a:avLst/>
              <a:gdLst>
                <a:gd name="connsiteX0" fmla="*/ 110671 w 110670"/>
                <a:gd name="connsiteY0" fmla="*/ 55335 h 110670"/>
                <a:gd name="connsiteX1" fmla="*/ 55336 w 110670"/>
                <a:gd name="connsiteY1" fmla="*/ 110671 h 110670"/>
                <a:gd name="connsiteX2" fmla="*/ 0 w 110670"/>
                <a:gd name="connsiteY2" fmla="*/ 55335 h 110670"/>
                <a:gd name="connsiteX3" fmla="*/ 55336 w 110670"/>
                <a:gd name="connsiteY3" fmla="*/ 0 h 110670"/>
                <a:gd name="connsiteX4" fmla="*/ 110671 w 110670"/>
                <a:gd name="connsiteY4" fmla="*/ 55335 h 110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670" h="110670">
                  <a:moveTo>
                    <a:pt x="110671" y="55335"/>
                  </a:moveTo>
                  <a:cubicBezTo>
                    <a:pt x="110671" y="85896"/>
                    <a:pt x="85896" y="110671"/>
                    <a:pt x="55336" y="110671"/>
                  </a:cubicBezTo>
                  <a:cubicBezTo>
                    <a:pt x="24775" y="110671"/>
                    <a:pt x="0" y="85897"/>
                    <a:pt x="0" y="55335"/>
                  </a:cubicBezTo>
                  <a:cubicBezTo>
                    <a:pt x="0" y="24774"/>
                    <a:pt x="24775" y="0"/>
                    <a:pt x="55336" y="0"/>
                  </a:cubicBezTo>
                  <a:cubicBezTo>
                    <a:pt x="85897" y="0"/>
                    <a:pt x="110671" y="24774"/>
                    <a:pt x="110671" y="55335"/>
                  </a:cubicBezTo>
                  <a:close/>
                </a:path>
              </a:pathLst>
            </a:custGeom>
            <a:grpFill/>
            <a:ln w="2039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23" name="Text24"/>
          <p:cNvSpPr txBox="1"/>
          <p:nvPr>
            <p:custDataLst>
              <p:tags r:id="rId25"/>
            </p:custDataLst>
          </p:nvPr>
        </p:nvSpPr>
        <p:spPr>
          <a:xfrm>
            <a:off x="8704331" y="5738408"/>
            <a:ext cx="3172343" cy="932358"/>
          </a:xfrm>
          <a:prstGeom prst="rect">
            <a:avLst/>
          </a:prstGeom>
          <a:noFill/>
        </p:spPr>
        <p:txBody>
          <a:bodyPr wrap="square" rtlCol="0">
            <a:normAutofit fontScale="875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邮件附件采用本地磁盘隔离存储，与邮件元数据分离，降低数据库存储压力，同时便于后续扩展为对象存储服务，架构具备良好的可扩展性。</a:t>
            </a:r>
          </a:p>
        </p:txBody>
      </p:sp>
      <p:sp>
        <p:nvSpPr>
          <p:cNvPr id="24" name="Text25"/>
          <p:cNvSpPr txBox="1"/>
          <p:nvPr>
            <p:custDataLst>
              <p:tags r:id="rId26"/>
            </p:custDataLst>
          </p:nvPr>
        </p:nvSpPr>
        <p:spPr>
          <a:xfrm>
            <a:off x="8704332" y="5278280"/>
            <a:ext cx="3172343" cy="426865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>
                <a:latin typeface="微软雅黑" panose="020B0503020204020204" charset="-122"/>
                <a:ea typeface="微软雅黑" panose="020B0503020204020204" charset="-122"/>
              </a:rPr>
              <a:t>存储方案选型</a:t>
            </a:r>
          </a:p>
        </p:txBody>
      </p:sp>
      <p:sp>
        <p:nvSpPr>
          <p:cNvPr id="25" name="Text26"/>
          <p:cNvSpPr txBox="1"/>
          <p:nvPr>
            <p:custDataLst>
              <p:tags r:id="rId27"/>
            </p:custDataLst>
          </p:nvPr>
        </p:nvSpPr>
        <p:spPr>
          <a:xfrm>
            <a:off x="9785400" y="3455243"/>
            <a:ext cx="2113252" cy="59928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6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PART 05</a:t>
            </a:r>
            <a:endParaRPr lang="zh-CN" altLang="en-US" sz="3600" b="1">
              <a:solidFill>
                <a:schemeClr val="accent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角星"/>
          <p:cNvSpPr/>
          <p:nvPr/>
        </p:nvSpPr>
        <p:spPr>
          <a:xfrm>
            <a:off x="5840730" y="2882582"/>
            <a:ext cx="301625" cy="300355"/>
          </a:xfrm>
          <a:custGeom>
            <a:avLst/>
            <a:gdLst>
              <a:gd name="T0" fmla="*/ 11209 w 11256"/>
              <a:gd name="T1" fmla="*/ 4253 h 11213"/>
              <a:gd name="T2" fmla="*/ 10891 w 11256"/>
              <a:gd name="T3" fmla="*/ 3984 h 11213"/>
              <a:gd name="T4" fmla="*/ 7510 w 11256"/>
              <a:gd name="T5" fmla="*/ 3462 h 11213"/>
              <a:gd name="T6" fmla="*/ 6001 w 11256"/>
              <a:gd name="T7" fmla="*/ 230 h 11213"/>
              <a:gd name="T8" fmla="*/ 5640 w 11256"/>
              <a:gd name="T9" fmla="*/ 0 h 11213"/>
              <a:gd name="T10" fmla="*/ 5640 w 11256"/>
              <a:gd name="T11" fmla="*/ 0 h 11213"/>
              <a:gd name="T12" fmla="*/ 5279 w 11256"/>
              <a:gd name="T13" fmla="*/ 230 h 11213"/>
              <a:gd name="T14" fmla="*/ 3756 w 11256"/>
              <a:gd name="T15" fmla="*/ 3455 h 11213"/>
              <a:gd name="T16" fmla="*/ 370 w 11256"/>
              <a:gd name="T17" fmla="*/ 3965 h 11213"/>
              <a:gd name="T18" fmla="*/ 49 w 11256"/>
              <a:gd name="T19" fmla="*/ 4231 h 11213"/>
              <a:gd name="T20" fmla="*/ 142 w 11256"/>
              <a:gd name="T21" fmla="*/ 4638 h 11213"/>
              <a:gd name="T22" fmla="*/ 2597 w 11256"/>
              <a:gd name="T23" fmla="*/ 7164 h 11213"/>
              <a:gd name="T24" fmla="*/ 2010 w 11256"/>
              <a:gd name="T25" fmla="*/ 10725 h 11213"/>
              <a:gd name="T26" fmla="*/ 2174 w 11256"/>
              <a:gd name="T27" fmla="*/ 11116 h 11213"/>
              <a:gd name="T28" fmla="*/ 2597 w 11256"/>
              <a:gd name="T29" fmla="*/ 11140 h 11213"/>
              <a:gd name="T30" fmla="*/ 5620 w 11256"/>
              <a:gd name="T31" fmla="*/ 9478 h 11213"/>
              <a:gd name="T32" fmla="*/ 8637 w 11256"/>
              <a:gd name="T33" fmla="*/ 11151 h 11213"/>
              <a:gd name="T34" fmla="*/ 8831 w 11256"/>
              <a:gd name="T35" fmla="*/ 11200 h 11213"/>
              <a:gd name="T36" fmla="*/ 8839 w 11256"/>
              <a:gd name="T37" fmla="*/ 11200 h 11213"/>
              <a:gd name="T38" fmla="*/ 9239 w 11256"/>
              <a:gd name="T39" fmla="*/ 10800 h 11213"/>
              <a:gd name="T40" fmla="*/ 9213 w 11256"/>
              <a:gd name="T41" fmla="*/ 10658 h 11213"/>
              <a:gd name="T42" fmla="*/ 8652 w 11256"/>
              <a:gd name="T43" fmla="*/ 7175 h 11213"/>
              <a:gd name="T44" fmla="*/ 11114 w 11256"/>
              <a:gd name="T45" fmla="*/ 4659 h 11213"/>
              <a:gd name="T46" fmla="*/ 11209 w 11256"/>
              <a:gd name="T47" fmla="*/ 4253 h 1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1256" h="11213">
                <a:moveTo>
                  <a:pt x="11209" y="4253"/>
                </a:moveTo>
                <a:cubicBezTo>
                  <a:pt x="11161" y="4111"/>
                  <a:pt x="11039" y="4008"/>
                  <a:pt x="10891" y="3984"/>
                </a:cubicBezTo>
                <a:lnTo>
                  <a:pt x="7510" y="3462"/>
                </a:lnTo>
                <a:lnTo>
                  <a:pt x="6001" y="230"/>
                </a:lnTo>
                <a:cubicBezTo>
                  <a:pt x="5934" y="90"/>
                  <a:pt x="5795" y="0"/>
                  <a:pt x="5640" y="0"/>
                </a:cubicBezTo>
                <a:lnTo>
                  <a:pt x="5640" y="0"/>
                </a:lnTo>
                <a:cubicBezTo>
                  <a:pt x="5485" y="0"/>
                  <a:pt x="5345" y="88"/>
                  <a:pt x="5279" y="230"/>
                </a:cubicBezTo>
                <a:lnTo>
                  <a:pt x="3756" y="3455"/>
                </a:lnTo>
                <a:lnTo>
                  <a:pt x="370" y="3965"/>
                </a:lnTo>
                <a:cubicBezTo>
                  <a:pt x="221" y="3986"/>
                  <a:pt x="99" y="4090"/>
                  <a:pt x="49" y="4231"/>
                </a:cubicBezTo>
                <a:cubicBezTo>
                  <a:pt x="0" y="4373"/>
                  <a:pt x="36" y="4530"/>
                  <a:pt x="142" y="4638"/>
                </a:cubicBezTo>
                <a:lnTo>
                  <a:pt x="2597" y="7164"/>
                </a:lnTo>
                <a:lnTo>
                  <a:pt x="2010" y="10725"/>
                </a:lnTo>
                <a:cubicBezTo>
                  <a:pt x="1984" y="10875"/>
                  <a:pt x="2049" y="11028"/>
                  <a:pt x="2174" y="11116"/>
                </a:cubicBezTo>
                <a:cubicBezTo>
                  <a:pt x="2298" y="11204"/>
                  <a:pt x="2464" y="11213"/>
                  <a:pt x="2597" y="11140"/>
                </a:cubicBezTo>
                <a:lnTo>
                  <a:pt x="5620" y="9478"/>
                </a:lnTo>
                <a:lnTo>
                  <a:pt x="8637" y="11151"/>
                </a:lnTo>
                <a:cubicBezTo>
                  <a:pt x="8697" y="11183"/>
                  <a:pt x="8764" y="11200"/>
                  <a:pt x="8831" y="11200"/>
                </a:cubicBezTo>
                <a:lnTo>
                  <a:pt x="8839" y="11200"/>
                </a:lnTo>
                <a:cubicBezTo>
                  <a:pt x="9061" y="11200"/>
                  <a:pt x="9239" y="11022"/>
                  <a:pt x="9239" y="10800"/>
                </a:cubicBezTo>
                <a:cubicBezTo>
                  <a:pt x="9239" y="10751"/>
                  <a:pt x="9231" y="10703"/>
                  <a:pt x="9213" y="10658"/>
                </a:cubicBezTo>
                <a:lnTo>
                  <a:pt x="8652" y="7175"/>
                </a:lnTo>
                <a:lnTo>
                  <a:pt x="11114" y="4659"/>
                </a:lnTo>
                <a:cubicBezTo>
                  <a:pt x="11219" y="4552"/>
                  <a:pt x="11256" y="4395"/>
                  <a:pt x="11209" y="425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99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组合 6"/>
          <p:cNvGrpSpPr/>
          <p:nvPr/>
        </p:nvGrpSpPr>
        <p:grpSpPr>
          <a:xfrm flipH="1">
            <a:off x="6198870" y="2958147"/>
            <a:ext cx="777240" cy="156845"/>
            <a:chOff x="4887865" y="3342962"/>
            <a:chExt cx="713775" cy="156845"/>
          </a:xfrm>
        </p:grpSpPr>
        <p:sp>
          <p:nvSpPr>
            <p:cNvPr id="14" name="平行四边形 13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5" name="平行四边形 14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8" name="Text1"/>
          <p:cNvSpPr txBox="1"/>
          <p:nvPr>
            <p:custDataLst>
              <p:tags r:id="rId2"/>
            </p:custDataLst>
          </p:nvPr>
        </p:nvSpPr>
        <p:spPr>
          <a:xfrm>
            <a:off x="527050" y="3327717"/>
            <a:ext cx="11137900" cy="1350645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1000" b="1" kern="1200" spc="-150">
                <a:solidFill>
                  <a:srgbClr val="8034FF"/>
                </a:solidFill>
                <a:latin typeface="Avenir LT Pro 65 Medium" panose="020B0603020203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6000" spc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字体圈欣意冠黑体" panose="00000500000000000000" charset="-122"/>
                <a:sym typeface="+mn-lt"/>
              </a:rPr>
              <a:t>核心数据模型</a:t>
            </a:r>
          </a:p>
        </p:txBody>
      </p:sp>
      <p:sp>
        <p:nvSpPr>
          <p:cNvPr id="9" name="Text2"/>
          <p:cNvSpPr txBox="1"/>
          <p:nvPr>
            <p:custDataLst>
              <p:tags r:id="rId3"/>
            </p:custDataLst>
          </p:nvPr>
        </p:nvSpPr>
        <p:spPr>
          <a:xfrm>
            <a:off x="528955" y="4815522"/>
            <a:ext cx="11135360" cy="878205"/>
          </a:xfrm>
          <a:prstGeom prst="rect">
            <a:avLst/>
          </a:prstGeom>
          <a:noFill/>
        </p:spPr>
        <p:txBody>
          <a:bodyPr wrap="square" rtlCol="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solidFill>
                  <a:schemeClr val="bg2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Open Sans" panose="020B0606030504020204" pitchFamily="34" charset="0"/>
              </a:rPr>
              <a:t>Core Data Model</a:t>
            </a:r>
          </a:p>
        </p:txBody>
      </p:sp>
      <p:sp>
        <p:nvSpPr>
          <p:cNvPr id="10" name="Text3"/>
          <p:cNvSpPr txBox="1"/>
          <p:nvPr>
            <p:custDataLst>
              <p:tags r:id="rId4"/>
            </p:custDataLst>
          </p:nvPr>
        </p:nvSpPr>
        <p:spPr>
          <a:xfrm>
            <a:off x="5006975" y="1164272"/>
            <a:ext cx="2095500" cy="1833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</a:pPr>
            <a:r>
              <a:rPr lang="en-US" altLang="zh-CN" sz="8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</a:p>
        </p:txBody>
      </p:sp>
      <p:grpSp>
        <p:nvGrpSpPr>
          <p:cNvPr id="11" name="组合 10"/>
          <p:cNvGrpSpPr/>
          <p:nvPr/>
        </p:nvGrpSpPr>
        <p:grpSpPr>
          <a:xfrm>
            <a:off x="5006975" y="2958147"/>
            <a:ext cx="777240" cy="156845"/>
            <a:chOff x="4887865" y="3342962"/>
            <a:chExt cx="713775" cy="156845"/>
          </a:xfrm>
        </p:grpSpPr>
        <p:sp>
          <p:nvSpPr>
            <p:cNvPr id="12" name="平行四边形 11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3" name="平行四边形 12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Shape1"/>
          <p:cNvGrpSpPr/>
          <p:nvPr>
            <p:custDataLst>
              <p:tags r:id="rId2"/>
            </p:custDataLst>
          </p:nvPr>
        </p:nvGrpSpPr>
        <p:grpSpPr>
          <a:xfrm>
            <a:off x="2281776" y="1741863"/>
            <a:ext cx="104172" cy="4478138"/>
            <a:chOff x="4051574" y="1741863"/>
            <a:chExt cx="104172" cy="4478138"/>
          </a:xfrm>
        </p:grpSpPr>
        <p:sp>
          <p:nvSpPr>
            <p:cNvPr id="38" name="椭圆 37"/>
            <p:cNvSpPr/>
            <p:nvPr>
              <p:custDataLst>
                <p:tags r:id="rId38"/>
              </p:custDataLst>
            </p:nvPr>
          </p:nvSpPr>
          <p:spPr>
            <a:xfrm rot="15600000">
              <a:off x="1864591" y="3945444"/>
              <a:ext cx="4478138" cy="70976"/>
            </a:xfrm>
            <a:prstGeom prst="ellipse">
              <a:avLst/>
            </a:prstGeom>
            <a:gradFill flip="none" rotWithShape="1">
              <a:gsLst>
                <a:gs pos="100000">
                  <a:schemeClr val="accent6">
                    <a:alpha val="0"/>
                  </a:schemeClr>
                </a:gs>
                <a:gs pos="0">
                  <a:schemeClr val="accent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7" name="椭圆 36"/>
            <p:cNvSpPr/>
            <p:nvPr>
              <p:custDataLst>
                <p:tags r:id="rId39"/>
              </p:custDataLst>
            </p:nvPr>
          </p:nvSpPr>
          <p:spPr>
            <a:xfrm rot="15600000">
              <a:off x="3096079" y="3928846"/>
              <a:ext cx="2015162" cy="104172"/>
            </a:xfrm>
            <a:prstGeom prst="ellipse">
              <a:avLst/>
            </a:prstGeom>
            <a:gradFill flip="none" rotWithShape="1">
              <a:gsLst>
                <a:gs pos="100000">
                  <a:schemeClr val="accent1">
                    <a:alpha val="0"/>
                  </a:schemeClr>
                </a:gs>
                <a:gs pos="0">
                  <a:schemeClr val="accent1">
                    <a:lumMod val="20000"/>
                    <a:lumOff val="80000"/>
                  </a:schemeClr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4" name="Text1"/>
          <p:cNvSpPr txBox="1"/>
          <p:nvPr>
            <p:custDataLst>
              <p:tags r:id="rId3"/>
            </p:custDataLst>
          </p:nvPr>
        </p:nvSpPr>
        <p:spPr>
          <a:xfrm>
            <a:off x="448759" y="4766542"/>
            <a:ext cx="1733069" cy="1602528"/>
          </a:xfrm>
          <a:prstGeom prst="rect">
            <a:avLst/>
          </a:prstGeom>
        </p:spPr>
        <p:txBody>
          <a:bodyPr wrap="square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该表存储一封邮件的唯一原文，包含正文、发件人、主题、发送时间等固定信息，一封邮件仅会生成一条记录，是邮件数据的核心实体。</a:t>
            </a:r>
          </a:p>
        </p:txBody>
      </p:sp>
      <p:sp>
        <p:nvSpPr>
          <p:cNvPr id="3" name="Text2"/>
          <p:cNvSpPr txBox="1"/>
          <p:nvPr>
            <p:custDataLst>
              <p:tags r:id="rId4"/>
            </p:custDataLst>
          </p:nvPr>
        </p:nvSpPr>
        <p:spPr>
          <a:xfrm>
            <a:off x="286820" y="4366432"/>
            <a:ext cx="2056946" cy="400110"/>
          </a:xfrm>
          <a:prstGeom prst="rect">
            <a:avLst/>
          </a:prstGeom>
        </p:spPr>
        <p:txBody>
          <a:bodyPr wrap="square" anchor="ctr" anchorCtr="1">
            <a:normAutofit fontScale="650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b="1" cap="all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mail_message表设计</a:t>
            </a:r>
          </a:p>
        </p:txBody>
      </p:sp>
      <p:sp>
        <p:nvSpPr>
          <p:cNvPr id="48" name="Shape2"/>
          <p:cNvSpPr>
            <a:spLocks noChangeAspect="1"/>
          </p:cNvSpPr>
          <p:nvPr>
            <p:custDataLst>
              <p:tags r:id="rId5"/>
            </p:custDataLst>
          </p:nvPr>
        </p:nvSpPr>
        <p:spPr bwMode="auto">
          <a:xfrm>
            <a:off x="786021" y="2906721"/>
            <a:ext cx="1058545" cy="1056949"/>
          </a:xfrm>
          <a:custGeom>
            <a:avLst/>
            <a:gdLst>
              <a:gd name="connsiteX0" fmla="*/ 432518 w 608697"/>
              <a:gd name="connsiteY0" fmla="*/ 535450 h 607780"/>
              <a:gd name="connsiteX1" fmla="*/ 441669 w 608697"/>
              <a:gd name="connsiteY1" fmla="*/ 544491 h 607780"/>
              <a:gd name="connsiteX2" fmla="*/ 441669 w 608697"/>
              <a:gd name="connsiteY2" fmla="*/ 598739 h 607780"/>
              <a:gd name="connsiteX3" fmla="*/ 432518 w 608697"/>
              <a:gd name="connsiteY3" fmla="*/ 607780 h 607780"/>
              <a:gd name="connsiteX4" fmla="*/ 423463 w 608697"/>
              <a:gd name="connsiteY4" fmla="*/ 598739 h 607780"/>
              <a:gd name="connsiteX5" fmla="*/ 423463 w 608697"/>
              <a:gd name="connsiteY5" fmla="*/ 544491 h 607780"/>
              <a:gd name="connsiteX6" fmla="*/ 432518 w 608697"/>
              <a:gd name="connsiteY6" fmla="*/ 535450 h 607780"/>
              <a:gd name="connsiteX7" fmla="*/ 383134 w 608697"/>
              <a:gd name="connsiteY7" fmla="*/ 535450 h 607780"/>
              <a:gd name="connsiteX8" fmla="*/ 392202 w 608697"/>
              <a:gd name="connsiteY8" fmla="*/ 544491 h 607780"/>
              <a:gd name="connsiteX9" fmla="*/ 392202 w 608697"/>
              <a:gd name="connsiteY9" fmla="*/ 598739 h 607780"/>
              <a:gd name="connsiteX10" fmla="*/ 383134 w 608697"/>
              <a:gd name="connsiteY10" fmla="*/ 607780 h 607780"/>
              <a:gd name="connsiteX11" fmla="*/ 374067 w 608697"/>
              <a:gd name="connsiteY11" fmla="*/ 598739 h 607780"/>
              <a:gd name="connsiteX12" fmla="*/ 374067 w 608697"/>
              <a:gd name="connsiteY12" fmla="*/ 544491 h 607780"/>
              <a:gd name="connsiteX13" fmla="*/ 383134 w 608697"/>
              <a:gd name="connsiteY13" fmla="*/ 535450 h 607780"/>
              <a:gd name="connsiteX14" fmla="*/ 332764 w 608697"/>
              <a:gd name="connsiteY14" fmla="*/ 535450 h 607780"/>
              <a:gd name="connsiteX15" fmla="*/ 341819 w 608697"/>
              <a:gd name="connsiteY15" fmla="*/ 544491 h 607780"/>
              <a:gd name="connsiteX16" fmla="*/ 341819 w 608697"/>
              <a:gd name="connsiteY16" fmla="*/ 598739 h 607780"/>
              <a:gd name="connsiteX17" fmla="*/ 332764 w 608697"/>
              <a:gd name="connsiteY17" fmla="*/ 607780 h 607780"/>
              <a:gd name="connsiteX18" fmla="*/ 323613 w 608697"/>
              <a:gd name="connsiteY18" fmla="*/ 598739 h 607780"/>
              <a:gd name="connsiteX19" fmla="*/ 323613 w 608697"/>
              <a:gd name="connsiteY19" fmla="*/ 544491 h 607780"/>
              <a:gd name="connsiteX20" fmla="*/ 332764 w 608697"/>
              <a:gd name="connsiteY20" fmla="*/ 535450 h 607780"/>
              <a:gd name="connsiteX21" fmla="*/ 283249 w 608697"/>
              <a:gd name="connsiteY21" fmla="*/ 535450 h 607780"/>
              <a:gd name="connsiteX22" fmla="*/ 292282 w 608697"/>
              <a:gd name="connsiteY22" fmla="*/ 544491 h 607780"/>
              <a:gd name="connsiteX23" fmla="*/ 292282 w 608697"/>
              <a:gd name="connsiteY23" fmla="*/ 598739 h 607780"/>
              <a:gd name="connsiteX24" fmla="*/ 283249 w 608697"/>
              <a:gd name="connsiteY24" fmla="*/ 607780 h 607780"/>
              <a:gd name="connsiteX25" fmla="*/ 274217 w 608697"/>
              <a:gd name="connsiteY25" fmla="*/ 598739 h 607780"/>
              <a:gd name="connsiteX26" fmla="*/ 274217 w 608697"/>
              <a:gd name="connsiteY26" fmla="*/ 544491 h 607780"/>
              <a:gd name="connsiteX27" fmla="*/ 283249 w 608697"/>
              <a:gd name="connsiteY27" fmla="*/ 535450 h 607780"/>
              <a:gd name="connsiteX28" fmla="*/ 237712 w 608697"/>
              <a:gd name="connsiteY28" fmla="*/ 535450 h 607780"/>
              <a:gd name="connsiteX29" fmla="*/ 246767 w 608697"/>
              <a:gd name="connsiteY29" fmla="*/ 544491 h 607780"/>
              <a:gd name="connsiteX30" fmla="*/ 246767 w 608697"/>
              <a:gd name="connsiteY30" fmla="*/ 598739 h 607780"/>
              <a:gd name="connsiteX31" fmla="*/ 237712 w 608697"/>
              <a:gd name="connsiteY31" fmla="*/ 607780 h 607780"/>
              <a:gd name="connsiteX32" fmla="*/ 228561 w 608697"/>
              <a:gd name="connsiteY32" fmla="*/ 598739 h 607780"/>
              <a:gd name="connsiteX33" fmla="*/ 228561 w 608697"/>
              <a:gd name="connsiteY33" fmla="*/ 544491 h 607780"/>
              <a:gd name="connsiteX34" fmla="*/ 237712 w 608697"/>
              <a:gd name="connsiteY34" fmla="*/ 535450 h 607780"/>
              <a:gd name="connsiteX35" fmla="*/ 188175 w 608697"/>
              <a:gd name="connsiteY35" fmla="*/ 535450 h 607780"/>
              <a:gd name="connsiteX36" fmla="*/ 197230 w 608697"/>
              <a:gd name="connsiteY36" fmla="*/ 544491 h 607780"/>
              <a:gd name="connsiteX37" fmla="*/ 197230 w 608697"/>
              <a:gd name="connsiteY37" fmla="*/ 598739 h 607780"/>
              <a:gd name="connsiteX38" fmla="*/ 188175 w 608697"/>
              <a:gd name="connsiteY38" fmla="*/ 607780 h 607780"/>
              <a:gd name="connsiteX39" fmla="*/ 179024 w 608697"/>
              <a:gd name="connsiteY39" fmla="*/ 598739 h 607780"/>
              <a:gd name="connsiteX40" fmla="*/ 179024 w 608697"/>
              <a:gd name="connsiteY40" fmla="*/ 544491 h 607780"/>
              <a:gd name="connsiteX41" fmla="*/ 188175 w 608697"/>
              <a:gd name="connsiteY41" fmla="*/ 535450 h 607780"/>
              <a:gd name="connsiteX42" fmla="*/ 545285 w 608697"/>
              <a:gd name="connsiteY42" fmla="*/ 409985 h 607780"/>
              <a:gd name="connsiteX43" fmla="*/ 599638 w 608697"/>
              <a:gd name="connsiteY43" fmla="*/ 409985 h 607780"/>
              <a:gd name="connsiteX44" fmla="*/ 608697 w 608697"/>
              <a:gd name="connsiteY44" fmla="*/ 419018 h 607780"/>
              <a:gd name="connsiteX45" fmla="*/ 599638 w 608697"/>
              <a:gd name="connsiteY45" fmla="*/ 428050 h 607780"/>
              <a:gd name="connsiteX46" fmla="*/ 545285 w 608697"/>
              <a:gd name="connsiteY46" fmla="*/ 428050 h 607780"/>
              <a:gd name="connsiteX47" fmla="*/ 536226 w 608697"/>
              <a:gd name="connsiteY47" fmla="*/ 419018 h 607780"/>
              <a:gd name="connsiteX48" fmla="*/ 545285 w 608697"/>
              <a:gd name="connsiteY48" fmla="*/ 409985 h 607780"/>
              <a:gd name="connsiteX49" fmla="*/ 9050 w 608697"/>
              <a:gd name="connsiteY49" fmla="*/ 409985 h 607780"/>
              <a:gd name="connsiteX50" fmla="*/ 63350 w 608697"/>
              <a:gd name="connsiteY50" fmla="*/ 409985 h 607780"/>
              <a:gd name="connsiteX51" fmla="*/ 72400 w 608697"/>
              <a:gd name="connsiteY51" fmla="*/ 419018 h 607780"/>
              <a:gd name="connsiteX52" fmla="*/ 63350 w 608697"/>
              <a:gd name="connsiteY52" fmla="*/ 428050 h 607780"/>
              <a:gd name="connsiteX53" fmla="*/ 9050 w 608697"/>
              <a:gd name="connsiteY53" fmla="*/ 428050 h 607780"/>
              <a:gd name="connsiteX54" fmla="*/ 0 w 608697"/>
              <a:gd name="connsiteY54" fmla="*/ 419018 h 607780"/>
              <a:gd name="connsiteX55" fmla="*/ 9050 w 608697"/>
              <a:gd name="connsiteY55" fmla="*/ 409985 h 607780"/>
              <a:gd name="connsiteX56" fmla="*/ 545285 w 608697"/>
              <a:gd name="connsiteY56" fmla="*/ 360519 h 607780"/>
              <a:gd name="connsiteX57" fmla="*/ 599638 w 608697"/>
              <a:gd name="connsiteY57" fmla="*/ 360519 h 607780"/>
              <a:gd name="connsiteX58" fmla="*/ 608697 w 608697"/>
              <a:gd name="connsiteY58" fmla="*/ 369574 h 607780"/>
              <a:gd name="connsiteX59" fmla="*/ 599638 w 608697"/>
              <a:gd name="connsiteY59" fmla="*/ 378725 h 607780"/>
              <a:gd name="connsiteX60" fmla="*/ 545285 w 608697"/>
              <a:gd name="connsiteY60" fmla="*/ 378725 h 607780"/>
              <a:gd name="connsiteX61" fmla="*/ 536226 w 608697"/>
              <a:gd name="connsiteY61" fmla="*/ 369574 h 607780"/>
              <a:gd name="connsiteX62" fmla="*/ 545285 w 608697"/>
              <a:gd name="connsiteY62" fmla="*/ 360519 h 607780"/>
              <a:gd name="connsiteX63" fmla="*/ 9050 w 608697"/>
              <a:gd name="connsiteY63" fmla="*/ 360519 h 607780"/>
              <a:gd name="connsiteX64" fmla="*/ 63350 w 608697"/>
              <a:gd name="connsiteY64" fmla="*/ 360519 h 607780"/>
              <a:gd name="connsiteX65" fmla="*/ 72400 w 608697"/>
              <a:gd name="connsiteY65" fmla="*/ 369574 h 607780"/>
              <a:gd name="connsiteX66" fmla="*/ 63350 w 608697"/>
              <a:gd name="connsiteY66" fmla="*/ 378725 h 607780"/>
              <a:gd name="connsiteX67" fmla="*/ 9050 w 608697"/>
              <a:gd name="connsiteY67" fmla="*/ 378725 h 607780"/>
              <a:gd name="connsiteX68" fmla="*/ 0 w 608697"/>
              <a:gd name="connsiteY68" fmla="*/ 369574 h 607780"/>
              <a:gd name="connsiteX69" fmla="*/ 9050 w 608697"/>
              <a:gd name="connsiteY69" fmla="*/ 360519 h 607780"/>
              <a:gd name="connsiteX70" fmla="*/ 545285 w 608697"/>
              <a:gd name="connsiteY70" fmla="*/ 314933 h 607780"/>
              <a:gd name="connsiteX71" fmla="*/ 599638 w 608697"/>
              <a:gd name="connsiteY71" fmla="*/ 314933 h 607780"/>
              <a:gd name="connsiteX72" fmla="*/ 608697 w 608697"/>
              <a:gd name="connsiteY72" fmla="*/ 324084 h 607780"/>
              <a:gd name="connsiteX73" fmla="*/ 599638 w 608697"/>
              <a:gd name="connsiteY73" fmla="*/ 333139 h 607780"/>
              <a:gd name="connsiteX74" fmla="*/ 545285 w 608697"/>
              <a:gd name="connsiteY74" fmla="*/ 333139 h 607780"/>
              <a:gd name="connsiteX75" fmla="*/ 536226 w 608697"/>
              <a:gd name="connsiteY75" fmla="*/ 324084 h 607780"/>
              <a:gd name="connsiteX76" fmla="*/ 545285 w 608697"/>
              <a:gd name="connsiteY76" fmla="*/ 314933 h 607780"/>
              <a:gd name="connsiteX77" fmla="*/ 9050 w 608697"/>
              <a:gd name="connsiteY77" fmla="*/ 314933 h 607780"/>
              <a:gd name="connsiteX78" fmla="*/ 63350 w 608697"/>
              <a:gd name="connsiteY78" fmla="*/ 314933 h 607780"/>
              <a:gd name="connsiteX79" fmla="*/ 72400 w 608697"/>
              <a:gd name="connsiteY79" fmla="*/ 324084 h 607780"/>
              <a:gd name="connsiteX80" fmla="*/ 63350 w 608697"/>
              <a:gd name="connsiteY80" fmla="*/ 333139 h 607780"/>
              <a:gd name="connsiteX81" fmla="*/ 9050 w 608697"/>
              <a:gd name="connsiteY81" fmla="*/ 333139 h 607780"/>
              <a:gd name="connsiteX82" fmla="*/ 0 w 608697"/>
              <a:gd name="connsiteY82" fmla="*/ 324084 h 607780"/>
              <a:gd name="connsiteX83" fmla="*/ 9050 w 608697"/>
              <a:gd name="connsiteY83" fmla="*/ 314933 h 607780"/>
              <a:gd name="connsiteX84" fmla="*/ 545285 w 608697"/>
              <a:gd name="connsiteY84" fmla="*/ 265608 h 607780"/>
              <a:gd name="connsiteX85" fmla="*/ 599638 w 608697"/>
              <a:gd name="connsiteY85" fmla="*/ 265608 h 607780"/>
              <a:gd name="connsiteX86" fmla="*/ 608697 w 608697"/>
              <a:gd name="connsiteY86" fmla="*/ 274759 h 607780"/>
              <a:gd name="connsiteX87" fmla="*/ 599638 w 608697"/>
              <a:gd name="connsiteY87" fmla="*/ 283814 h 607780"/>
              <a:gd name="connsiteX88" fmla="*/ 545285 w 608697"/>
              <a:gd name="connsiteY88" fmla="*/ 283814 h 607780"/>
              <a:gd name="connsiteX89" fmla="*/ 536226 w 608697"/>
              <a:gd name="connsiteY89" fmla="*/ 274759 h 607780"/>
              <a:gd name="connsiteX90" fmla="*/ 545285 w 608697"/>
              <a:gd name="connsiteY90" fmla="*/ 265608 h 607780"/>
              <a:gd name="connsiteX91" fmla="*/ 9050 w 608697"/>
              <a:gd name="connsiteY91" fmla="*/ 265608 h 607780"/>
              <a:gd name="connsiteX92" fmla="*/ 63350 w 608697"/>
              <a:gd name="connsiteY92" fmla="*/ 265608 h 607780"/>
              <a:gd name="connsiteX93" fmla="*/ 72400 w 608697"/>
              <a:gd name="connsiteY93" fmla="*/ 274759 h 607780"/>
              <a:gd name="connsiteX94" fmla="*/ 63350 w 608697"/>
              <a:gd name="connsiteY94" fmla="*/ 283814 h 607780"/>
              <a:gd name="connsiteX95" fmla="*/ 9050 w 608697"/>
              <a:gd name="connsiteY95" fmla="*/ 283814 h 607780"/>
              <a:gd name="connsiteX96" fmla="*/ 0 w 608697"/>
              <a:gd name="connsiteY96" fmla="*/ 274759 h 607780"/>
              <a:gd name="connsiteX97" fmla="*/ 9050 w 608697"/>
              <a:gd name="connsiteY97" fmla="*/ 265608 h 607780"/>
              <a:gd name="connsiteX98" fmla="*/ 545285 w 608697"/>
              <a:gd name="connsiteY98" fmla="*/ 215295 h 607780"/>
              <a:gd name="connsiteX99" fmla="*/ 599638 w 608697"/>
              <a:gd name="connsiteY99" fmla="*/ 215295 h 607780"/>
              <a:gd name="connsiteX100" fmla="*/ 608697 w 608697"/>
              <a:gd name="connsiteY100" fmla="*/ 224362 h 607780"/>
              <a:gd name="connsiteX101" fmla="*/ 599638 w 608697"/>
              <a:gd name="connsiteY101" fmla="*/ 233430 h 607780"/>
              <a:gd name="connsiteX102" fmla="*/ 545285 w 608697"/>
              <a:gd name="connsiteY102" fmla="*/ 233430 h 607780"/>
              <a:gd name="connsiteX103" fmla="*/ 536226 w 608697"/>
              <a:gd name="connsiteY103" fmla="*/ 224362 h 607780"/>
              <a:gd name="connsiteX104" fmla="*/ 545285 w 608697"/>
              <a:gd name="connsiteY104" fmla="*/ 215295 h 607780"/>
              <a:gd name="connsiteX105" fmla="*/ 9050 w 608697"/>
              <a:gd name="connsiteY105" fmla="*/ 215295 h 607780"/>
              <a:gd name="connsiteX106" fmla="*/ 63350 w 608697"/>
              <a:gd name="connsiteY106" fmla="*/ 215295 h 607780"/>
              <a:gd name="connsiteX107" fmla="*/ 72400 w 608697"/>
              <a:gd name="connsiteY107" fmla="*/ 224362 h 607780"/>
              <a:gd name="connsiteX108" fmla="*/ 63350 w 608697"/>
              <a:gd name="connsiteY108" fmla="*/ 233430 h 607780"/>
              <a:gd name="connsiteX109" fmla="*/ 9050 w 608697"/>
              <a:gd name="connsiteY109" fmla="*/ 233430 h 607780"/>
              <a:gd name="connsiteX110" fmla="*/ 0 w 608697"/>
              <a:gd name="connsiteY110" fmla="*/ 224362 h 607780"/>
              <a:gd name="connsiteX111" fmla="*/ 9050 w 608697"/>
              <a:gd name="connsiteY111" fmla="*/ 215295 h 607780"/>
              <a:gd name="connsiteX112" fmla="*/ 217493 w 608697"/>
              <a:gd name="connsiteY112" fmla="*/ 199054 h 607780"/>
              <a:gd name="connsiteX113" fmla="*/ 217493 w 608697"/>
              <a:gd name="connsiteY113" fmla="*/ 388249 h 607780"/>
              <a:gd name="connsiteX114" fmla="*/ 405197 w 608697"/>
              <a:gd name="connsiteY114" fmla="*/ 388249 h 607780"/>
              <a:gd name="connsiteX115" fmla="*/ 405197 w 608697"/>
              <a:gd name="connsiteY115" fmla="*/ 199054 h 607780"/>
              <a:gd name="connsiteX116" fmla="*/ 545285 w 608697"/>
              <a:gd name="connsiteY116" fmla="*/ 165899 h 607780"/>
              <a:gd name="connsiteX117" fmla="*/ 599638 w 608697"/>
              <a:gd name="connsiteY117" fmla="*/ 165899 h 607780"/>
              <a:gd name="connsiteX118" fmla="*/ 608697 w 608697"/>
              <a:gd name="connsiteY118" fmla="*/ 174918 h 607780"/>
              <a:gd name="connsiteX119" fmla="*/ 599638 w 608697"/>
              <a:gd name="connsiteY119" fmla="*/ 184034 h 607780"/>
              <a:gd name="connsiteX120" fmla="*/ 545285 w 608697"/>
              <a:gd name="connsiteY120" fmla="*/ 184034 h 607780"/>
              <a:gd name="connsiteX121" fmla="*/ 536226 w 608697"/>
              <a:gd name="connsiteY121" fmla="*/ 174918 h 607780"/>
              <a:gd name="connsiteX122" fmla="*/ 545285 w 608697"/>
              <a:gd name="connsiteY122" fmla="*/ 165899 h 607780"/>
              <a:gd name="connsiteX123" fmla="*/ 9050 w 608697"/>
              <a:gd name="connsiteY123" fmla="*/ 165899 h 607780"/>
              <a:gd name="connsiteX124" fmla="*/ 63350 w 608697"/>
              <a:gd name="connsiteY124" fmla="*/ 165899 h 607780"/>
              <a:gd name="connsiteX125" fmla="*/ 72400 w 608697"/>
              <a:gd name="connsiteY125" fmla="*/ 175014 h 607780"/>
              <a:gd name="connsiteX126" fmla="*/ 63350 w 608697"/>
              <a:gd name="connsiteY126" fmla="*/ 184034 h 607780"/>
              <a:gd name="connsiteX127" fmla="*/ 9050 w 608697"/>
              <a:gd name="connsiteY127" fmla="*/ 184034 h 607780"/>
              <a:gd name="connsiteX128" fmla="*/ 0 w 608697"/>
              <a:gd name="connsiteY128" fmla="*/ 175014 h 607780"/>
              <a:gd name="connsiteX129" fmla="*/ 9050 w 608697"/>
              <a:gd name="connsiteY129" fmla="*/ 165899 h 607780"/>
              <a:gd name="connsiteX130" fmla="*/ 191490 w 608697"/>
              <a:gd name="connsiteY130" fmla="*/ 149807 h 607780"/>
              <a:gd name="connsiteX131" fmla="*/ 173577 w 608697"/>
              <a:gd name="connsiteY131" fmla="*/ 167697 h 607780"/>
              <a:gd name="connsiteX132" fmla="*/ 191490 w 608697"/>
              <a:gd name="connsiteY132" fmla="*/ 185588 h 607780"/>
              <a:gd name="connsiteX133" fmla="*/ 209403 w 608697"/>
              <a:gd name="connsiteY133" fmla="*/ 167697 h 607780"/>
              <a:gd name="connsiteX134" fmla="*/ 191490 w 608697"/>
              <a:gd name="connsiteY134" fmla="*/ 149807 h 607780"/>
              <a:gd name="connsiteX135" fmla="*/ 162983 w 608697"/>
              <a:gd name="connsiteY135" fmla="*/ 96040 h 607780"/>
              <a:gd name="connsiteX136" fmla="*/ 457780 w 608697"/>
              <a:gd name="connsiteY136" fmla="*/ 96040 h 607780"/>
              <a:gd name="connsiteX137" fmla="*/ 513928 w 608697"/>
              <a:gd name="connsiteY137" fmla="*/ 152115 h 607780"/>
              <a:gd name="connsiteX138" fmla="*/ 513928 w 608697"/>
              <a:gd name="connsiteY138" fmla="*/ 446634 h 607780"/>
              <a:gd name="connsiteX139" fmla="*/ 457780 w 608697"/>
              <a:gd name="connsiteY139" fmla="*/ 502709 h 607780"/>
              <a:gd name="connsiteX140" fmla="*/ 162983 w 608697"/>
              <a:gd name="connsiteY140" fmla="*/ 502709 h 607780"/>
              <a:gd name="connsiteX141" fmla="*/ 106836 w 608697"/>
              <a:gd name="connsiteY141" fmla="*/ 446634 h 607780"/>
              <a:gd name="connsiteX142" fmla="*/ 106836 w 608697"/>
              <a:gd name="connsiteY142" fmla="*/ 152115 h 607780"/>
              <a:gd name="connsiteX143" fmla="*/ 162983 w 608697"/>
              <a:gd name="connsiteY143" fmla="*/ 96040 h 607780"/>
              <a:gd name="connsiteX144" fmla="*/ 432518 w 608697"/>
              <a:gd name="connsiteY144" fmla="*/ 0 h 607780"/>
              <a:gd name="connsiteX145" fmla="*/ 441669 w 608697"/>
              <a:gd name="connsiteY145" fmla="*/ 9041 h 607780"/>
              <a:gd name="connsiteX146" fmla="*/ 441669 w 608697"/>
              <a:gd name="connsiteY146" fmla="*/ 63289 h 607780"/>
              <a:gd name="connsiteX147" fmla="*/ 432518 w 608697"/>
              <a:gd name="connsiteY147" fmla="*/ 72330 h 607780"/>
              <a:gd name="connsiteX148" fmla="*/ 423463 w 608697"/>
              <a:gd name="connsiteY148" fmla="*/ 63289 h 607780"/>
              <a:gd name="connsiteX149" fmla="*/ 423463 w 608697"/>
              <a:gd name="connsiteY149" fmla="*/ 9041 h 607780"/>
              <a:gd name="connsiteX150" fmla="*/ 432518 w 608697"/>
              <a:gd name="connsiteY150" fmla="*/ 0 h 607780"/>
              <a:gd name="connsiteX151" fmla="*/ 383134 w 608697"/>
              <a:gd name="connsiteY151" fmla="*/ 0 h 607780"/>
              <a:gd name="connsiteX152" fmla="*/ 392202 w 608697"/>
              <a:gd name="connsiteY152" fmla="*/ 9041 h 607780"/>
              <a:gd name="connsiteX153" fmla="*/ 392202 w 608697"/>
              <a:gd name="connsiteY153" fmla="*/ 63289 h 607780"/>
              <a:gd name="connsiteX154" fmla="*/ 383134 w 608697"/>
              <a:gd name="connsiteY154" fmla="*/ 72330 h 607780"/>
              <a:gd name="connsiteX155" fmla="*/ 374067 w 608697"/>
              <a:gd name="connsiteY155" fmla="*/ 63289 h 607780"/>
              <a:gd name="connsiteX156" fmla="*/ 374067 w 608697"/>
              <a:gd name="connsiteY156" fmla="*/ 9041 h 607780"/>
              <a:gd name="connsiteX157" fmla="*/ 383134 w 608697"/>
              <a:gd name="connsiteY157" fmla="*/ 0 h 607780"/>
              <a:gd name="connsiteX158" fmla="*/ 332764 w 608697"/>
              <a:gd name="connsiteY158" fmla="*/ 0 h 607780"/>
              <a:gd name="connsiteX159" fmla="*/ 341819 w 608697"/>
              <a:gd name="connsiteY159" fmla="*/ 9041 h 607780"/>
              <a:gd name="connsiteX160" fmla="*/ 341819 w 608697"/>
              <a:gd name="connsiteY160" fmla="*/ 63289 h 607780"/>
              <a:gd name="connsiteX161" fmla="*/ 332764 w 608697"/>
              <a:gd name="connsiteY161" fmla="*/ 72330 h 607780"/>
              <a:gd name="connsiteX162" fmla="*/ 323613 w 608697"/>
              <a:gd name="connsiteY162" fmla="*/ 63289 h 607780"/>
              <a:gd name="connsiteX163" fmla="*/ 323613 w 608697"/>
              <a:gd name="connsiteY163" fmla="*/ 9041 h 607780"/>
              <a:gd name="connsiteX164" fmla="*/ 332764 w 608697"/>
              <a:gd name="connsiteY164" fmla="*/ 0 h 607780"/>
              <a:gd name="connsiteX165" fmla="*/ 283249 w 608697"/>
              <a:gd name="connsiteY165" fmla="*/ 0 h 607780"/>
              <a:gd name="connsiteX166" fmla="*/ 292282 w 608697"/>
              <a:gd name="connsiteY166" fmla="*/ 9041 h 607780"/>
              <a:gd name="connsiteX167" fmla="*/ 292282 w 608697"/>
              <a:gd name="connsiteY167" fmla="*/ 63289 h 607780"/>
              <a:gd name="connsiteX168" fmla="*/ 283249 w 608697"/>
              <a:gd name="connsiteY168" fmla="*/ 72330 h 607780"/>
              <a:gd name="connsiteX169" fmla="*/ 274217 w 608697"/>
              <a:gd name="connsiteY169" fmla="*/ 63289 h 607780"/>
              <a:gd name="connsiteX170" fmla="*/ 274217 w 608697"/>
              <a:gd name="connsiteY170" fmla="*/ 9041 h 607780"/>
              <a:gd name="connsiteX171" fmla="*/ 283249 w 608697"/>
              <a:gd name="connsiteY171" fmla="*/ 0 h 607780"/>
              <a:gd name="connsiteX172" fmla="*/ 237712 w 608697"/>
              <a:gd name="connsiteY172" fmla="*/ 0 h 607780"/>
              <a:gd name="connsiteX173" fmla="*/ 246767 w 608697"/>
              <a:gd name="connsiteY173" fmla="*/ 9041 h 607780"/>
              <a:gd name="connsiteX174" fmla="*/ 246767 w 608697"/>
              <a:gd name="connsiteY174" fmla="*/ 63289 h 607780"/>
              <a:gd name="connsiteX175" fmla="*/ 237712 w 608697"/>
              <a:gd name="connsiteY175" fmla="*/ 72330 h 607780"/>
              <a:gd name="connsiteX176" fmla="*/ 228561 w 608697"/>
              <a:gd name="connsiteY176" fmla="*/ 63289 h 607780"/>
              <a:gd name="connsiteX177" fmla="*/ 228561 w 608697"/>
              <a:gd name="connsiteY177" fmla="*/ 9041 h 607780"/>
              <a:gd name="connsiteX178" fmla="*/ 237712 w 608697"/>
              <a:gd name="connsiteY178" fmla="*/ 0 h 607780"/>
              <a:gd name="connsiteX179" fmla="*/ 188198 w 608697"/>
              <a:gd name="connsiteY179" fmla="*/ 0 h 607780"/>
              <a:gd name="connsiteX180" fmla="*/ 197231 w 608697"/>
              <a:gd name="connsiteY180" fmla="*/ 9041 h 607780"/>
              <a:gd name="connsiteX181" fmla="*/ 197231 w 608697"/>
              <a:gd name="connsiteY181" fmla="*/ 63289 h 607780"/>
              <a:gd name="connsiteX182" fmla="*/ 188198 w 608697"/>
              <a:gd name="connsiteY182" fmla="*/ 72330 h 607780"/>
              <a:gd name="connsiteX183" fmla="*/ 179166 w 608697"/>
              <a:gd name="connsiteY183" fmla="*/ 63289 h 607780"/>
              <a:gd name="connsiteX184" fmla="*/ 179166 w 608697"/>
              <a:gd name="connsiteY184" fmla="*/ 9041 h 607780"/>
              <a:gd name="connsiteX185" fmla="*/ 188198 w 608697"/>
              <a:gd name="connsiteY185" fmla="*/ 0 h 607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608697" h="607780">
                <a:moveTo>
                  <a:pt x="432518" y="535450"/>
                </a:moveTo>
                <a:cubicBezTo>
                  <a:pt x="437527" y="535450"/>
                  <a:pt x="441669" y="539490"/>
                  <a:pt x="441669" y="544491"/>
                </a:cubicBezTo>
                <a:lnTo>
                  <a:pt x="441669" y="598739"/>
                </a:lnTo>
                <a:cubicBezTo>
                  <a:pt x="441669" y="603741"/>
                  <a:pt x="437527" y="607780"/>
                  <a:pt x="432518" y="607780"/>
                </a:cubicBezTo>
                <a:cubicBezTo>
                  <a:pt x="427509" y="607780"/>
                  <a:pt x="423463" y="603741"/>
                  <a:pt x="423463" y="598739"/>
                </a:cubicBezTo>
                <a:lnTo>
                  <a:pt x="423463" y="544491"/>
                </a:lnTo>
                <a:cubicBezTo>
                  <a:pt x="423463" y="539490"/>
                  <a:pt x="427509" y="535450"/>
                  <a:pt x="432518" y="535450"/>
                </a:cubicBezTo>
                <a:close/>
                <a:moveTo>
                  <a:pt x="383134" y="535450"/>
                </a:moveTo>
                <a:cubicBezTo>
                  <a:pt x="388150" y="535450"/>
                  <a:pt x="392202" y="539490"/>
                  <a:pt x="392202" y="544491"/>
                </a:cubicBezTo>
                <a:lnTo>
                  <a:pt x="392202" y="598739"/>
                </a:lnTo>
                <a:cubicBezTo>
                  <a:pt x="392202" y="603741"/>
                  <a:pt x="388150" y="607780"/>
                  <a:pt x="383134" y="607780"/>
                </a:cubicBezTo>
                <a:cubicBezTo>
                  <a:pt x="378118" y="607780"/>
                  <a:pt x="374067" y="603741"/>
                  <a:pt x="374067" y="598739"/>
                </a:cubicBezTo>
                <a:lnTo>
                  <a:pt x="374067" y="544491"/>
                </a:lnTo>
                <a:cubicBezTo>
                  <a:pt x="374067" y="539490"/>
                  <a:pt x="378118" y="535450"/>
                  <a:pt x="383134" y="535450"/>
                </a:cubicBezTo>
                <a:close/>
                <a:moveTo>
                  <a:pt x="332764" y="535450"/>
                </a:moveTo>
                <a:cubicBezTo>
                  <a:pt x="337773" y="535450"/>
                  <a:pt x="341819" y="539490"/>
                  <a:pt x="341819" y="544491"/>
                </a:cubicBezTo>
                <a:lnTo>
                  <a:pt x="341819" y="598739"/>
                </a:lnTo>
                <a:cubicBezTo>
                  <a:pt x="341819" y="603741"/>
                  <a:pt x="337773" y="607780"/>
                  <a:pt x="332764" y="607780"/>
                </a:cubicBezTo>
                <a:cubicBezTo>
                  <a:pt x="327755" y="607780"/>
                  <a:pt x="323613" y="603741"/>
                  <a:pt x="323613" y="598739"/>
                </a:cubicBezTo>
                <a:lnTo>
                  <a:pt x="323613" y="544491"/>
                </a:lnTo>
                <a:cubicBezTo>
                  <a:pt x="323613" y="539490"/>
                  <a:pt x="327755" y="535450"/>
                  <a:pt x="332764" y="535450"/>
                </a:cubicBezTo>
                <a:close/>
                <a:moveTo>
                  <a:pt x="283249" y="535450"/>
                </a:moveTo>
                <a:cubicBezTo>
                  <a:pt x="288246" y="535450"/>
                  <a:pt x="292282" y="539490"/>
                  <a:pt x="292282" y="544491"/>
                </a:cubicBezTo>
                <a:lnTo>
                  <a:pt x="292282" y="598739"/>
                </a:lnTo>
                <a:cubicBezTo>
                  <a:pt x="292282" y="603741"/>
                  <a:pt x="288246" y="607780"/>
                  <a:pt x="283249" y="607780"/>
                </a:cubicBezTo>
                <a:cubicBezTo>
                  <a:pt x="278253" y="607780"/>
                  <a:pt x="274217" y="603741"/>
                  <a:pt x="274217" y="598739"/>
                </a:cubicBezTo>
                <a:lnTo>
                  <a:pt x="274217" y="544491"/>
                </a:lnTo>
                <a:cubicBezTo>
                  <a:pt x="274217" y="539490"/>
                  <a:pt x="278253" y="535450"/>
                  <a:pt x="283249" y="535450"/>
                </a:cubicBezTo>
                <a:close/>
                <a:moveTo>
                  <a:pt x="237712" y="535450"/>
                </a:moveTo>
                <a:cubicBezTo>
                  <a:pt x="242625" y="535450"/>
                  <a:pt x="246767" y="539490"/>
                  <a:pt x="246767" y="544491"/>
                </a:cubicBezTo>
                <a:lnTo>
                  <a:pt x="246767" y="598739"/>
                </a:lnTo>
                <a:cubicBezTo>
                  <a:pt x="246767" y="603741"/>
                  <a:pt x="242625" y="607780"/>
                  <a:pt x="237712" y="607780"/>
                </a:cubicBezTo>
                <a:cubicBezTo>
                  <a:pt x="232607" y="607780"/>
                  <a:pt x="228561" y="603741"/>
                  <a:pt x="228561" y="598739"/>
                </a:cubicBezTo>
                <a:lnTo>
                  <a:pt x="228561" y="544491"/>
                </a:lnTo>
                <a:cubicBezTo>
                  <a:pt x="228561" y="539490"/>
                  <a:pt x="232607" y="535450"/>
                  <a:pt x="237712" y="535450"/>
                </a:cubicBezTo>
                <a:close/>
                <a:moveTo>
                  <a:pt x="188175" y="535450"/>
                </a:moveTo>
                <a:cubicBezTo>
                  <a:pt x="193184" y="535450"/>
                  <a:pt x="197230" y="539490"/>
                  <a:pt x="197230" y="544491"/>
                </a:cubicBezTo>
                <a:lnTo>
                  <a:pt x="197230" y="598739"/>
                </a:lnTo>
                <a:cubicBezTo>
                  <a:pt x="197230" y="603741"/>
                  <a:pt x="193184" y="607780"/>
                  <a:pt x="188175" y="607780"/>
                </a:cubicBezTo>
                <a:cubicBezTo>
                  <a:pt x="183166" y="607780"/>
                  <a:pt x="179024" y="603741"/>
                  <a:pt x="179024" y="598739"/>
                </a:cubicBezTo>
                <a:lnTo>
                  <a:pt x="179024" y="544491"/>
                </a:lnTo>
                <a:cubicBezTo>
                  <a:pt x="179024" y="539490"/>
                  <a:pt x="183166" y="535450"/>
                  <a:pt x="188175" y="535450"/>
                </a:cubicBezTo>
                <a:close/>
                <a:moveTo>
                  <a:pt x="545285" y="409985"/>
                </a:moveTo>
                <a:lnTo>
                  <a:pt x="599638" y="409985"/>
                </a:lnTo>
                <a:cubicBezTo>
                  <a:pt x="604650" y="409985"/>
                  <a:pt x="608697" y="414021"/>
                  <a:pt x="608697" y="419018"/>
                </a:cubicBezTo>
                <a:cubicBezTo>
                  <a:pt x="608697" y="424014"/>
                  <a:pt x="604650" y="428050"/>
                  <a:pt x="599638" y="428050"/>
                </a:cubicBezTo>
                <a:lnTo>
                  <a:pt x="545285" y="428050"/>
                </a:lnTo>
                <a:cubicBezTo>
                  <a:pt x="540274" y="428050"/>
                  <a:pt x="536226" y="424014"/>
                  <a:pt x="536226" y="419018"/>
                </a:cubicBezTo>
                <a:cubicBezTo>
                  <a:pt x="536226" y="414021"/>
                  <a:pt x="540274" y="409985"/>
                  <a:pt x="545285" y="409985"/>
                </a:cubicBezTo>
                <a:close/>
                <a:moveTo>
                  <a:pt x="9050" y="409985"/>
                </a:moveTo>
                <a:lnTo>
                  <a:pt x="63350" y="409985"/>
                </a:lnTo>
                <a:cubicBezTo>
                  <a:pt x="68356" y="409985"/>
                  <a:pt x="72400" y="414021"/>
                  <a:pt x="72400" y="419018"/>
                </a:cubicBezTo>
                <a:cubicBezTo>
                  <a:pt x="72400" y="424014"/>
                  <a:pt x="68356" y="428050"/>
                  <a:pt x="63350" y="428050"/>
                </a:cubicBezTo>
                <a:lnTo>
                  <a:pt x="9050" y="428050"/>
                </a:lnTo>
                <a:cubicBezTo>
                  <a:pt x="4043" y="428050"/>
                  <a:pt x="0" y="424014"/>
                  <a:pt x="0" y="419018"/>
                </a:cubicBezTo>
                <a:cubicBezTo>
                  <a:pt x="0" y="414021"/>
                  <a:pt x="4043" y="409985"/>
                  <a:pt x="9050" y="409985"/>
                </a:cubicBezTo>
                <a:close/>
                <a:moveTo>
                  <a:pt x="545285" y="360519"/>
                </a:moveTo>
                <a:lnTo>
                  <a:pt x="599638" y="360519"/>
                </a:lnTo>
                <a:cubicBezTo>
                  <a:pt x="604650" y="360519"/>
                  <a:pt x="608697" y="364565"/>
                  <a:pt x="608697" y="369574"/>
                </a:cubicBezTo>
                <a:cubicBezTo>
                  <a:pt x="608697" y="374679"/>
                  <a:pt x="604650" y="378725"/>
                  <a:pt x="599638" y="378725"/>
                </a:cubicBezTo>
                <a:lnTo>
                  <a:pt x="545285" y="378725"/>
                </a:lnTo>
                <a:cubicBezTo>
                  <a:pt x="540274" y="378725"/>
                  <a:pt x="536226" y="374679"/>
                  <a:pt x="536226" y="369574"/>
                </a:cubicBezTo>
                <a:cubicBezTo>
                  <a:pt x="536226" y="364565"/>
                  <a:pt x="540274" y="360519"/>
                  <a:pt x="545285" y="360519"/>
                </a:cubicBezTo>
                <a:close/>
                <a:moveTo>
                  <a:pt x="9050" y="360519"/>
                </a:moveTo>
                <a:lnTo>
                  <a:pt x="63350" y="360519"/>
                </a:lnTo>
                <a:cubicBezTo>
                  <a:pt x="68356" y="360519"/>
                  <a:pt x="72400" y="364565"/>
                  <a:pt x="72400" y="369574"/>
                </a:cubicBezTo>
                <a:cubicBezTo>
                  <a:pt x="72400" y="374679"/>
                  <a:pt x="68356" y="378725"/>
                  <a:pt x="63350" y="378725"/>
                </a:cubicBezTo>
                <a:lnTo>
                  <a:pt x="9050" y="378725"/>
                </a:lnTo>
                <a:cubicBezTo>
                  <a:pt x="4043" y="378725"/>
                  <a:pt x="0" y="374679"/>
                  <a:pt x="0" y="369574"/>
                </a:cubicBezTo>
                <a:cubicBezTo>
                  <a:pt x="0" y="364565"/>
                  <a:pt x="4043" y="360519"/>
                  <a:pt x="9050" y="360519"/>
                </a:cubicBezTo>
                <a:close/>
                <a:moveTo>
                  <a:pt x="545285" y="314933"/>
                </a:moveTo>
                <a:lnTo>
                  <a:pt x="599638" y="314933"/>
                </a:lnTo>
                <a:cubicBezTo>
                  <a:pt x="604650" y="314933"/>
                  <a:pt x="608697" y="319075"/>
                  <a:pt x="608697" y="324084"/>
                </a:cubicBezTo>
                <a:cubicBezTo>
                  <a:pt x="608697" y="328997"/>
                  <a:pt x="604650" y="333139"/>
                  <a:pt x="599638" y="333139"/>
                </a:cubicBezTo>
                <a:lnTo>
                  <a:pt x="545285" y="333139"/>
                </a:lnTo>
                <a:cubicBezTo>
                  <a:pt x="540274" y="333139"/>
                  <a:pt x="536226" y="328997"/>
                  <a:pt x="536226" y="324084"/>
                </a:cubicBezTo>
                <a:cubicBezTo>
                  <a:pt x="536226" y="319075"/>
                  <a:pt x="540274" y="314933"/>
                  <a:pt x="545285" y="314933"/>
                </a:cubicBezTo>
                <a:close/>
                <a:moveTo>
                  <a:pt x="9050" y="314933"/>
                </a:moveTo>
                <a:lnTo>
                  <a:pt x="63350" y="314933"/>
                </a:lnTo>
                <a:cubicBezTo>
                  <a:pt x="68356" y="314933"/>
                  <a:pt x="72400" y="319075"/>
                  <a:pt x="72400" y="324084"/>
                </a:cubicBezTo>
                <a:cubicBezTo>
                  <a:pt x="72400" y="328997"/>
                  <a:pt x="68356" y="333139"/>
                  <a:pt x="63350" y="333139"/>
                </a:cubicBezTo>
                <a:lnTo>
                  <a:pt x="9050" y="333139"/>
                </a:lnTo>
                <a:cubicBezTo>
                  <a:pt x="4043" y="333139"/>
                  <a:pt x="0" y="328997"/>
                  <a:pt x="0" y="324084"/>
                </a:cubicBezTo>
                <a:cubicBezTo>
                  <a:pt x="0" y="319075"/>
                  <a:pt x="4043" y="314933"/>
                  <a:pt x="9050" y="314933"/>
                </a:cubicBezTo>
                <a:close/>
                <a:moveTo>
                  <a:pt x="545285" y="265608"/>
                </a:moveTo>
                <a:lnTo>
                  <a:pt x="599638" y="265608"/>
                </a:lnTo>
                <a:cubicBezTo>
                  <a:pt x="604650" y="265608"/>
                  <a:pt x="608697" y="269654"/>
                  <a:pt x="608697" y="274759"/>
                </a:cubicBezTo>
                <a:cubicBezTo>
                  <a:pt x="608697" y="279768"/>
                  <a:pt x="604650" y="283814"/>
                  <a:pt x="599638" y="283814"/>
                </a:cubicBezTo>
                <a:lnTo>
                  <a:pt x="545285" y="283814"/>
                </a:lnTo>
                <a:cubicBezTo>
                  <a:pt x="540274" y="283814"/>
                  <a:pt x="536226" y="279768"/>
                  <a:pt x="536226" y="274759"/>
                </a:cubicBezTo>
                <a:cubicBezTo>
                  <a:pt x="536226" y="269654"/>
                  <a:pt x="540274" y="265608"/>
                  <a:pt x="545285" y="265608"/>
                </a:cubicBezTo>
                <a:close/>
                <a:moveTo>
                  <a:pt x="9050" y="265608"/>
                </a:moveTo>
                <a:lnTo>
                  <a:pt x="63350" y="265608"/>
                </a:lnTo>
                <a:cubicBezTo>
                  <a:pt x="68356" y="265608"/>
                  <a:pt x="72400" y="269654"/>
                  <a:pt x="72400" y="274759"/>
                </a:cubicBezTo>
                <a:cubicBezTo>
                  <a:pt x="72400" y="279768"/>
                  <a:pt x="68356" y="283814"/>
                  <a:pt x="63350" y="283814"/>
                </a:cubicBezTo>
                <a:lnTo>
                  <a:pt x="9050" y="283814"/>
                </a:lnTo>
                <a:cubicBezTo>
                  <a:pt x="4043" y="283814"/>
                  <a:pt x="0" y="279768"/>
                  <a:pt x="0" y="274759"/>
                </a:cubicBezTo>
                <a:cubicBezTo>
                  <a:pt x="0" y="269654"/>
                  <a:pt x="4043" y="265608"/>
                  <a:pt x="9050" y="265608"/>
                </a:cubicBezTo>
                <a:close/>
                <a:moveTo>
                  <a:pt x="545285" y="215295"/>
                </a:moveTo>
                <a:lnTo>
                  <a:pt x="599638" y="215295"/>
                </a:lnTo>
                <a:cubicBezTo>
                  <a:pt x="604650" y="215295"/>
                  <a:pt x="608697" y="219346"/>
                  <a:pt x="608697" y="224362"/>
                </a:cubicBezTo>
                <a:cubicBezTo>
                  <a:pt x="608697" y="229378"/>
                  <a:pt x="604650" y="233430"/>
                  <a:pt x="599638" y="233430"/>
                </a:cubicBezTo>
                <a:lnTo>
                  <a:pt x="545285" y="233430"/>
                </a:lnTo>
                <a:cubicBezTo>
                  <a:pt x="540274" y="233430"/>
                  <a:pt x="536226" y="229378"/>
                  <a:pt x="536226" y="224362"/>
                </a:cubicBezTo>
                <a:cubicBezTo>
                  <a:pt x="536226" y="219346"/>
                  <a:pt x="540274" y="215295"/>
                  <a:pt x="545285" y="215295"/>
                </a:cubicBezTo>
                <a:close/>
                <a:moveTo>
                  <a:pt x="9050" y="215295"/>
                </a:moveTo>
                <a:lnTo>
                  <a:pt x="63350" y="215295"/>
                </a:lnTo>
                <a:cubicBezTo>
                  <a:pt x="68356" y="215295"/>
                  <a:pt x="72400" y="219346"/>
                  <a:pt x="72400" y="224362"/>
                </a:cubicBezTo>
                <a:cubicBezTo>
                  <a:pt x="72400" y="229378"/>
                  <a:pt x="68356" y="233430"/>
                  <a:pt x="63350" y="233430"/>
                </a:cubicBezTo>
                <a:lnTo>
                  <a:pt x="9050" y="233430"/>
                </a:lnTo>
                <a:cubicBezTo>
                  <a:pt x="4043" y="233430"/>
                  <a:pt x="0" y="229378"/>
                  <a:pt x="0" y="224362"/>
                </a:cubicBezTo>
                <a:cubicBezTo>
                  <a:pt x="0" y="219346"/>
                  <a:pt x="4043" y="215295"/>
                  <a:pt x="9050" y="215295"/>
                </a:cubicBezTo>
                <a:close/>
                <a:moveTo>
                  <a:pt x="217493" y="199054"/>
                </a:moveTo>
                <a:lnTo>
                  <a:pt x="217493" y="388249"/>
                </a:lnTo>
                <a:lnTo>
                  <a:pt x="405197" y="388249"/>
                </a:lnTo>
                <a:lnTo>
                  <a:pt x="405197" y="199054"/>
                </a:lnTo>
                <a:close/>
                <a:moveTo>
                  <a:pt x="545285" y="165899"/>
                </a:moveTo>
                <a:lnTo>
                  <a:pt x="599638" y="165899"/>
                </a:lnTo>
                <a:cubicBezTo>
                  <a:pt x="604650" y="165899"/>
                  <a:pt x="608697" y="170025"/>
                  <a:pt x="608697" y="174918"/>
                </a:cubicBezTo>
                <a:cubicBezTo>
                  <a:pt x="608697" y="179908"/>
                  <a:pt x="604650" y="184034"/>
                  <a:pt x="599638" y="184034"/>
                </a:cubicBezTo>
                <a:lnTo>
                  <a:pt x="545285" y="184034"/>
                </a:lnTo>
                <a:cubicBezTo>
                  <a:pt x="540274" y="184034"/>
                  <a:pt x="536226" y="179908"/>
                  <a:pt x="536226" y="174918"/>
                </a:cubicBezTo>
                <a:cubicBezTo>
                  <a:pt x="536226" y="170025"/>
                  <a:pt x="540274" y="165899"/>
                  <a:pt x="545285" y="165899"/>
                </a:cubicBezTo>
                <a:close/>
                <a:moveTo>
                  <a:pt x="9050" y="165899"/>
                </a:moveTo>
                <a:lnTo>
                  <a:pt x="63350" y="165899"/>
                </a:lnTo>
                <a:cubicBezTo>
                  <a:pt x="68356" y="165899"/>
                  <a:pt x="72400" y="170025"/>
                  <a:pt x="72400" y="175014"/>
                </a:cubicBezTo>
                <a:cubicBezTo>
                  <a:pt x="72400" y="179908"/>
                  <a:pt x="68356" y="184034"/>
                  <a:pt x="63350" y="184034"/>
                </a:cubicBezTo>
                <a:lnTo>
                  <a:pt x="9050" y="184034"/>
                </a:lnTo>
                <a:cubicBezTo>
                  <a:pt x="4043" y="184034"/>
                  <a:pt x="0" y="179908"/>
                  <a:pt x="0" y="175014"/>
                </a:cubicBezTo>
                <a:cubicBezTo>
                  <a:pt x="0" y="170025"/>
                  <a:pt x="4043" y="165899"/>
                  <a:pt x="9050" y="165899"/>
                </a:cubicBezTo>
                <a:close/>
                <a:moveTo>
                  <a:pt x="191490" y="149807"/>
                </a:moveTo>
                <a:cubicBezTo>
                  <a:pt x="181570" y="149807"/>
                  <a:pt x="173577" y="157790"/>
                  <a:pt x="173577" y="167697"/>
                </a:cubicBezTo>
                <a:cubicBezTo>
                  <a:pt x="173577" y="177508"/>
                  <a:pt x="181570" y="185588"/>
                  <a:pt x="191490" y="185588"/>
                </a:cubicBezTo>
                <a:cubicBezTo>
                  <a:pt x="201313" y="185588"/>
                  <a:pt x="209403" y="177508"/>
                  <a:pt x="209403" y="167697"/>
                </a:cubicBezTo>
                <a:cubicBezTo>
                  <a:pt x="209403" y="157790"/>
                  <a:pt x="201313" y="149807"/>
                  <a:pt x="191490" y="149807"/>
                </a:cubicBezTo>
                <a:close/>
                <a:moveTo>
                  <a:pt x="162983" y="96040"/>
                </a:moveTo>
                <a:lnTo>
                  <a:pt x="457780" y="96040"/>
                </a:lnTo>
                <a:cubicBezTo>
                  <a:pt x="488791" y="96040"/>
                  <a:pt x="513928" y="121240"/>
                  <a:pt x="513928" y="152115"/>
                </a:cubicBezTo>
                <a:lnTo>
                  <a:pt x="513928" y="446634"/>
                </a:lnTo>
                <a:cubicBezTo>
                  <a:pt x="513928" y="477509"/>
                  <a:pt x="488791" y="502709"/>
                  <a:pt x="457780" y="502709"/>
                </a:cubicBezTo>
                <a:lnTo>
                  <a:pt x="162983" y="502709"/>
                </a:lnTo>
                <a:cubicBezTo>
                  <a:pt x="131972" y="502709"/>
                  <a:pt x="106836" y="477509"/>
                  <a:pt x="106836" y="446634"/>
                </a:cubicBezTo>
                <a:lnTo>
                  <a:pt x="106836" y="152115"/>
                </a:lnTo>
                <a:cubicBezTo>
                  <a:pt x="106836" y="121240"/>
                  <a:pt x="131972" y="96040"/>
                  <a:pt x="162983" y="96040"/>
                </a:cubicBezTo>
                <a:close/>
                <a:moveTo>
                  <a:pt x="432518" y="0"/>
                </a:moveTo>
                <a:cubicBezTo>
                  <a:pt x="437527" y="0"/>
                  <a:pt x="441669" y="4039"/>
                  <a:pt x="441669" y="9041"/>
                </a:cubicBezTo>
                <a:lnTo>
                  <a:pt x="441669" y="63289"/>
                </a:lnTo>
                <a:cubicBezTo>
                  <a:pt x="441669" y="68290"/>
                  <a:pt x="437527" y="72330"/>
                  <a:pt x="432518" y="72330"/>
                </a:cubicBezTo>
                <a:cubicBezTo>
                  <a:pt x="427605" y="72330"/>
                  <a:pt x="423463" y="68290"/>
                  <a:pt x="423463" y="63289"/>
                </a:cubicBezTo>
                <a:lnTo>
                  <a:pt x="423463" y="9041"/>
                </a:lnTo>
                <a:cubicBezTo>
                  <a:pt x="423463" y="4039"/>
                  <a:pt x="427509" y="0"/>
                  <a:pt x="432518" y="0"/>
                </a:cubicBezTo>
                <a:close/>
                <a:moveTo>
                  <a:pt x="383134" y="0"/>
                </a:moveTo>
                <a:cubicBezTo>
                  <a:pt x="388150" y="0"/>
                  <a:pt x="392202" y="4039"/>
                  <a:pt x="392202" y="9041"/>
                </a:cubicBezTo>
                <a:lnTo>
                  <a:pt x="392202" y="63289"/>
                </a:lnTo>
                <a:cubicBezTo>
                  <a:pt x="392202" y="68290"/>
                  <a:pt x="388150" y="72330"/>
                  <a:pt x="383134" y="72330"/>
                </a:cubicBezTo>
                <a:cubicBezTo>
                  <a:pt x="378118" y="72330"/>
                  <a:pt x="374067" y="68290"/>
                  <a:pt x="374067" y="63289"/>
                </a:cubicBezTo>
                <a:lnTo>
                  <a:pt x="374067" y="9041"/>
                </a:lnTo>
                <a:cubicBezTo>
                  <a:pt x="374067" y="4039"/>
                  <a:pt x="378118" y="0"/>
                  <a:pt x="383134" y="0"/>
                </a:cubicBezTo>
                <a:close/>
                <a:moveTo>
                  <a:pt x="332764" y="0"/>
                </a:moveTo>
                <a:cubicBezTo>
                  <a:pt x="337773" y="0"/>
                  <a:pt x="341819" y="4039"/>
                  <a:pt x="341819" y="9041"/>
                </a:cubicBezTo>
                <a:lnTo>
                  <a:pt x="341819" y="63289"/>
                </a:lnTo>
                <a:cubicBezTo>
                  <a:pt x="341819" y="68290"/>
                  <a:pt x="337773" y="72330"/>
                  <a:pt x="332764" y="72330"/>
                </a:cubicBezTo>
                <a:cubicBezTo>
                  <a:pt x="327755" y="72330"/>
                  <a:pt x="323613" y="68290"/>
                  <a:pt x="323613" y="63289"/>
                </a:cubicBezTo>
                <a:lnTo>
                  <a:pt x="323613" y="9041"/>
                </a:lnTo>
                <a:cubicBezTo>
                  <a:pt x="323613" y="4039"/>
                  <a:pt x="327755" y="0"/>
                  <a:pt x="332764" y="0"/>
                </a:cubicBezTo>
                <a:close/>
                <a:moveTo>
                  <a:pt x="283249" y="0"/>
                </a:moveTo>
                <a:cubicBezTo>
                  <a:pt x="288246" y="0"/>
                  <a:pt x="292282" y="4039"/>
                  <a:pt x="292282" y="9041"/>
                </a:cubicBezTo>
                <a:lnTo>
                  <a:pt x="292282" y="63289"/>
                </a:lnTo>
                <a:cubicBezTo>
                  <a:pt x="292282" y="68290"/>
                  <a:pt x="288246" y="72330"/>
                  <a:pt x="283249" y="72330"/>
                </a:cubicBezTo>
                <a:cubicBezTo>
                  <a:pt x="278253" y="72330"/>
                  <a:pt x="274217" y="68290"/>
                  <a:pt x="274217" y="63289"/>
                </a:cubicBezTo>
                <a:lnTo>
                  <a:pt x="274217" y="9041"/>
                </a:lnTo>
                <a:cubicBezTo>
                  <a:pt x="274217" y="4039"/>
                  <a:pt x="278253" y="0"/>
                  <a:pt x="283249" y="0"/>
                </a:cubicBezTo>
                <a:close/>
                <a:moveTo>
                  <a:pt x="237712" y="0"/>
                </a:moveTo>
                <a:cubicBezTo>
                  <a:pt x="242625" y="0"/>
                  <a:pt x="246767" y="4039"/>
                  <a:pt x="246767" y="9041"/>
                </a:cubicBezTo>
                <a:lnTo>
                  <a:pt x="246767" y="63289"/>
                </a:lnTo>
                <a:cubicBezTo>
                  <a:pt x="246767" y="68290"/>
                  <a:pt x="242625" y="72330"/>
                  <a:pt x="237712" y="72330"/>
                </a:cubicBezTo>
                <a:cubicBezTo>
                  <a:pt x="232607" y="72330"/>
                  <a:pt x="228561" y="68290"/>
                  <a:pt x="228561" y="63289"/>
                </a:cubicBezTo>
                <a:lnTo>
                  <a:pt x="228561" y="9041"/>
                </a:lnTo>
                <a:cubicBezTo>
                  <a:pt x="228561" y="4039"/>
                  <a:pt x="232607" y="0"/>
                  <a:pt x="237712" y="0"/>
                </a:cubicBezTo>
                <a:close/>
                <a:moveTo>
                  <a:pt x="188198" y="0"/>
                </a:moveTo>
                <a:cubicBezTo>
                  <a:pt x="193195" y="0"/>
                  <a:pt x="197231" y="4039"/>
                  <a:pt x="197231" y="9041"/>
                </a:cubicBezTo>
                <a:lnTo>
                  <a:pt x="197231" y="63289"/>
                </a:lnTo>
                <a:cubicBezTo>
                  <a:pt x="197231" y="68290"/>
                  <a:pt x="193195" y="72330"/>
                  <a:pt x="188198" y="72330"/>
                </a:cubicBezTo>
                <a:cubicBezTo>
                  <a:pt x="183202" y="72330"/>
                  <a:pt x="179166" y="68290"/>
                  <a:pt x="179166" y="63289"/>
                </a:cubicBezTo>
                <a:lnTo>
                  <a:pt x="179166" y="9041"/>
                </a:lnTo>
                <a:cubicBezTo>
                  <a:pt x="179166" y="4039"/>
                  <a:pt x="183202" y="0"/>
                  <a:pt x="18819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wrap="square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Shape3"/>
          <p:cNvSpPr/>
          <p:nvPr>
            <p:custDataLst>
              <p:tags r:id="rId6"/>
            </p:custDataLst>
          </p:nvPr>
        </p:nvSpPr>
        <p:spPr>
          <a:xfrm>
            <a:off x="3229110" y="2906721"/>
            <a:ext cx="1059008" cy="1057966"/>
          </a:xfrm>
          <a:custGeom>
            <a:avLst/>
            <a:gdLst>
              <a:gd name="connsiteX0" fmla="*/ 1837373 w 1890117"/>
              <a:gd name="connsiteY0" fmla="*/ 347663 h 1888256"/>
              <a:gd name="connsiteX1" fmla="*/ 956310 w 1890117"/>
              <a:gd name="connsiteY1" fmla="*/ 714375 h 1888256"/>
              <a:gd name="connsiteX2" fmla="*/ 73343 w 1890117"/>
              <a:gd name="connsiteY2" fmla="*/ 347663 h 1888256"/>
              <a:gd name="connsiteX3" fmla="*/ 954405 w 1890117"/>
              <a:gd name="connsiteY3" fmla="*/ 0 h 1888256"/>
              <a:gd name="connsiteX4" fmla="*/ 1837373 w 1890117"/>
              <a:gd name="connsiteY4" fmla="*/ 347663 h 1888256"/>
              <a:gd name="connsiteX5" fmla="*/ 952 w 1890117"/>
              <a:gd name="connsiteY5" fmla="*/ 500063 h 1888256"/>
              <a:gd name="connsiteX6" fmla="*/ 880110 w 1890117"/>
              <a:gd name="connsiteY6" fmla="*/ 874395 h 1888256"/>
              <a:gd name="connsiteX7" fmla="*/ 880110 w 1890117"/>
              <a:gd name="connsiteY7" fmla="*/ 1889756 h 1888256"/>
              <a:gd name="connsiteX8" fmla="*/ 661988 w 1890117"/>
              <a:gd name="connsiteY8" fmla="*/ 1790700 h 1888256"/>
              <a:gd name="connsiteX9" fmla="*/ 442913 w 1890117"/>
              <a:gd name="connsiteY9" fmla="*/ 1693545 h 1888256"/>
              <a:gd name="connsiteX10" fmla="*/ 198120 w 1890117"/>
              <a:gd name="connsiteY10" fmla="*/ 1586865 h 1888256"/>
              <a:gd name="connsiteX11" fmla="*/ 117158 w 1890117"/>
              <a:gd name="connsiteY11" fmla="*/ 1532573 h 1888256"/>
              <a:gd name="connsiteX12" fmla="*/ 54293 w 1890117"/>
              <a:gd name="connsiteY12" fmla="*/ 1458278 h 1888256"/>
              <a:gd name="connsiteX13" fmla="*/ 14287 w 1890117"/>
              <a:gd name="connsiteY13" fmla="*/ 1372553 h 1888256"/>
              <a:gd name="connsiteX14" fmla="*/ 0 w 1890117"/>
              <a:gd name="connsiteY14" fmla="*/ 1283970 h 1888256"/>
              <a:gd name="connsiteX15" fmla="*/ 952 w 1890117"/>
              <a:gd name="connsiteY15" fmla="*/ 500063 h 1888256"/>
              <a:gd name="connsiteX16" fmla="*/ 1891665 w 1890117"/>
              <a:gd name="connsiteY16" fmla="*/ 500063 h 1888256"/>
              <a:gd name="connsiteX17" fmla="*/ 1891665 w 1890117"/>
              <a:gd name="connsiteY17" fmla="*/ 1280160 h 1888256"/>
              <a:gd name="connsiteX18" fmla="*/ 1871666 w 1890117"/>
              <a:gd name="connsiteY18" fmla="*/ 1383983 h 1888256"/>
              <a:gd name="connsiteX19" fmla="*/ 1820228 w 1890117"/>
              <a:gd name="connsiteY19" fmla="*/ 1478280 h 1888256"/>
              <a:gd name="connsiteX20" fmla="*/ 1750695 w 1890117"/>
              <a:gd name="connsiteY20" fmla="*/ 1556385 h 1888256"/>
              <a:gd name="connsiteX21" fmla="*/ 1676400 w 1890117"/>
              <a:gd name="connsiteY21" fmla="*/ 1608773 h 1888256"/>
              <a:gd name="connsiteX22" fmla="*/ 1452563 w 1890117"/>
              <a:gd name="connsiteY22" fmla="*/ 1703070 h 1888256"/>
              <a:gd name="connsiteX23" fmla="*/ 1237298 w 1890117"/>
              <a:gd name="connsiteY23" fmla="*/ 1793558 h 1888256"/>
              <a:gd name="connsiteX24" fmla="*/ 1011555 w 1890117"/>
              <a:gd name="connsiteY24" fmla="*/ 1887859 h 1888256"/>
              <a:gd name="connsiteX25" fmla="*/ 1011555 w 1890117"/>
              <a:gd name="connsiteY25" fmla="*/ 874395 h 1888256"/>
              <a:gd name="connsiteX26" fmla="*/ 1891665 w 1890117"/>
              <a:gd name="connsiteY26" fmla="*/ 500063 h 1888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890117" h="1888256">
                <a:moveTo>
                  <a:pt x="1837373" y="347663"/>
                </a:moveTo>
                <a:lnTo>
                  <a:pt x="956310" y="714375"/>
                </a:lnTo>
                <a:lnTo>
                  <a:pt x="73343" y="347663"/>
                </a:lnTo>
                <a:lnTo>
                  <a:pt x="954405" y="0"/>
                </a:lnTo>
                <a:lnTo>
                  <a:pt x="1837373" y="347663"/>
                </a:lnTo>
                <a:close/>
                <a:moveTo>
                  <a:pt x="952" y="500063"/>
                </a:moveTo>
                <a:lnTo>
                  <a:pt x="880110" y="874395"/>
                </a:lnTo>
                <a:lnTo>
                  <a:pt x="880110" y="1889756"/>
                </a:lnTo>
                <a:cubicBezTo>
                  <a:pt x="810578" y="1858328"/>
                  <a:pt x="737235" y="1824990"/>
                  <a:pt x="661988" y="1790700"/>
                </a:cubicBezTo>
                <a:cubicBezTo>
                  <a:pt x="589598" y="1758315"/>
                  <a:pt x="516255" y="1725930"/>
                  <a:pt x="442913" y="1693545"/>
                </a:cubicBezTo>
                <a:cubicBezTo>
                  <a:pt x="361950" y="1657350"/>
                  <a:pt x="280035" y="1622108"/>
                  <a:pt x="198120" y="1586865"/>
                </a:cubicBezTo>
                <a:cubicBezTo>
                  <a:pt x="168593" y="1573530"/>
                  <a:pt x="140970" y="1554480"/>
                  <a:pt x="117158" y="1532573"/>
                </a:cubicBezTo>
                <a:cubicBezTo>
                  <a:pt x="93345" y="1510665"/>
                  <a:pt x="72390" y="1485900"/>
                  <a:pt x="54293" y="1458278"/>
                </a:cubicBezTo>
                <a:cubicBezTo>
                  <a:pt x="37148" y="1431608"/>
                  <a:pt x="23813" y="1403033"/>
                  <a:pt x="14287" y="1372553"/>
                </a:cubicBezTo>
                <a:cubicBezTo>
                  <a:pt x="4762" y="1343978"/>
                  <a:pt x="0" y="1314450"/>
                  <a:pt x="0" y="1283970"/>
                </a:cubicBezTo>
                <a:lnTo>
                  <a:pt x="952" y="500063"/>
                </a:lnTo>
                <a:close/>
                <a:moveTo>
                  <a:pt x="1891665" y="500063"/>
                </a:moveTo>
                <a:lnTo>
                  <a:pt x="1891665" y="1280160"/>
                </a:lnTo>
                <a:cubicBezTo>
                  <a:pt x="1891665" y="1315403"/>
                  <a:pt x="1885005" y="1350645"/>
                  <a:pt x="1871666" y="1383983"/>
                </a:cubicBezTo>
                <a:cubicBezTo>
                  <a:pt x="1858328" y="1417320"/>
                  <a:pt x="1841183" y="1449705"/>
                  <a:pt x="1820228" y="1478280"/>
                </a:cubicBezTo>
                <a:cubicBezTo>
                  <a:pt x="1800225" y="1506855"/>
                  <a:pt x="1776413" y="1533525"/>
                  <a:pt x="1750695" y="1556385"/>
                </a:cubicBezTo>
                <a:cubicBezTo>
                  <a:pt x="1724978" y="1579245"/>
                  <a:pt x="1700213" y="1596390"/>
                  <a:pt x="1676400" y="1608773"/>
                </a:cubicBezTo>
                <a:cubicBezTo>
                  <a:pt x="1604963" y="1639253"/>
                  <a:pt x="1530668" y="1670685"/>
                  <a:pt x="1452563" y="1703070"/>
                </a:cubicBezTo>
                <a:cubicBezTo>
                  <a:pt x="1381125" y="1733550"/>
                  <a:pt x="1308735" y="1764030"/>
                  <a:pt x="1237298" y="1793558"/>
                </a:cubicBezTo>
                <a:cubicBezTo>
                  <a:pt x="1162050" y="1825943"/>
                  <a:pt x="1086803" y="1857375"/>
                  <a:pt x="1011555" y="1887859"/>
                </a:cubicBezTo>
                <a:lnTo>
                  <a:pt x="1011555" y="874395"/>
                </a:lnTo>
                <a:lnTo>
                  <a:pt x="1891665" y="500063"/>
                </a:ln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wrap="square" rtlCol="0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8" name="Shape4"/>
          <p:cNvGrpSpPr/>
          <p:nvPr>
            <p:custDataLst>
              <p:tags r:id="rId7"/>
            </p:custDataLst>
          </p:nvPr>
        </p:nvGrpSpPr>
        <p:grpSpPr>
          <a:xfrm flipV="1">
            <a:off x="4969410" y="1741863"/>
            <a:ext cx="104172" cy="4478138"/>
            <a:chOff x="4051574" y="1741863"/>
            <a:chExt cx="104172" cy="4478138"/>
          </a:xfrm>
        </p:grpSpPr>
        <p:sp>
          <p:nvSpPr>
            <p:cNvPr id="19" name="椭圆 18"/>
            <p:cNvSpPr/>
            <p:nvPr>
              <p:custDataLst>
                <p:tags r:id="rId36"/>
              </p:custDataLst>
            </p:nvPr>
          </p:nvSpPr>
          <p:spPr>
            <a:xfrm rot="15600000">
              <a:off x="1864591" y="3945444"/>
              <a:ext cx="4478138" cy="70976"/>
            </a:xfrm>
            <a:prstGeom prst="ellipse">
              <a:avLst/>
            </a:prstGeom>
            <a:gradFill flip="none" rotWithShape="1">
              <a:gsLst>
                <a:gs pos="100000">
                  <a:schemeClr val="accent6">
                    <a:alpha val="0"/>
                  </a:schemeClr>
                </a:gs>
                <a:gs pos="0">
                  <a:schemeClr val="accent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椭圆 19"/>
            <p:cNvSpPr/>
            <p:nvPr>
              <p:custDataLst>
                <p:tags r:id="rId37"/>
              </p:custDataLst>
            </p:nvPr>
          </p:nvSpPr>
          <p:spPr>
            <a:xfrm rot="15600000">
              <a:off x="3096079" y="3928846"/>
              <a:ext cx="2015162" cy="104172"/>
            </a:xfrm>
            <a:prstGeom prst="ellipse">
              <a:avLst/>
            </a:prstGeom>
            <a:gradFill flip="none" rotWithShape="1">
              <a:gsLst>
                <a:gs pos="100000">
                  <a:schemeClr val="accent1">
                    <a:alpha val="0"/>
                  </a:schemeClr>
                </a:gs>
                <a:gs pos="0">
                  <a:schemeClr val="accent1">
                    <a:lumMod val="20000"/>
                    <a:lumOff val="80000"/>
                  </a:schemeClr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1" name="Text3"/>
          <p:cNvSpPr txBox="1"/>
          <p:nvPr>
            <p:custDataLst>
              <p:tags r:id="rId8"/>
            </p:custDataLst>
          </p:nvPr>
        </p:nvSpPr>
        <p:spPr>
          <a:xfrm>
            <a:off x="1143000" y="677222"/>
            <a:ext cx="10339938" cy="633187"/>
          </a:xfrm>
          <a:prstGeom prst="rect">
            <a:avLst/>
          </a:prstGeom>
          <a:ln w="3175">
            <a:noFill/>
          </a:ln>
        </p:spPr>
        <p:txBody>
          <a:bodyPr wrap="square" anchor="ctr" anchorCtr="1">
            <a:normAutofit fontScale="975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核心设计：邮件原文与用户视图分离</a:t>
            </a:r>
          </a:p>
        </p:txBody>
      </p:sp>
      <p:sp>
        <p:nvSpPr>
          <p:cNvPr id="9" name="Text4"/>
          <p:cNvSpPr txBox="1"/>
          <p:nvPr>
            <p:custDataLst>
              <p:tags r:id="rId9"/>
            </p:custDataLst>
          </p:nvPr>
        </p:nvSpPr>
        <p:spPr>
          <a:xfrm>
            <a:off x="2892080" y="4766542"/>
            <a:ext cx="1733069" cy="1602528"/>
          </a:xfrm>
          <a:prstGeom prst="rect">
            <a:avLst/>
          </a:prstGeom>
        </p:spPr>
        <p:txBody>
          <a:bodyPr wrap="square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该表存储每个用户对同一封邮件的私有视图，包含所属文件夹、已读未读状态、星标标记、软删除标记、优先级等个性化信息，一封邮件对应N条记录。</a:t>
            </a:r>
          </a:p>
        </p:txBody>
      </p:sp>
      <p:sp>
        <p:nvSpPr>
          <p:cNvPr id="10" name="Text5"/>
          <p:cNvSpPr txBox="1"/>
          <p:nvPr>
            <p:custDataLst>
              <p:tags r:id="rId10"/>
            </p:custDataLst>
          </p:nvPr>
        </p:nvSpPr>
        <p:spPr>
          <a:xfrm>
            <a:off x="2730141" y="4366432"/>
            <a:ext cx="2056946" cy="400110"/>
          </a:xfrm>
          <a:prstGeom prst="rect">
            <a:avLst/>
          </a:prstGeom>
        </p:spPr>
        <p:txBody>
          <a:bodyPr wrap="square" anchor="ctr" anchorCtr="1">
            <a:normAutofit fontScale="65000" lnSpcReduction="2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b="1" cap="all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mailbox_item表设计</a:t>
            </a:r>
          </a:p>
        </p:txBody>
      </p:sp>
      <p:grpSp>
        <p:nvGrpSpPr>
          <p:cNvPr id="14" name="Shape5"/>
          <p:cNvGrpSpPr/>
          <p:nvPr>
            <p:custDataLst>
              <p:tags r:id="rId11"/>
            </p:custDataLst>
          </p:nvPr>
        </p:nvGrpSpPr>
        <p:grpSpPr>
          <a:xfrm>
            <a:off x="7242168" y="1894263"/>
            <a:ext cx="104172" cy="4478138"/>
            <a:chOff x="4051574" y="1741863"/>
            <a:chExt cx="104172" cy="4478138"/>
          </a:xfrm>
        </p:grpSpPr>
        <p:sp>
          <p:nvSpPr>
            <p:cNvPr id="15" name="椭圆 14"/>
            <p:cNvSpPr/>
            <p:nvPr>
              <p:custDataLst>
                <p:tags r:id="rId34"/>
              </p:custDataLst>
            </p:nvPr>
          </p:nvSpPr>
          <p:spPr>
            <a:xfrm rot="15600000">
              <a:off x="1864591" y="3945444"/>
              <a:ext cx="4478138" cy="70976"/>
            </a:xfrm>
            <a:prstGeom prst="ellipse">
              <a:avLst/>
            </a:prstGeom>
            <a:gradFill flip="none" rotWithShape="1">
              <a:gsLst>
                <a:gs pos="100000">
                  <a:schemeClr val="accent6">
                    <a:alpha val="0"/>
                  </a:schemeClr>
                </a:gs>
                <a:gs pos="0">
                  <a:schemeClr val="accent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2" name="椭圆 21"/>
            <p:cNvSpPr/>
            <p:nvPr>
              <p:custDataLst>
                <p:tags r:id="rId35"/>
              </p:custDataLst>
            </p:nvPr>
          </p:nvSpPr>
          <p:spPr>
            <a:xfrm rot="15600000">
              <a:off x="3096079" y="3928846"/>
              <a:ext cx="2015162" cy="104172"/>
            </a:xfrm>
            <a:prstGeom prst="ellipse">
              <a:avLst/>
            </a:prstGeom>
            <a:gradFill flip="none" rotWithShape="1">
              <a:gsLst>
                <a:gs pos="100000">
                  <a:schemeClr val="accent1">
                    <a:alpha val="0"/>
                  </a:schemeClr>
                </a:gs>
                <a:gs pos="0">
                  <a:schemeClr val="accent1">
                    <a:lumMod val="20000"/>
                    <a:lumOff val="80000"/>
                  </a:schemeClr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3" name="Shape6"/>
          <p:cNvSpPr>
            <a:spLocks noChangeAspect="1"/>
          </p:cNvSpPr>
          <p:nvPr>
            <p:custDataLst>
              <p:tags r:id="rId12"/>
            </p:custDataLst>
          </p:nvPr>
        </p:nvSpPr>
        <p:spPr bwMode="auto">
          <a:xfrm>
            <a:off x="7991689" y="2906721"/>
            <a:ext cx="909854" cy="1001878"/>
          </a:xfrm>
          <a:custGeom>
            <a:avLst/>
            <a:gdLst>
              <a:gd name="T0" fmla="*/ 409 w 409"/>
              <a:gd name="T1" fmla="*/ 391 h 451"/>
              <a:gd name="T2" fmla="*/ 409 w 409"/>
              <a:gd name="T3" fmla="*/ 451 h 451"/>
              <a:gd name="T4" fmla="*/ 0 w 409"/>
              <a:gd name="T5" fmla="*/ 451 h 451"/>
              <a:gd name="T6" fmla="*/ 0 w 409"/>
              <a:gd name="T7" fmla="*/ 391 h 451"/>
              <a:gd name="T8" fmla="*/ 54 w 409"/>
              <a:gd name="T9" fmla="*/ 314 h 451"/>
              <a:gd name="T10" fmla="*/ 121 w 409"/>
              <a:gd name="T11" fmla="*/ 282 h 451"/>
              <a:gd name="T12" fmla="*/ 167 w 409"/>
              <a:gd name="T13" fmla="*/ 378 h 451"/>
              <a:gd name="T14" fmla="*/ 190 w 409"/>
              <a:gd name="T15" fmla="*/ 314 h 451"/>
              <a:gd name="T16" fmla="*/ 205 w 409"/>
              <a:gd name="T17" fmla="*/ 316 h 451"/>
              <a:gd name="T18" fmla="*/ 219 w 409"/>
              <a:gd name="T19" fmla="*/ 314 h 451"/>
              <a:gd name="T20" fmla="*/ 241 w 409"/>
              <a:gd name="T21" fmla="*/ 375 h 451"/>
              <a:gd name="T22" fmla="*/ 286 w 409"/>
              <a:gd name="T23" fmla="*/ 281 h 451"/>
              <a:gd name="T24" fmla="*/ 355 w 409"/>
              <a:gd name="T25" fmla="*/ 314 h 451"/>
              <a:gd name="T26" fmla="*/ 409 w 409"/>
              <a:gd name="T27" fmla="*/ 391 h 451"/>
              <a:gd name="T28" fmla="*/ 60 w 409"/>
              <a:gd name="T29" fmla="*/ 181 h 451"/>
              <a:gd name="T30" fmla="*/ 60 w 409"/>
              <a:gd name="T31" fmla="*/ 137 h 451"/>
              <a:gd name="T32" fmla="*/ 70 w 409"/>
              <a:gd name="T33" fmla="*/ 120 h 451"/>
              <a:gd name="T34" fmla="*/ 205 w 409"/>
              <a:gd name="T35" fmla="*/ 0 h 451"/>
              <a:gd name="T36" fmla="*/ 339 w 409"/>
              <a:gd name="T37" fmla="*/ 120 h 451"/>
              <a:gd name="T38" fmla="*/ 349 w 409"/>
              <a:gd name="T39" fmla="*/ 137 h 451"/>
              <a:gd name="T40" fmla="*/ 349 w 409"/>
              <a:gd name="T41" fmla="*/ 181 h 451"/>
              <a:gd name="T42" fmla="*/ 328 w 409"/>
              <a:gd name="T43" fmla="*/ 202 h 451"/>
              <a:gd name="T44" fmla="*/ 307 w 409"/>
              <a:gd name="T45" fmla="*/ 181 h 451"/>
              <a:gd name="T46" fmla="*/ 307 w 409"/>
              <a:gd name="T47" fmla="*/ 172 h 451"/>
              <a:gd name="T48" fmla="*/ 205 w 409"/>
              <a:gd name="T49" fmla="*/ 281 h 451"/>
              <a:gd name="T50" fmla="*/ 102 w 409"/>
              <a:gd name="T51" fmla="*/ 172 h 451"/>
              <a:gd name="T52" fmla="*/ 102 w 409"/>
              <a:gd name="T53" fmla="*/ 181 h 451"/>
              <a:gd name="T54" fmla="*/ 87 w 409"/>
              <a:gd name="T55" fmla="*/ 201 h 451"/>
              <a:gd name="T56" fmla="*/ 140 w 409"/>
              <a:gd name="T57" fmla="*/ 269 h 451"/>
              <a:gd name="T58" fmla="*/ 156 w 409"/>
              <a:gd name="T59" fmla="*/ 271 h 451"/>
              <a:gd name="T60" fmla="*/ 166 w 409"/>
              <a:gd name="T61" fmla="*/ 292 h 451"/>
              <a:gd name="T62" fmla="*/ 143 w 409"/>
              <a:gd name="T63" fmla="*/ 295 h 451"/>
              <a:gd name="T64" fmla="*/ 132 w 409"/>
              <a:gd name="T65" fmla="*/ 280 h 451"/>
              <a:gd name="T66" fmla="*/ 73 w 409"/>
              <a:gd name="T67" fmla="*/ 200 h 451"/>
              <a:gd name="T68" fmla="*/ 60 w 409"/>
              <a:gd name="T69" fmla="*/ 181 h 451"/>
              <a:gd name="T70" fmla="*/ 84 w 409"/>
              <a:gd name="T71" fmla="*/ 115 h 451"/>
              <a:gd name="T72" fmla="*/ 86 w 409"/>
              <a:gd name="T73" fmla="*/ 115 h 451"/>
              <a:gd name="T74" fmla="*/ 89 w 409"/>
              <a:gd name="T75" fmla="*/ 118 h 451"/>
              <a:gd name="T76" fmla="*/ 100 w 409"/>
              <a:gd name="T77" fmla="*/ 128 h 451"/>
              <a:gd name="T78" fmla="*/ 205 w 409"/>
              <a:gd name="T79" fmla="*/ 40 h 451"/>
              <a:gd name="T80" fmla="*/ 309 w 409"/>
              <a:gd name="T81" fmla="*/ 128 h 451"/>
              <a:gd name="T82" fmla="*/ 325 w 409"/>
              <a:gd name="T83" fmla="*/ 117 h 451"/>
              <a:gd name="T84" fmla="*/ 205 w 409"/>
              <a:gd name="T85" fmla="*/ 13 h 451"/>
              <a:gd name="T86" fmla="*/ 84 w 409"/>
              <a:gd name="T87" fmla="*/ 115 h 4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409" h="451">
                <a:moveTo>
                  <a:pt x="409" y="391"/>
                </a:moveTo>
                <a:lnTo>
                  <a:pt x="409" y="451"/>
                </a:lnTo>
                <a:lnTo>
                  <a:pt x="0" y="451"/>
                </a:lnTo>
                <a:lnTo>
                  <a:pt x="0" y="391"/>
                </a:lnTo>
                <a:cubicBezTo>
                  <a:pt x="0" y="363"/>
                  <a:pt x="25" y="328"/>
                  <a:pt x="54" y="314"/>
                </a:cubicBezTo>
                <a:lnTo>
                  <a:pt x="121" y="282"/>
                </a:lnTo>
                <a:lnTo>
                  <a:pt x="167" y="378"/>
                </a:lnTo>
                <a:lnTo>
                  <a:pt x="190" y="314"/>
                </a:lnTo>
                <a:cubicBezTo>
                  <a:pt x="195" y="315"/>
                  <a:pt x="200" y="316"/>
                  <a:pt x="205" y="316"/>
                </a:cubicBezTo>
                <a:cubicBezTo>
                  <a:pt x="209" y="316"/>
                  <a:pt x="214" y="315"/>
                  <a:pt x="219" y="314"/>
                </a:cubicBezTo>
                <a:lnTo>
                  <a:pt x="241" y="375"/>
                </a:lnTo>
                <a:lnTo>
                  <a:pt x="286" y="281"/>
                </a:lnTo>
                <a:lnTo>
                  <a:pt x="355" y="314"/>
                </a:lnTo>
                <a:cubicBezTo>
                  <a:pt x="385" y="328"/>
                  <a:pt x="409" y="363"/>
                  <a:pt x="409" y="391"/>
                </a:cubicBezTo>
                <a:close/>
                <a:moveTo>
                  <a:pt x="60" y="181"/>
                </a:moveTo>
                <a:lnTo>
                  <a:pt x="60" y="137"/>
                </a:lnTo>
                <a:cubicBezTo>
                  <a:pt x="60" y="130"/>
                  <a:pt x="64" y="124"/>
                  <a:pt x="70" y="120"/>
                </a:cubicBezTo>
                <a:cubicBezTo>
                  <a:pt x="78" y="53"/>
                  <a:pt x="135" y="0"/>
                  <a:pt x="205" y="0"/>
                </a:cubicBezTo>
                <a:cubicBezTo>
                  <a:pt x="274" y="0"/>
                  <a:pt x="331" y="53"/>
                  <a:pt x="339" y="120"/>
                </a:cubicBezTo>
                <a:cubicBezTo>
                  <a:pt x="345" y="124"/>
                  <a:pt x="349" y="130"/>
                  <a:pt x="349" y="137"/>
                </a:cubicBezTo>
                <a:lnTo>
                  <a:pt x="349" y="181"/>
                </a:lnTo>
                <a:cubicBezTo>
                  <a:pt x="349" y="192"/>
                  <a:pt x="339" y="202"/>
                  <a:pt x="328" y="202"/>
                </a:cubicBezTo>
                <a:cubicBezTo>
                  <a:pt x="316" y="202"/>
                  <a:pt x="307" y="192"/>
                  <a:pt x="307" y="181"/>
                </a:cubicBezTo>
                <a:lnTo>
                  <a:pt x="307" y="172"/>
                </a:lnTo>
                <a:cubicBezTo>
                  <a:pt x="296" y="228"/>
                  <a:pt x="254" y="281"/>
                  <a:pt x="205" y="281"/>
                </a:cubicBezTo>
                <a:cubicBezTo>
                  <a:pt x="155" y="281"/>
                  <a:pt x="113" y="228"/>
                  <a:pt x="102" y="172"/>
                </a:cubicBezTo>
                <a:lnTo>
                  <a:pt x="102" y="181"/>
                </a:lnTo>
                <a:cubicBezTo>
                  <a:pt x="102" y="190"/>
                  <a:pt x="96" y="198"/>
                  <a:pt x="87" y="201"/>
                </a:cubicBezTo>
                <a:cubicBezTo>
                  <a:pt x="96" y="229"/>
                  <a:pt x="114" y="253"/>
                  <a:pt x="140" y="269"/>
                </a:cubicBezTo>
                <a:cubicBezTo>
                  <a:pt x="144" y="268"/>
                  <a:pt x="150" y="268"/>
                  <a:pt x="156" y="271"/>
                </a:cubicBezTo>
                <a:cubicBezTo>
                  <a:pt x="165" y="276"/>
                  <a:pt x="170" y="285"/>
                  <a:pt x="166" y="292"/>
                </a:cubicBezTo>
                <a:cubicBezTo>
                  <a:pt x="163" y="298"/>
                  <a:pt x="153" y="300"/>
                  <a:pt x="143" y="295"/>
                </a:cubicBezTo>
                <a:cubicBezTo>
                  <a:pt x="137" y="292"/>
                  <a:pt x="132" y="286"/>
                  <a:pt x="132" y="280"/>
                </a:cubicBezTo>
                <a:cubicBezTo>
                  <a:pt x="103" y="261"/>
                  <a:pt x="82" y="233"/>
                  <a:pt x="73" y="200"/>
                </a:cubicBezTo>
                <a:cubicBezTo>
                  <a:pt x="66" y="197"/>
                  <a:pt x="60" y="190"/>
                  <a:pt x="60" y="181"/>
                </a:cubicBezTo>
                <a:close/>
                <a:moveTo>
                  <a:pt x="84" y="115"/>
                </a:moveTo>
                <a:cubicBezTo>
                  <a:pt x="85" y="115"/>
                  <a:pt x="85" y="115"/>
                  <a:pt x="86" y="115"/>
                </a:cubicBezTo>
                <a:cubicBezTo>
                  <a:pt x="88" y="116"/>
                  <a:pt x="89" y="117"/>
                  <a:pt x="89" y="118"/>
                </a:cubicBezTo>
                <a:cubicBezTo>
                  <a:pt x="94" y="120"/>
                  <a:pt x="98" y="124"/>
                  <a:pt x="100" y="128"/>
                </a:cubicBezTo>
                <a:cubicBezTo>
                  <a:pt x="106" y="70"/>
                  <a:pt x="150" y="40"/>
                  <a:pt x="205" y="40"/>
                </a:cubicBezTo>
                <a:cubicBezTo>
                  <a:pt x="259" y="40"/>
                  <a:pt x="303" y="70"/>
                  <a:pt x="309" y="128"/>
                </a:cubicBezTo>
                <a:cubicBezTo>
                  <a:pt x="312" y="122"/>
                  <a:pt x="318" y="118"/>
                  <a:pt x="325" y="117"/>
                </a:cubicBezTo>
                <a:cubicBezTo>
                  <a:pt x="316" y="58"/>
                  <a:pt x="266" y="13"/>
                  <a:pt x="205" y="13"/>
                </a:cubicBezTo>
                <a:cubicBezTo>
                  <a:pt x="144" y="13"/>
                  <a:pt x="94" y="57"/>
                  <a:pt x="84" y="11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wrap="square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24" name="Shape7"/>
          <p:cNvGrpSpPr/>
          <p:nvPr>
            <p:custDataLst>
              <p:tags r:id="rId13"/>
            </p:custDataLst>
          </p:nvPr>
        </p:nvGrpSpPr>
        <p:grpSpPr>
          <a:xfrm flipV="1">
            <a:off x="9782308" y="1894263"/>
            <a:ext cx="104172" cy="4478138"/>
            <a:chOff x="4051574" y="1741863"/>
            <a:chExt cx="104172" cy="4478138"/>
          </a:xfrm>
        </p:grpSpPr>
        <p:sp>
          <p:nvSpPr>
            <p:cNvPr id="25" name="椭圆 24"/>
            <p:cNvSpPr/>
            <p:nvPr>
              <p:custDataLst>
                <p:tags r:id="rId32"/>
              </p:custDataLst>
            </p:nvPr>
          </p:nvSpPr>
          <p:spPr>
            <a:xfrm rot="15600000">
              <a:off x="1864591" y="3945444"/>
              <a:ext cx="4478138" cy="70976"/>
            </a:xfrm>
            <a:prstGeom prst="ellipse">
              <a:avLst/>
            </a:prstGeom>
            <a:gradFill flip="none" rotWithShape="1">
              <a:gsLst>
                <a:gs pos="100000">
                  <a:schemeClr val="accent6">
                    <a:alpha val="0"/>
                  </a:schemeClr>
                </a:gs>
                <a:gs pos="0">
                  <a:schemeClr val="accent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6" name="椭圆 25"/>
            <p:cNvSpPr/>
            <p:nvPr>
              <p:custDataLst>
                <p:tags r:id="rId33"/>
              </p:custDataLst>
            </p:nvPr>
          </p:nvSpPr>
          <p:spPr>
            <a:xfrm rot="15600000">
              <a:off x="3096079" y="3928846"/>
              <a:ext cx="2015162" cy="104172"/>
            </a:xfrm>
            <a:prstGeom prst="ellipse">
              <a:avLst/>
            </a:prstGeom>
            <a:gradFill flip="none" rotWithShape="1">
              <a:gsLst>
                <a:gs pos="100000">
                  <a:schemeClr val="accent1">
                    <a:alpha val="0"/>
                  </a:schemeClr>
                </a:gs>
                <a:gs pos="0">
                  <a:schemeClr val="accent1">
                    <a:lumMod val="20000"/>
                    <a:lumOff val="80000"/>
                  </a:schemeClr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rmAutofit fontScale="25000" lnSpcReduction="2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34" name="Text6"/>
          <p:cNvSpPr txBox="1"/>
          <p:nvPr>
            <p:custDataLst>
              <p:tags r:id="rId14"/>
            </p:custDataLst>
          </p:nvPr>
        </p:nvSpPr>
        <p:spPr>
          <a:xfrm>
            <a:off x="5305899" y="4766543"/>
            <a:ext cx="1733069" cy="1602528"/>
          </a:xfrm>
          <a:prstGeom prst="rect">
            <a:avLst/>
          </a:prstGeom>
        </p:spPr>
        <p:txBody>
          <a:bodyPr wrap="square" anchor="ctr" anchorCtr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单个用户删除邮件只会修改自身的mailbox_item标记，不会删除原始邮件数据，其他用户仍然可以正常查看该邮件，发件人已发送箱也不会受影响，符合多用户邮件场景的逻辑。</a:t>
            </a:r>
          </a:p>
        </p:txBody>
      </p:sp>
      <p:sp>
        <p:nvSpPr>
          <p:cNvPr id="35" name="Text7"/>
          <p:cNvSpPr/>
          <p:nvPr>
            <p:custDataLst>
              <p:tags r:id="rId15"/>
            </p:custDataLst>
          </p:nvPr>
        </p:nvSpPr>
        <p:spPr>
          <a:xfrm>
            <a:off x="5143960" y="4366432"/>
            <a:ext cx="2056946" cy="400110"/>
          </a:xfrm>
          <a:prstGeom prst="rect">
            <a:avLst/>
          </a:prstGeom>
        </p:spPr>
        <p:txBody>
          <a:bodyPr wrap="square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b="1" cap="all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Sub itile3</a:t>
            </a:r>
            <a:endParaRPr lang="zh-CN" altLang="en-US" sz="2000" b="1" cap="all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8"/>
          <p:cNvSpPr txBox="1"/>
          <p:nvPr>
            <p:custDataLst>
              <p:tags r:id="rId16"/>
            </p:custDataLst>
          </p:nvPr>
        </p:nvSpPr>
        <p:spPr>
          <a:xfrm>
            <a:off x="7719718" y="4766542"/>
            <a:ext cx="1733069" cy="1602528"/>
          </a:xfrm>
          <a:prstGeom prst="rect">
            <a:avLst/>
          </a:prstGeom>
        </p:spPr>
        <p:txBody>
          <a:bodyPr wrap="square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邮件附件元信息存储在mail_attachment表，文件实体存储在本地磁盘，与邮件正文分离；用户撰写邮件时选择附件会即时上传为待绑定附件，发送成功后才关联到正式邮件。</a:t>
            </a:r>
          </a:p>
        </p:txBody>
      </p:sp>
      <p:sp>
        <p:nvSpPr>
          <p:cNvPr id="39" name="Text9"/>
          <p:cNvSpPr txBox="1"/>
          <p:nvPr>
            <p:custDataLst>
              <p:tags r:id="rId17"/>
            </p:custDataLst>
          </p:nvPr>
        </p:nvSpPr>
        <p:spPr>
          <a:xfrm>
            <a:off x="7557779" y="4366432"/>
            <a:ext cx="2056946" cy="400110"/>
          </a:xfrm>
          <a:prstGeom prst="rect">
            <a:avLst/>
          </a:prstGeom>
        </p:spPr>
        <p:txBody>
          <a:bodyPr wrap="square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b="1" cap="all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附件存储设计</a:t>
            </a:r>
          </a:p>
        </p:txBody>
      </p:sp>
      <p:sp>
        <p:nvSpPr>
          <p:cNvPr id="40" name="Text10"/>
          <p:cNvSpPr txBox="1"/>
          <p:nvPr>
            <p:custDataLst>
              <p:tags r:id="rId18"/>
            </p:custDataLst>
          </p:nvPr>
        </p:nvSpPr>
        <p:spPr>
          <a:xfrm>
            <a:off x="10153201" y="4766542"/>
            <a:ext cx="1733069" cy="1602528"/>
          </a:xfrm>
          <a:prstGeom prst="rect">
            <a:avLst/>
          </a:prstGeom>
        </p:spPr>
        <p:txBody>
          <a:bodyPr wrap="square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提供两个维度的邮件分类：mailbox_folder存储系统默认导航位置，包括收件箱、已发送、草稿箱等；mail_category支持用户创建私有语义分类，满足个性化整理需求。</a:t>
            </a:r>
          </a:p>
        </p:txBody>
      </p:sp>
      <p:sp>
        <p:nvSpPr>
          <p:cNvPr id="41" name="Text11"/>
          <p:cNvSpPr txBox="1"/>
          <p:nvPr>
            <p:custDataLst>
              <p:tags r:id="rId19"/>
            </p:custDataLst>
          </p:nvPr>
        </p:nvSpPr>
        <p:spPr>
          <a:xfrm>
            <a:off x="9991262" y="4366432"/>
            <a:ext cx="2056946" cy="400110"/>
          </a:xfrm>
          <a:prstGeom prst="rect">
            <a:avLst/>
          </a:prstGeom>
        </p:spPr>
        <p:txBody>
          <a:bodyPr wrap="square" anchor="ctr" anchorCtr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b="1" cap="all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双维度分类设计</a:t>
            </a:r>
          </a:p>
        </p:txBody>
      </p:sp>
      <p:grpSp>
        <p:nvGrpSpPr>
          <p:cNvPr id="73" name="Shape8"/>
          <p:cNvGrpSpPr/>
          <p:nvPr>
            <p:custDataLst>
              <p:tags r:id="rId20"/>
            </p:custDataLst>
          </p:nvPr>
        </p:nvGrpSpPr>
        <p:grpSpPr>
          <a:xfrm>
            <a:off x="5683995" y="2906721"/>
            <a:ext cx="1033172" cy="918374"/>
            <a:chOff x="5683995" y="2906721"/>
            <a:chExt cx="1033172" cy="918374"/>
          </a:xfrm>
        </p:grpSpPr>
        <p:pic>
          <p:nvPicPr>
            <p:cNvPr id="47" name="图形 46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42"/>
            <a:stretch>
              <a:fillRect/>
            </a:stretch>
          </p:blipFill>
          <p:spPr>
            <a:xfrm>
              <a:off x="5683995" y="2906721"/>
              <a:ext cx="1033172" cy="918374"/>
            </a:xfrm>
            <a:prstGeom prst="rect">
              <a:avLst/>
            </a:prstGeom>
          </p:spPr>
        </p:pic>
        <p:pic>
          <p:nvPicPr>
            <p:cNvPr id="52" name="图形 51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5972314" y="3435195"/>
              <a:ext cx="516587" cy="344390"/>
            </a:xfrm>
            <a:prstGeom prst="rect">
              <a:avLst/>
            </a:prstGeom>
          </p:spPr>
        </p:pic>
        <p:grpSp>
          <p:nvGrpSpPr>
            <p:cNvPr id="66" name="组合 65"/>
            <p:cNvGrpSpPr/>
            <p:nvPr/>
          </p:nvGrpSpPr>
          <p:grpSpPr>
            <a:xfrm>
              <a:off x="5920445" y="2983324"/>
              <a:ext cx="638458" cy="343586"/>
              <a:chOff x="7188983" y="3184718"/>
              <a:chExt cx="638458" cy="343586"/>
            </a:xfrm>
            <a:solidFill>
              <a:srgbClr val="FFFFFF"/>
            </a:solidFill>
          </p:grpSpPr>
          <p:sp>
            <p:nvSpPr>
              <p:cNvPr id="62" name="矩形: 圆角 61"/>
              <p:cNvSpPr/>
              <p:nvPr>
                <p:custDataLst>
                  <p:tags r:id="rId28"/>
                </p:custDataLst>
              </p:nvPr>
            </p:nvSpPr>
            <p:spPr>
              <a:xfrm>
                <a:off x="7188983" y="3184718"/>
                <a:ext cx="111750" cy="343586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63" name="矩形: 圆角 62"/>
              <p:cNvSpPr/>
              <p:nvPr>
                <p:custDataLst>
                  <p:tags r:id="rId29"/>
                </p:custDataLst>
              </p:nvPr>
            </p:nvSpPr>
            <p:spPr>
              <a:xfrm>
                <a:off x="7363266" y="3184718"/>
                <a:ext cx="111750" cy="343586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64" name="矩形: 圆角 63"/>
              <p:cNvSpPr/>
              <p:nvPr>
                <p:custDataLst>
                  <p:tags r:id="rId30"/>
                </p:custDataLst>
              </p:nvPr>
            </p:nvSpPr>
            <p:spPr>
              <a:xfrm>
                <a:off x="7537891" y="3184718"/>
                <a:ext cx="111750" cy="343586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65" name="矩形: 圆角 64"/>
              <p:cNvSpPr/>
              <p:nvPr>
                <p:custDataLst>
                  <p:tags r:id="rId31"/>
                </p:custDataLst>
              </p:nvPr>
            </p:nvSpPr>
            <p:spPr>
              <a:xfrm>
                <a:off x="7715691" y="3184718"/>
                <a:ext cx="111750" cy="343586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等线" panose="02010600030101010101" charset="-122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</p:grpSp>
      <p:grpSp>
        <p:nvGrpSpPr>
          <p:cNvPr id="72" name="Shape9"/>
          <p:cNvGrpSpPr/>
          <p:nvPr>
            <p:custDataLst>
              <p:tags r:id="rId21"/>
            </p:custDataLst>
          </p:nvPr>
        </p:nvGrpSpPr>
        <p:grpSpPr>
          <a:xfrm>
            <a:off x="10593282" y="2671658"/>
            <a:ext cx="957860" cy="1236941"/>
            <a:chOff x="7363123" y="1762786"/>
            <a:chExt cx="957860" cy="1236941"/>
          </a:xfrm>
        </p:grpSpPr>
        <p:pic>
          <p:nvPicPr>
            <p:cNvPr id="57" name="图形 56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44"/>
            <a:stretch>
              <a:fillRect/>
            </a:stretch>
          </p:blipFill>
          <p:spPr>
            <a:xfrm>
              <a:off x="7363123" y="1762786"/>
              <a:ext cx="957860" cy="1017726"/>
            </a:xfrm>
            <a:prstGeom prst="rect">
              <a:avLst/>
            </a:prstGeom>
          </p:spPr>
        </p:pic>
        <p:sp>
          <p:nvSpPr>
            <p:cNvPr id="68" name="矩形: 圆角 67"/>
            <p:cNvSpPr/>
            <p:nvPr>
              <p:custDataLst>
                <p:tags r:id="rId23"/>
              </p:custDataLst>
            </p:nvPr>
          </p:nvSpPr>
          <p:spPr>
            <a:xfrm>
              <a:off x="7588999" y="2576766"/>
              <a:ext cx="111750" cy="343586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69" name="矩形: 圆角 68"/>
            <p:cNvSpPr/>
            <p:nvPr>
              <p:custDataLst>
                <p:tags r:id="rId24"/>
              </p:custDataLst>
            </p:nvPr>
          </p:nvSpPr>
          <p:spPr>
            <a:xfrm>
              <a:off x="7763282" y="2656141"/>
              <a:ext cx="111750" cy="343586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70" name="矩形: 圆角 69"/>
            <p:cNvSpPr/>
            <p:nvPr>
              <p:custDataLst>
                <p:tags r:id="rId25"/>
              </p:custDataLst>
            </p:nvPr>
          </p:nvSpPr>
          <p:spPr>
            <a:xfrm>
              <a:off x="7937907" y="2576766"/>
              <a:ext cx="111750" cy="343586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1"/>
          <p:cNvSpPr txBox="1"/>
          <p:nvPr>
            <p:custDataLst>
              <p:tags r:id="rId2"/>
            </p:custDataLst>
          </p:nvPr>
        </p:nvSpPr>
        <p:spPr bwMode="auto">
          <a:xfrm>
            <a:off x="8517870" y="4790440"/>
            <a:ext cx="3115551" cy="143256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>
            <a:normAutofit/>
          </a:bodyPr>
          <a:lstStyle>
            <a:defPPr>
              <a:defRPr lang="zh-CN"/>
            </a:defPPr>
            <a:lvl1pPr marL="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本页配套核心数据模型实体关系图，标注各表核心字段与一对多关系，清晰展示分离设计的结构，体现项目的设计深度，便于理解模型设计思路。</a:t>
            </a:r>
          </a:p>
        </p:txBody>
      </p:sp>
      <p:sp>
        <p:nvSpPr>
          <p:cNvPr id="25" name="Text2"/>
          <p:cNvSpPr txBox="1"/>
          <p:nvPr>
            <p:custDataLst>
              <p:tags r:id="rId3"/>
            </p:custDataLst>
          </p:nvPr>
        </p:nvSpPr>
        <p:spPr bwMode="auto">
          <a:xfrm>
            <a:off x="8530529" y="4222115"/>
            <a:ext cx="3371850" cy="48641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模型关系示意图</a:t>
            </a:r>
          </a:p>
        </p:txBody>
      </p:sp>
      <p:sp>
        <p:nvSpPr>
          <p:cNvPr id="27" name="Text3"/>
          <p:cNvSpPr txBox="1"/>
          <p:nvPr>
            <p:custDataLst>
              <p:tags r:id="rId4"/>
            </p:custDataLst>
          </p:nvPr>
        </p:nvSpPr>
        <p:spPr bwMode="auto">
          <a:xfrm>
            <a:off x="1034395" y="2344420"/>
            <a:ext cx="2926211" cy="143256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>
            <a:normAutofit/>
          </a:bodyPr>
          <a:lstStyle>
            <a:defPPr>
              <a:defRPr lang="zh-CN"/>
            </a:defPPr>
            <a:lvl1pPr marL="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该表存储AI自动分析的结构化结果，包含摘要文本、智能分类结果、垃圾邮件判定、优先级分数、安全风险提示等信息，与邮件一一对应，便于前端快速展示。</a:t>
            </a:r>
          </a:p>
        </p:txBody>
      </p:sp>
      <p:sp>
        <p:nvSpPr>
          <p:cNvPr id="28" name="Text4"/>
          <p:cNvSpPr txBox="1"/>
          <p:nvPr>
            <p:custDataLst>
              <p:tags r:id="rId5"/>
            </p:custDataLst>
          </p:nvPr>
        </p:nvSpPr>
        <p:spPr bwMode="auto">
          <a:xfrm>
            <a:off x="1047054" y="1776095"/>
            <a:ext cx="3371850" cy="48641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ai_analysis_result表</a:t>
            </a:r>
          </a:p>
        </p:txBody>
      </p:sp>
      <p:sp>
        <p:nvSpPr>
          <p:cNvPr id="30" name="Text5"/>
          <p:cNvSpPr txBox="1"/>
          <p:nvPr>
            <p:custDataLst>
              <p:tags r:id="rId6"/>
            </p:custDataLst>
          </p:nvPr>
        </p:nvSpPr>
        <p:spPr bwMode="auto">
          <a:xfrm>
            <a:off x="1034395" y="4790440"/>
            <a:ext cx="3597240" cy="143256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>
            <a:normAutofit/>
          </a:bodyPr>
          <a:lstStyle>
            <a:defPPr>
              <a:defRPr lang="zh-CN"/>
            </a:defPPr>
            <a:lvl1pPr marL="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所有AI相关数据独立存储，不侵入核心邮件业务模型，当AI插件关闭时，核心邮件业务不需要修改任何逻辑，符合可插拔的设计定位，保证架构干净整洁。</a:t>
            </a:r>
          </a:p>
        </p:txBody>
      </p:sp>
      <p:sp>
        <p:nvSpPr>
          <p:cNvPr id="31" name="Text6"/>
          <p:cNvSpPr txBox="1"/>
          <p:nvPr>
            <p:custDataLst>
              <p:tags r:id="rId7"/>
            </p:custDataLst>
          </p:nvPr>
        </p:nvSpPr>
        <p:spPr bwMode="auto">
          <a:xfrm>
            <a:off x="1047054" y="4222115"/>
            <a:ext cx="3371850" cy="48641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模型设计合理性</a:t>
            </a:r>
          </a:p>
        </p:txBody>
      </p:sp>
      <p:sp>
        <p:nvSpPr>
          <p:cNvPr id="33" name="Text7"/>
          <p:cNvSpPr txBox="1"/>
          <p:nvPr>
            <p:custDataLst>
              <p:tags r:id="rId8"/>
            </p:custDataLst>
          </p:nvPr>
        </p:nvSpPr>
        <p:spPr bwMode="auto">
          <a:xfrm>
            <a:off x="8517870" y="2341985"/>
            <a:ext cx="3193682" cy="143256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>
            <a:normAutofit/>
          </a:bodyPr>
          <a:lstStyle>
            <a:defPPr>
              <a:defRPr lang="zh-CN"/>
            </a:defPPr>
            <a:lvl1pPr marL="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6477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6477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分为agent_session和agent_message两张表，分别存储用户与AI的对话会话信息和单条对话内容，支持多轮交互式问答，可追溯历史对话上下文。</a:t>
            </a:r>
          </a:p>
        </p:txBody>
      </p:sp>
      <p:sp>
        <p:nvSpPr>
          <p:cNvPr id="34" name="Text8"/>
          <p:cNvSpPr txBox="1"/>
          <p:nvPr>
            <p:custDataLst>
              <p:tags r:id="rId9"/>
            </p:custDataLst>
          </p:nvPr>
        </p:nvSpPr>
        <p:spPr bwMode="auto">
          <a:xfrm>
            <a:off x="8530529" y="1773660"/>
            <a:ext cx="3371850" cy="48641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1pPr>
            <a:lvl2pPr marL="742950" indent="-28575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2pPr>
            <a:lvl3pPr marL="11430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3pPr>
            <a:lvl4pPr marL="16002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4pPr>
            <a:lvl5pPr marL="2057400" indent="-228600" algn="l" defTabSz="914400" rtl="0" eaLnBrk="0" latinLnBrk="0" hangingPunct="1"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5pPr>
            <a:lvl6pPr marL="25146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6pPr>
            <a:lvl7pPr marL="29718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7pPr>
            <a:lvl8pPr marL="34290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8pPr>
            <a:lvl9pPr marL="3886200" indent="-228600" algn="ctr" defTabSz="8255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sz="2500" b="1" kern="1200">
                <a:solidFill>
                  <a:srgbClr val="FFFFFF"/>
                </a:solidFill>
                <a:latin typeface="Lato" panose="020F0502020204030203" charset="0"/>
                <a:ea typeface="MS PGothic" panose="020B0600070205080204" pitchFamily="34" charset="-128"/>
                <a:cs typeface="+mn-cs"/>
                <a:sym typeface="Lato" panose="020F0502020204030203" charset="0"/>
              </a:defRPr>
            </a:lvl9pPr>
          </a:lstStyle>
          <a:p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对话模型设计</a:t>
            </a:r>
          </a:p>
        </p:txBody>
      </p:sp>
      <p:grpSp>
        <p:nvGrpSpPr>
          <p:cNvPr id="5" name="Shape1"/>
          <p:cNvGrpSpPr/>
          <p:nvPr>
            <p:custDataLst>
              <p:tags r:id="rId10"/>
            </p:custDataLst>
          </p:nvPr>
        </p:nvGrpSpPr>
        <p:grpSpPr>
          <a:xfrm>
            <a:off x="5072604" y="3983362"/>
            <a:ext cx="1954033" cy="1946903"/>
            <a:chOff x="5072604" y="3983362"/>
            <a:chExt cx="1954033" cy="1946903"/>
          </a:xfrm>
        </p:grpSpPr>
        <p:sp>
          <p:nvSpPr>
            <p:cNvPr id="8" name="图形"/>
            <p:cNvSpPr>
              <a:spLocks noChangeArrowheads="1"/>
            </p:cNvSpPr>
            <p:nvPr>
              <p:custDataLst>
                <p:tags r:id="rId33"/>
              </p:custDataLst>
            </p:nvPr>
          </p:nvSpPr>
          <p:spPr bwMode="auto">
            <a:xfrm>
              <a:off x="5072604" y="3983362"/>
              <a:ext cx="1954033" cy="1946903"/>
            </a:xfrm>
            <a:custGeom>
              <a:avLst/>
              <a:gdLst>
                <a:gd name="connsiteX0" fmla="*/ 1158689 w 1447749"/>
                <a:gd name="connsiteY0" fmla="*/ 0 h 1431827"/>
                <a:gd name="connsiteX1" fmla="*/ 1447749 w 1447749"/>
                <a:gd name="connsiteY1" fmla="*/ 289673 h 1431827"/>
                <a:gd name="connsiteX2" fmla="*/ 1216945 w 1447749"/>
                <a:gd name="connsiteY2" fmla="*/ 573461 h 1431827"/>
                <a:gd name="connsiteX3" fmla="*/ 1173716 w 1447749"/>
                <a:gd name="connsiteY3" fmla="*/ 577828 h 1431827"/>
                <a:gd name="connsiteX4" fmla="*/ 1174611 w 1447749"/>
                <a:gd name="connsiteY4" fmla="*/ 578745 h 1431827"/>
                <a:gd name="connsiteX5" fmla="*/ 851926 w 1447749"/>
                <a:gd name="connsiteY5" fmla="*/ 982313 h 1431827"/>
                <a:gd name="connsiteX6" fmla="*/ 849930 w 1447749"/>
                <a:gd name="connsiteY6" fmla="*/ 980270 h 1431827"/>
                <a:gd name="connsiteX7" fmla="*/ 852482 w 1447749"/>
                <a:gd name="connsiteY7" fmla="*/ 1005586 h 1431827"/>
                <a:gd name="connsiteX8" fmla="*/ 426241 w 1447749"/>
                <a:gd name="connsiteY8" fmla="*/ 1431827 h 1431827"/>
                <a:gd name="connsiteX9" fmla="*/ 0 w 1447749"/>
                <a:gd name="connsiteY9" fmla="*/ 1005586 h 1431827"/>
                <a:gd name="connsiteX10" fmla="*/ 426241 w 1447749"/>
                <a:gd name="connsiteY10" fmla="*/ 579345 h 1431827"/>
                <a:gd name="connsiteX11" fmla="*/ 461747 w 1447749"/>
                <a:gd name="connsiteY11" fmla="*/ 582924 h 1431827"/>
                <a:gd name="connsiteX12" fmla="*/ 459311 w 1447749"/>
                <a:gd name="connsiteY12" fmla="*/ 580431 h 1431827"/>
                <a:gd name="connsiteX13" fmla="*/ 870461 w 1447749"/>
                <a:gd name="connsiteY13" fmla="*/ 267013 h 1431827"/>
                <a:gd name="connsiteX14" fmla="*/ 871773 w 1447749"/>
                <a:gd name="connsiteY14" fmla="*/ 268358 h 1431827"/>
                <a:gd name="connsiteX15" fmla="*/ 875502 w 1447749"/>
                <a:gd name="connsiteY15" fmla="*/ 231294 h 1431827"/>
                <a:gd name="connsiteX16" fmla="*/ 1158689 w 1447749"/>
                <a:gd name="connsiteY16" fmla="*/ 0 h 1431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47749" h="1431827">
                  <a:moveTo>
                    <a:pt x="1158689" y="0"/>
                  </a:moveTo>
                  <a:cubicBezTo>
                    <a:pt x="1318332" y="0"/>
                    <a:pt x="1447749" y="129691"/>
                    <a:pt x="1447749" y="289673"/>
                  </a:cubicBezTo>
                  <a:cubicBezTo>
                    <a:pt x="1447749" y="429657"/>
                    <a:pt x="1348664" y="546450"/>
                    <a:pt x="1216945" y="573461"/>
                  </a:cubicBezTo>
                  <a:lnTo>
                    <a:pt x="1173716" y="577828"/>
                  </a:lnTo>
                  <a:lnTo>
                    <a:pt x="1174611" y="578745"/>
                  </a:lnTo>
                  <a:cubicBezTo>
                    <a:pt x="966509" y="590541"/>
                    <a:pt x="835075" y="674793"/>
                    <a:pt x="851926" y="982313"/>
                  </a:cubicBezTo>
                  <a:lnTo>
                    <a:pt x="849930" y="980270"/>
                  </a:lnTo>
                  <a:lnTo>
                    <a:pt x="852482" y="1005586"/>
                  </a:lnTo>
                  <a:cubicBezTo>
                    <a:pt x="852482" y="1240992"/>
                    <a:pt x="661647" y="1431827"/>
                    <a:pt x="426241" y="1431827"/>
                  </a:cubicBezTo>
                  <a:cubicBezTo>
                    <a:pt x="190835" y="1431827"/>
                    <a:pt x="0" y="1240992"/>
                    <a:pt x="0" y="1005586"/>
                  </a:cubicBezTo>
                  <a:cubicBezTo>
                    <a:pt x="0" y="770180"/>
                    <a:pt x="190835" y="579345"/>
                    <a:pt x="426241" y="579345"/>
                  </a:cubicBezTo>
                  <a:lnTo>
                    <a:pt x="461747" y="582924"/>
                  </a:lnTo>
                  <a:lnTo>
                    <a:pt x="459311" y="580431"/>
                  </a:lnTo>
                  <a:cubicBezTo>
                    <a:pt x="765989" y="604864"/>
                    <a:pt x="853611" y="475115"/>
                    <a:pt x="870461" y="267013"/>
                  </a:cubicBezTo>
                  <a:lnTo>
                    <a:pt x="871773" y="268358"/>
                  </a:lnTo>
                  <a:lnTo>
                    <a:pt x="875502" y="231294"/>
                  </a:lnTo>
                  <a:cubicBezTo>
                    <a:pt x="902456" y="99295"/>
                    <a:pt x="1019002" y="0"/>
                    <a:pt x="11586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wrap="square" lIns="121920" tIns="60960" rIns="121920" bIns="60960" numCol="1" anchor="t" anchorCtr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  <p:sp>
          <p:nvSpPr>
            <p:cNvPr id="20" name="图形"/>
            <p:cNvSpPr/>
            <p:nvPr>
              <p:custDataLst>
                <p:tags r:id="rId34"/>
              </p:custDataLst>
            </p:nvPr>
          </p:nvSpPr>
          <p:spPr>
            <a:xfrm>
              <a:off x="5168378" y="4896581"/>
              <a:ext cx="919810" cy="926819"/>
            </a:xfrm>
            <a:prstGeom prst="ellipse">
              <a:avLst/>
            </a:pr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</p:grpSp>
      <p:grpSp>
        <p:nvGrpSpPr>
          <p:cNvPr id="4" name="Shape2"/>
          <p:cNvGrpSpPr/>
          <p:nvPr>
            <p:custDataLst>
              <p:tags r:id="rId11"/>
            </p:custDataLst>
          </p:nvPr>
        </p:nvGrpSpPr>
        <p:grpSpPr>
          <a:xfrm>
            <a:off x="6336940" y="3045533"/>
            <a:ext cx="1932178" cy="1968924"/>
            <a:chOff x="6336940" y="3045533"/>
            <a:chExt cx="1932178" cy="1968924"/>
          </a:xfrm>
        </p:grpSpPr>
        <p:sp>
          <p:nvSpPr>
            <p:cNvPr id="15" name="图形"/>
            <p:cNvSpPr>
              <a:spLocks noChangeArrowheads="1"/>
            </p:cNvSpPr>
            <p:nvPr>
              <p:custDataLst>
                <p:tags r:id="rId31"/>
              </p:custDataLst>
            </p:nvPr>
          </p:nvSpPr>
          <p:spPr bwMode="auto">
            <a:xfrm>
              <a:off x="6336940" y="3045533"/>
              <a:ext cx="1932178" cy="1968924"/>
            </a:xfrm>
            <a:custGeom>
              <a:avLst/>
              <a:gdLst>
                <a:gd name="connsiteX0" fmla="*/ 289673 w 1431827"/>
                <a:gd name="connsiteY0" fmla="*/ 0 h 1447749"/>
                <a:gd name="connsiteX1" fmla="*/ 573461 w 1431827"/>
                <a:gd name="connsiteY1" fmla="*/ 231294 h 1447749"/>
                <a:gd name="connsiteX2" fmla="*/ 577802 w 1431827"/>
                <a:gd name="connsiteY2" fmla="*/ 274359 h 1447749"/>
                <a:gd name="connsiteX3" fmla="*/ 579053 w 1431827"/>
                <a:gd name="connsiteY3" fmla="*/ 273136 h 1447749"/>
                <a:gd name="connsiteX4" fmla="*/ 981089 w 1431827"/>
                <a:gd name="connsiteY4" fmla="*/ 596664 h 1447749"/>
                <a:gd name="connsiteX5" fmla="*/ 978477 w 1431827"/>
                <a:gd name="connsiteY5" fmla="*/ 599220 h 1447749"/>
                <a:gd name="connsiteX6" fmla="*/ 1005586 w 1431827"/>
                <a:gd name="connsiteY6" fmla="*/ 596491 h 1447749"/>
                <a:gd name="connsiteX7" fmla="*/ 1431827 w 1431827"/>
                <a:gd name="connsiteY7" fmla="*/ 1022120 h 1447749"/>
                <a:gd name="connsiteX8" fmla="*/ 1005586 w 1431827"/>
                <a:gd name="connsiteY8" fmla="*/ 1447749 h 1447749"/>
                <a:gd name="connsiteX9" fmla="*/ 579345 w 1431827"/>
                <a:gd name="connsiteY9" fmla="*/ 1022120 h 1447749"/>
                <a:gd name="connsiteX10" fmla="*/ 582966 w 1431827"/>
                <a:gd name="connsiteY10" fmla="*/ 986254 h 1447749"/>
                <a:gd name="connsiteX11" fmla="*/ 580736 w 1431827"/>
                <a:gd name="connsiteY11" fmla="*/ 988436 h 1447749"/>
                <a:gd name="connsiteX12" fmla="*/ 267013 w 1431827"/>
                <a:gd name="connsiteY12" fmla="*/ 578128 h 1447749"/>
                <a:gd name="connsiteX13" fmla="*/ 268002 w 1431827"/>
                <a:gd name="connsiteY13" fmla="*/ 577161 h 1447749"/>
                <a:gd name="connsiteX14" fmla="*/ 231294 w 1431827"/>
                <a:gd name="connsiteY14" fmla="*/ 573461 h 1447749"/>
                <a:gd name="connsiteX15" fmla="*/ 0 w 1431827"/>
                <a:gd name="connsiteY15" fmla="*/ 289673 h 1447749"/>
                <a:gd name="connsiteX16" fmla="*/ 289673 w 1431827"/>
                <a:gd name="connsiteY16" fmla="*/ 0 h 144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1827" h="1447749">
                  <a:moveTo>
                    <a:pt x="289673" y="0"/>
                  </a:moveTo>
                  <a:cubicBezTo>
                    <a:pt x="429657" y="0"/>
                    <a:pt x="546450" y="99295"/>
                    <a:pt x="573461" y="231294"/>
                  </a:cubicBezTo>
                  <a:lnTo>
                    <a:pt x="577802" y="274359"/>
                  </a:lnTo>
                  <a:lnTo>
                    <a:pt x="579053" y="273136"/>
                  </a:lnTo>
                  <a:cubicBezTo>
                    <a:pt x="589988" y="482081"/>
                    <a:pt x="674937" y="613514"/>
                    <a:pt x="981089" y="596664"/>
                  </a:cubicBezTo>
                  <a:lnTo>
                    <a:pt x="978477" y="599220"/>
                  </a:lnTo>
                  <a:lnTo>
                    <a:pt x="1005586" y="596491"/>
                  </a:lnTo>
                  <a:cubicBezTo>
                    <a:pt x="1240992" y="596491"/>
                    <a:pt x="1431827" y="787052"/>
                    <a:pt x="1431827" y="1022120"/>
                  </a:cubicBezTo>
                  <a:cubicBezTo>
                    <a:pt x="1431827" y="1257188"/>
                    <a:pt x="1240992" y="1447749"/>
                    <a:pt x="1005586" y="1447749"/>
                  </a:cubicBezTo>
                  <a:cubicBezTo>
                    <a:pt x="770180" y="1447749"/>
                    <a:pt x="579345" y="1257188"/>
                    <a:pt x="579345" y="1022120"/>
                  </a:cubicBezTo>
                  <a:lnTo>
                    <a:pt x="582966" y="986254"/>
                  </a:lnTo>
                  <a:lnTo>
                    <a:pt x="580736" y="988436"/>
                  </a:lnTo>
                  <a:cubicBezTo>
                    <a:pt x="604286" y="681759"/>
                    <a:pt x="475600" y="594979"/>
                    <a:pt x="267013" y="578128"/>
                  </a:cubicBezTo>
                  <a:lnTo>
                    <a:pt x="268002" y="577161"/>
                  </a:lnTo>
                  <a:lnTo>
                    <a:pt x="231294" y="573461"/>
                  </a:lnTo>
                  <a:cubicBezTo>
                    <a:pt x="99294" y="546450"/>
                    <a:pt x="0" y="429657"/>
                    <a:pt x="0" y="289673"/>
                  </a:cubicBezTo>
                  <a:cubicBezTo>
                    <a:pt x="0" y="129691"/>
                    <a:pt x="129691" y="0"/>
                    <a:pt x="2896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wrap="square" lIns="121920" tIns="60960" rIns="121920" bIns="60960" numCol="1" anchor="t" anchorCtr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  <p:sp>
          <p:nvSpPr>
            <p:cNvPr id="19" name="图形"/>
            <p:cNvSpPr/>
            <p:nvPr>
              <p:custDataLst>
                <p:tags r:id="rId32"/>
              </p:custDataLst>
            </p:nvPr>
          </p:nvSpPr>
          <p:spPr>
            <a:xfrm>
              <a:off x="7231038" y="3969761"/>
              <a:ext cx="919810" cy="926819"/>
            </a:xfrm>
            <a:prstGeom prst="ellipse">
              <a:avLst/>
            </a:pr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</p:grpSp>
      <p:grpSp>
        <p:nvGrpSpPr>
          <p:cNvPr id="2" name="Shape3"/>
          <p:cNvGrpSpPr/>
          <p:nvPr>
            <p:custDataLst>
              <p:tags r:id="rId12"/>
            </p:custDataLst>
          </p:nvPr>
        </p:nvGrpSpPr>
        <p:grpSpPr>
          <a:xfrm>
            <a:off x="4044166" y="2664053"/>
            <a:ext cx="1930893" cy="1968924"/>
            <a:chOff x="4044166" y="2664053"/>
            <a:chExt cx="1930893" cy="1968924"/>
          </a:xfrm>
        </p:grpSpPr>
        <p:sp>
          <p:nvSpPr>
            <p:cNvPr id="7" name="图形"/>
            <p:cNvSpPr>
              <a:spLocks noChangeArrowheads="1"/>
            </p:cNvSpPr>
            <p:nvPr>
              <p:custDataLst>
                <p:tags r:id="rId29"/>
              </p:custDataLst>
            </p:nvPr>
          </p:nvSpPr>
          <p:spPr bwMode="auto">
            <a:xfrm>
              <a:off x="4044166" y="2664053"/>
              <a:ext cx="1930893" cy="1968924"/>
            </a:xfrm>
            <a:custGeom>
              <a:avLst/>
              <a:gdLst>
                <a:gd name="connsiteX0" fmla="*/ 426241 w 1430601"/>
                <a:gd name="connsiteY0" fmla="*/ 0 h 1447750"/>
                <a:gd name="connsiteX1" fmla="*/ 852482 w 1430601"/>
                <a:gd name="connsiteY1" fmla="*/ 426241 h 1447750"/>
                <a:gd name="connsiteX2" fmla="*/ 849018 w 1430601"/>
                <a:gd name="connsiteY2" fmla="*/ 460604 h 1447750"/>
                <a:gd name="connsiteX3" fmla="*/ 850338 w 1430601"/>
                <a:gd name="connsiteY3" fmla="*/ 459311 h 1447750"/>
                <a:gd name="connsiteX4" fmla="*/ 1163588 w 1430601"/>
                <a:gd name="connsiteY4" fmla="*/ 869619 h 1447750"/>
                <a:gd name="connsiteX5" fmla="*/ 1162650 w 1430601"/>
                <a:gd name="connsiteY5" fmla="*/ 870537 h 1447750"/>
                <a:gd name="connsiteX6" fmla="*/ 1199797 w 1430601"/>
                <a:gd name="connsiteY6" fmla="*/ 874289 h 1447750"/>
                <a:gd name="connsiteX7" fmla="*/ 1430601 w 1430601"/>
                <a:gd name="connsiteY7" fmla="*/ 1158077 h 1447750"/>
                <a:gd name="connsiteX8" fmla="*/ 1141541 w 1430601"/>
                <a:gd name="connsiteY8" fmla="*/ 1447750 h 1447750"/>
                <a:gd name="connsiteX9" fmla="*/ 858354 w 1430601"/>
                <a:gd name="connsiteY9" fmla="*/ 1216456 h 1447750"/>
                <a:gd name="connsiteX10" fmla="*/ 853954 w 1430601"/>
                <a:gd name="connsiteY10" fmla="*/ 1172720 h 1447750"/>
                <a:gd name="connsiteX11" fmla="*/ 852022 w 1430601"/>
                <a:gd name="connsiteY11" fmla="*/ 1174611 h 1447750"/>
                <a:gd name="connsiteX12" fmla="*/ 449512 w 1430601"/>
                <a:gd name="connsiteY12" fmla="*/ 851925 h 1447750"/>
                <a:gd name="connsiteX13" fmla="*/ 451548 w 1430601"/>
                <a:gd name="connsiteY13" fmla="*/ 849931 h 1447750"/>
                <a:gd name="connsiteX14" fmla="*/ 426241 w 1430601"/>
                <a:gd name="connsiteY14" fmla="*/ 852482 h 1447750"/>
                <a:gd name="connsiteX15" fmla="*/ 0 w 1430601"/>
                <a:gd name="connsiteY15" fmla="*/ 426241 h 1447750"/>
                <a:gd name="connsiteX16" fmla="*/ 426241 w 1430601"/>
                <a:gd name="connsiteY16" fmla="*/ 0 h 144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0601" h="1447750">
                  <a:moveTo>
                    <a:pt x="426241" y="0"/>
                  </a:moveTo>
                  <a:cubicBezTo>
                    <a:pt x="661647" y="0"/>
                    <a:pt x="852482" y="190835"/>
                    <a:pt x="852482" y="426241"/>
                  </a:cubicBezTo>
                  <a:lnTo>
                    <a:pt x="849018" y="460604"/>
                  </a:lnTo>
                  <a:lnTo>
                    <a:pt x="850338" y="459311"/>
                  </a:lnTo>
                  <a:cubicBezTo>
                    <a:pt x="825917" y="765988"/>
                    <a:pt x="955597" y="853611"/>
                    <a:pt x="1163588" y="869619"/>
                  </a:cubicBezTo>
                  <a:lnTo>
                    <a:pt x="1162650" y="870537"/>
                  </a:lnTo>
                  <a:lnTo>
                    <a:pt x="1199797" y="874289"/>
                  </a:lnTo>
                  <a:cubicBezTo>
                    <a:pt x="1331516" y="901300"/>
                    <a:pt x="1430601" y="1018093"/>
                    <a:pt x="1430601" y="1158077"/>
                  </a:cubicBezTo>
                  <a:cubicBezTo>
                    <a:pt x="1430601" y="1318059"/>
                    <a:pt x="1301184" y="1447750"/>
                    <a:pt x="1141541" y="1447750"/>
                  </a:cubicBezTo>
                  <a:cubicBezTo>
                    <a:pt x="1001854" y="1447750"/>
                    <a:pt x="885308" y="1348455"/>
                    <a:pt x="858354" y="1216456"/>
                  </a:cubicBezTo>
                  <a:lnTo>
                    <a:pt x="853954" y="1172720"/>
                  </a:lnTo>
                  <a:lnTo>
                    <a:pt x="852022" y="1174611"/>
                  </a:lnTo>
                  <a:cubicBezTo>
                    <a:pt x="840233" y="965666"/>
                    <a:pt x="756026" y="834233"/>
                    <a:pt x="449512" y="851925"/>
                  </a:cubicBezTo>
                  <a:lnTo>
                    <a:pt x="451548" y="849931"/>
                  </a:lnTo>
                  <a:lnTo>
                    <a:pt x="426241" y="852482"/>
                  </a:lnTo>
                  <a:cubicBezTo>
                    <a:pt x="190835" y="852482"/>
                    <a:pt x="0" y="661647"/>
                    <a:pt x="0" y="426241"/>
                  </a:cubicBezTo>
                  <a:cubicBezTo>
                    <a:pt x="0" y="190835"/>
                    <a:pt x="190835" y="0"/>
                    <a:pt x="42624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wrap="square" lIns="121920" tIns="60960" rIns="121920" bIns="60960" numCol="1" anchor="t" anchorCtr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  <p:sp>
          <p:nvSpPr>
            <p:cNvPr id="21" name="图形"/>
            <p:cNvSpPr/>
            <p:nvPr>
              <p:custDataLst>
                <p:tags r:id="rId30"/>
              </p:custDataLst>
            </p:nvPr>
          </p:nvSpPr>
          <p:spPr>
            <a:xfrm>
              <a:off x="4155366" y="2774157"/>
              <a:ext cx="919810" cy="926819"/>
            </a:xfrm>
            <a:prstGeom prst="ellipse">
              <a:avLst/>
            </a:pr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</p:grpSp>
      <p:grpSp>
        <p:nvGrpSpPr>
          <p:cNvPr id="3" name="Shape4"/>
          <p:cNvGrpSpPr/>
          <p:nvPr>
            <p:custDataLst>
              <p:tags r:id="rId13"/>
            </p:custDataLst>
          </p:nvPr>
        </p:nvGrpSpPr>
        <p:grpSpPr>
          <a:xfrm>
            <a:off x="5355424" y="1776095"/>
            <a:ext cx="1954033" cy="1946903"/>
            <a:chOff x="5355424" y="1776095"/>
            <a:chExt cx="1954033" cy="1946903"/>
          </a:xfrm>
        </p:grpSpPr>
        <p:sp>
          <p:nvSpPr>
            <p:cNvPr id="6" name="图形"/>
            <p:cNvSpPr>
              <a:spLocks noChangeArrowheads="1"/>
            </p:cNvSpPr>
            <p:nvPr>
              <p:custDataLst>
                <p:tags r:id="rId27"/>
              </p:custDataLst>
            </p:nvPr>
          </p:nvSpPr>
          <p:spPr bwMode="auto">
            <a:xfrm>
              <a:off x="5355424" y="1776095"/>
              <a:ext cx="1954033" cy="1946903"/>
            </a:xfrm>
            <a:custGeom>
              <a:avLst/>
              <a:gdLst>
                <a:gd name="connsiteX0" fmla="*/ 1021508 w 1447749"/>
                <a:gd name="connsiteY0" fmla="*/ 0 h 1431827"/>
                <a:gd name="connsiteX1" fmla="*/ 1447749 w 1447749"/>
                <a:gd name="connsiteY1" fmla="*/ 426241 h 1431827"/>
                <a:gd name="connsiteX2" fmla="*/ 1021508 w 1447749"/>
                <a:gd name="connsiteY2" fmla="*/ 852482 h 1431827"/>
                <a:gd name="connsiteX3" fmla="*/ 986004 w 1447749"/>
                <a:gd name="connsiteY3" fmla="*/ 848903 h 1431827"/>
                <a:gd name="connsiteX4" fmla="*/ 988438 w 1447749"/>
                <a:gd name="connsiteY4" fmla="*/ 851394 h 1431827"/>
                <a:gd name="connsiteX5" fmla="*/ 578130 w 1447749"/>
                <a:gd name="connsiteY5" fmla="*/ 1164812 h 1431827"/>
                <a:gd name="connsiteX6" fmla="*/ 577161 w 1447749"/>
                <a:gd name="connsiteY6" fmla="*/ 1163822 h 1431827"/>
                <a:gd name="connsiteX7" fmla="*/ 573461 w 1447749"/>
                <a:gd name="connsiteY7" fmla="*/ 1200533 h 1431827"/>
                <a:gd name="connsiteX8" fmla="*/ 289673 w 1447749"/>
                <a:gd name="connsiteY8" fmla="*/ 1431827 h 1431827"/>
                <a:gd name="connsiteX9" fmla="*/ 0 w 1447749"/>
                <a:gd name="connsiteY9" fmla="*/ 1142154 h 1431827"/>
                <a:gd name="connsiteX10" fmla="*/ 231294 w 1447749"/>
                <a:gd name="connsiteY10" fmla="*/ 858366 h 1431827"/>
                <a:gd name="connsiteX11" fmla="*/ 274089 w 1447749"/>
                <a:gd name="connsiteY11" fmla="*/ 854052 h 1431827"/>
                <a:gd name="connsiteX12" fmla="*/ 273138 w 1447749"/>
                <a:gd name="connsiteY12" fmla="*/ 853080 h 1431827"/>
                <a:gd name="connsiteX13" fmla="*/ 595824 w 1447749"/>
                <a:gd name="connsiteY13" fmla="*/ 449512 h 1431827"/>
                <a:gd name="connsiteX14" fmla="*/ 597819 w 1447749"/>
                <a:gd name="connsiteY14" fmla="*/ 451555 h 1431827"/>
                <a:gd name="connsiteX15" fmla="*/ 595267 w 1447749"/>
                <a:gd name="connsiteY15" fmla="*/ 426241 h 1431827"/>
                <a:gd name="connsiteX16" fmla="*/ 1021508 w 1447749"/>
                <a:gd name="connsiteY16" fmla="*/ 0 h 1431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47749" h="1431827">
                  <a:moveTo>
                    <a:pt x="1021508" y="0"/>
                  </a:moveTo>
                  <a:cubicBezTo>
                    <a:pt x="1256914" y="0"/>
                    <a:pt x="1447749" y="190835"/>
                    <a:pt x="1447749" y="426241"/>
                  </a:cubicBezTo>
                  <a:cubicBezTo>
                    <a:pt x="1447749" y="661647"/>
                    <a:pt x="1256914" y="852482"/>
                    <a:pt x="1021508" y="852482"/>
                  </a:cubicBezTo>
                  <a:lnTo>
                    <a:pt x="986004" y="848903"/>
                  </a:lnTo>
                  <a:lnTo>
                    <a:pt x="988438" y="851394"/>
                  </a:lnTo>
                  <a:cubicBezTo>
                    <a:pt x="681761" y="826961"/>
                    <a:pt x="594138" y="956710"/>
                    <a:pt x="578130" y="1164812"/>
                  </a:cubicBezTo>
                  <a:lnTo>
                    <a:pt x="577161" y="1163822"/>
                  </a:lnTo>
                  <a:lnTo>
                    <a:pt x="573461" y="1200533"/>
                  </a:lnTo>
                  <a:cubicBezTo>
                    <a:pt x="546450" y="1332532"/>
                    <a:pt x="429657" y="1431827"/>
                    <a:pt x="289673" y="1431827"/>
                  </a:cubicBezTo>
                  <a:cubicBezTo>
                    <a:pt x="129691" y="1431827"/>
                    <a:pt x="0" y="1302136"/>
                    <a:pt x="0" y="1142154"/>
                  </a:cubicBezTo>
                  <a:cubicBezTo>
                    <a:pt x="0" y="1002170"/>
                    <a:pt x="99294" y="885377"/>
                    <a:pt x="231294" y="858366"/>
                  </a:cubicBezTo>
                  <a:lnTo>
                    <a:pt x="274089" y="854052"/>
                  </a:lnTo>
                  <a:lnTo>
                    <a:pt x="273138" y="853080"/>
                  </a:lnTo>
                  <a:cubicBezTo>
                    <a:pt x="482083" y="841284"/>
                    <a:pt x="612674" y="757032"/>
                    <a:pt x="595824" y="449512"/>
                  </a:cubicBezTo>
                  <a:lnTo>
                    <a:pt x="597819" y="451555"/>
                  </a:lnTo>
                  <a:lnTo>
                    <a:pt x="595267" y="426241"/>
                  </a:lnTo>
                  <a:cubicBezTo>
                    <a:pt x="595267" y="190835"/>
                    <a:pt x="786102" y="0"/>
                    <a:pt x="10215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wrap="square" lIns="121920" tIns="60960" rIns="121920" bIns="60960" numCol="1" anchor="t" anchorCtr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  <p:sp>
          <p:nvSpPr>
            <p:cNvPr id="22" name="图形"/>
            <p:cNvSpPr/>
            <p:nvPr>
              <p:custDataLst>
                <p:tags r:id="rId28"/>
              </p:custDataLst>
            </p:nvPr>
          </p:nvSpPr>
          <p:spPr>
            <a:xfrm>
              <a:off x="6306087" y="1884904"/>
              <a:ext cx="919810" cy="926819"/>
            </a:xfrm>
            <a:prstGeom prst="ellipse">
              <a:avLst/>
            </a:pr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1218565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/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</a:endParaRPr>
            </a:p>
          </p:txBody>
        </p:sp>
      </p:grpSp>
      <p:sp>
        <p:nvSpPr>
          <p:cNvPr id="9" name="Shape5"/>
          <p:cNvSpPr/>
          <p:nvPr>
            <p:custDataLst>
              <p:tags r:id="rId14"/>
            </p:custDataLst>
          </p:nvPr>
        </p:nvSpPr>
        <p:spPr bwMode="auto">
          <a:xfrm>
            <a:off x="4371981" y="2993072"/>
            <a:ext cx="486580" cy="487697"/>
          </a:xfrm>
          <a:custGeom>
            <a:avLst/>
            <a:gdLst>
              <a:gd name="T0" fmla="*/ 10510 w 21020"/>
              <a:gd name="T1" fmla="*/ 10800 h 21600"/>
              <a:gd name="T2" fmla="*/ 10510 w 21020"/>
              <a:gd name="T3" fmla="*/ 10800 h 21600"/>
              <a:gd name="T4" fmla="*/ 10510 w 21020"/>
              <a:gd name="T5" fmla="*/ 10800 h 21600"/>
              <a:gd name="T6" fmla="*/ 10510 w 2102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020" h="21600">
                <a:moveTo>
                  <a:pt x="18846" y="7946"/>
                </a:moveTo>
                <a:lnTo>
                  <a:pt x="17740" y="9091"/>
                </a:lnTo>
                <a:cubicBezTo>
                  <a:pt x="17740" y="8939"/>
                  <a:pt x="17758" y="8792"/>
                  <a:pt x="17744" y="8636"/>
                </a:cubicBezTo>
                <a:cubicBezTo>
                  <a:pt x="17629" y="7331"/>
                  <a:pt x="17036" y="6068"/>
                  <a:pt x="16074" y="5080"/>
                </a:cubicBezTo>
                <a:cubicBezTo>
                  <a:pt x="15004" y="3980"/>
                  <a:pt x="13585" y="3348"/>
                  <a:pt x="12180" y="3345"/>
                </a:cubicBezTo>
                <a:lnTo>
                  <a:pt x="13268" y="2218"/>
                </a:lnTo>
                <a:cubicBezTo>
                  <a:pt x="13812" y="1659"/>
                  <a:pt x="14572" y="1350"/>
                  <a:pt x="15403" y="1350"/>
                </a:cubicBezTo>
                <a:cubicBezTo>
                  <a:pt x="16460" y="1350"/>
                  <a:pt x="17546" y="1840"/>
                  <a:pt x="18381" y="2696"/>
                </a:cubicBezTo>
                <a:cubicBezTo>
                  <a:pt x="19165" y="3500"/>
                  <a:pt x="19631" y="4499"/>
                  <a:pt x="19698" y="5510"/>
                </a:cubicBezTo>
                <a:cubicBezTo>
                  <a:pt x="19760" y="6453"/>
                  <a:pt x="19457" y="7317"/>
                  <a:pt x="18846" y="7946"/>
                </a:cubicBezTo>
                <a:moveTo>
                  <a:pt x="5828" y="19329"/>
                </a:moveTo>
                <a:cubicBezTo>
                  <a:pt x="5813" y="18424"/>
                  <a:pt x="5454" y="17481"/>
                  <a:pt x="4730" y="16739"/>
                </a:cubicBezTo>
                <a:cubicBezTo>
                  <a:pt x="4046" y="16034"/>
                  <a:pt x="3150" y="15628"/>
                  <a:pt x="2257" y="15592"/>
                </a:cubicBezTo>
                <a:lnTo>
                  <a:pt x="2911" y="13157"/>
                </a:lnTo>
                <a:cubicBezTo>
                  <a:pt x="2959" y="12995"/>
                  <a:pt x="3052" y="12835"/>
                  <a:pt x="3168" y="12695"/>
                </a:cubicBezTo>
                <a:cubicBezTo>
                  <a:pt x="4485" y="11726"/>
                  <a:pt x="6512" y="12012"/>
                  <a:pt x="7920" y="13460"/>
                </a:cubicBezTo>
                <a:cubicBezTo>
                  <a:pt x="9409" y="14990"/>
                  <a:pt x="9639" y="17230"/>
                  <a:pt x="8492" y="18568"/>
                </a:cubicBezTo>
                <a:cubicBezTo>
                  <a:pt x="8416" y="18609"/>
                  <a:pt x="8339" y="18648"/>
                  <a:pt x="8256" y="18675"/>
                </a:cubicBezTo>
                <a:cubicBezTo>
                  <a:pt x="8256" y="18675"/>
                  <a:pt x="5828" y="19329"/>
                  <a:pt x="5828" y="19329"/>
                </a:cubicBezTo>
                <a:close/>
                <a:moveTo>
                  <a:pt x="2737" y="20164"/>
                </a:moveTo>
                <a:cubicBezTo>
                  <a:pt x="2665" y="20181"/>
                  <a:pt x="2443" y="20239"/>
                  <a:pt x="2291" y="20249"/>
                </a:cubicBezTo>
                <a:cubicBezTo>
                  <a:pt x="1751" y="20244"/>
                  <a:pt x="1313" y="19792"/>
                  <a:pt x="1313" y="19237"/>
                </a:cubicBezTo>
                <a:cubicBezTo>
                  <a:pt x="1321" y="19124"/>
                  <a:pt x="1365" y="18929"/>
                  <a:pt x="1380" y="18857"/>
                </a:cubicBezTo>
                <a:lnTo>
                  <a:pt x="2071" y="16283"/>
                </a:lnTo>
                <a:cubicBezTo>
                  <a:pt x="2822" y="16261"/>
                  <a:pt x="3630" y="16562"/>
                  <a:pt x="4265" y="17215"/>
                </a:cubicBezTo>
                <a:cubicBezTo>
                  <a:pt x="4911" y="17878"/>
                  <a:pt x="5214" y="18725"/>
                  <a:pt x="5181" y="19504"/>
                </a:cubicBezTo>
                <a:cubicBezTo>
                  <a:pt x="5181" y="19504"/>
                  <a:pt x="2737" y="20164"/>
                  <a:pt x="2737" y="20164"/>
                </a:cubicBezTo>
                <a:close/>
                <a:moveTo>
                  <a:pt x="6888" y="11179"/>
                </a:moveTo>
                <a:cubicBezTo>
                  <a:pt x="6280" y="10927"/>
                  <a:pt x="5642" y="10783"/>
                  <a:pt x="5004" y="10774"/>
                </a:cubicBezTo>
                <a:lnTo>
                  <a:pt x="10063" y="5536"/>
                </a:lnTo>
                <a:cubicBezTo>
                  <a:pt x="10838" y="4759"/>
                  <a:pt x="11966" y="4536"/>
                  <a:pt x="13077" y="4819"/>
                </a:cubicBezTo>
                <a:cubicBezTo>
                  <a:pt x="13077" y="4819"/>
                  <a:pt x="6888" y="11179"/>
                  <a:pt x="6888" y="11179"/>
                </a:cubicBezTo>
                <a:close/>
                <a:moveTo>
                  <a:pt x="9717" y="13672"/>
                </a:moveTo>
                <a:cubicBezTo>
                  <a:pt x="9473" y="13258"/>
                  <a:pt x="9194" y="12859"/>
                  <a:pt x="8848" y="12505"/>
                </a:cubicBezTo>
                <a:cubicBezTo>
                  <a:pt x="8447" y="12093"/>
                  <a:pt x="7986" y="11770"/>
                  <a:pt x="7507" y="11498"/>
                </a:cubicBezTo>
                <a:lnTo>
                  <a:pt x="13767" y="5064"/>
                </a:lnTo>
                <a:cubicBezTo>
                  <a:pt x="14259" y="5288"/>
                  <a:pt x="14729" y="5607"/>
                  <a:pt x="15145" y="6035"/>
                </a:cubicBezTo>
                <a:cubicBezTo>
                  <a:pt x="15500" y="6398"/>
                  <a:pt x="15775" y="6806"/>
                  <a:pt x="15987" y="7229"/>
                </a:cubicBezTo>
                <a:cubicBezTo>
                  <a:pt x="15987" y="7229"/>
                  <a:pt x="9717" y="13672"/>
                  <a:pt x="9717" y="13672"/>
                </a:cubicBezTo>
                <a:close/>
                <a:moveTo>
                  <a:pt x="10519" y="16061"/>
                </a:moveTo>
                <a:cubicBezTo>
                  <a:pt x="10465" y="15452"/>
                  <a:pt x="10298" y="14854"/>
                  <a:pt x="10047" y="14288"/>
                </a:cubicBezTo>
                <a:lnTo>
                  <a:pt x="16257" y="7906"/>
                </a:lnTo>
                <a:cubicBezTo>
                  <a:pt x="16637" y="9140"/>
                  <a:pt x="16442" y="10429"/>
                  <a:pt x="15610" y="11284"/>
                </a:cubicBezTo>
                <a:cubicBezTo>
                  <a:pt x="15604" y="11290"/>
                  <a:pt x="15598" y="11293"/>
                  <a:pt x="15593" y="11298"/>
                </a:cubicBezTo>
                <a:lnTo>
                  <a:pt x="15602" y="11306"/>
                </a:lnTo>
                <a:lnTo>
                  <a:pt x="10525" y="16565"/>
                </a:lnTo>
                <a:cubicBezTo>
                  <a:pt x="10527" y="16397"/>
                  <a:pt x="10534" y="16232"/>
                  <a:pt x="10519" y="16061"/>
                </a:cubicBezTo>
                <a:moveTo>
                  <a:pt x="19308" y="1741"/>
                </a:moveTo>
                <a:cubicBezTo>
                  <a:pt x="18228" y="632"/>
                  <a:pt x="16805" y="0"/>
                  <a:pt x="15403" y="0"/>
                </a:cubicBezTo>
                <a:cubicBezTo>
                  <a:pt x="14220" y="0"/>
                  <a:pt x="13131" y="450"/>
                  <a:pt x="12335" y="1266"/>
                </a:cubicBezTo>
                <a:lnTo>
                  <a:pt x="9138" y="4577"/>
                </a:lnTo>
                <a:cubicBezTo>
                  <a:pt x="9129" y="4585"/>
                  <a:pt x="9118" y="4592"/>
                  <a:pt x="9108" y="4602"/>
                </a:cubicBezTo>
                <a:cubicBezTo>
                  <a:pt x="9103" y="4608"/>
                  <a:pt x="9100" y="4614"/>
                  <a:pt x="9095" y="4620"/>
                </a:cubicBezTo>
                <a:lnTo>
                  <a:pt x="9096" y="4621"/>
                </a:lnTo>
                <a:lnTo>
                  <a:pt x="2310" y="11647"/>
                </a:lnTo>
                <a:cubicBezTo>
                  <a:pt x="1998" y="11966"/>
                  <a:pt x="1771" y="12364"/>
                  <a:pt x="1645" y="12797"/>
                </a:cubicBezTo>
                <a:lnTo>
                  <a:pt x="102" y="18541"/>
                </a:lnTo>
                <a:cubicBezTo>
                  <a:pt x="100" y="18557"/>
                  <a:pt x="0" y="19008"/>
                  <a:pt x="0" y="19237"/>
                </a:cubicBezTo>
                <a:cubicBezTo>
                  <a:pt x="0" y="20541"/>
                  <a:pt x="1030" y="21599"/>
                  <a:pt x="2302" y="21599"/>
                </a:cubicBezTo>
                <a:cubicBezTo>
                  <a:pt x="2554" y="21599"/>
                  <a:pt x="3044" y="21475"/>
                  <a:pt x="3062" y="21473"/>
                </a:cubicBezTo>
                <a:lnTo>
                  <a:pt x="8630" y="19969"/>
                </a:lnTo>
                <a:cubicBezTo>
                  <a:pt x="9054" y="19839"/>
                  <a:pt x="9439" y="19604"/>
                  <a:pt x="9750" y="19283"/>
                </a:cubicBezTo>
                <a:lnTo>
                  <a:pt x="19776" y="8899"/>
                </a:lnTo>
                <a:cubicBezTo>
                  <a:pt x="21600" y="7023"/>
                  <a:pt x="21394" y="3881"/>
                  <a:pt x="19308" y="1741"/>
                </a:cubicBez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lIns="25400" tIns="25400" rIns="25400" bIns="2540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304165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000D10">
                  <a:lumMod val="75000"/>
                  <a:lumOff val="25000"/>
                </a:srgbClr>
              </a:solidFill>
              <a:effectLst>
                <a:outerShdw blurRad="38100" dist="38100" dir="2700000" algn="tl">
                  <a:srgbClr val="000000"/>
                </a:outerShdw>
              </a:effectLst>
              <a:uLnTx/>
              <a:uFillTx/>
              <a:latin typeface="kitty原始猫咪中文智能手机字体" panose="02000500000000000000" charset="-122"/>
              <a:ea typeface="kitty原始猫咪中文智能手机字体" panose="02000500000000000000" charset="-122"/>
              <a:cs typeface="kitty原始猫咪中文智能手机字体" panose="02000500000000000000" charset="-122"/>
              <a:sym typeface="Gill Sans" panose="020B0502020104020203" charset="0"/>
            </a:endParaRPr>
          </a:p>
        </p:txBody>
      </p:sp>
      <p:sp>
        <p:nvSpPr>
          <p:cNvPr id="36" name="Shape6"/>
          <p:cNvSpPr/>
          <p:nvPr>
            <p:custDataLst>
              <p:tags r:id="rId15"/>
            </p:custDataLst>
          </p:nvPr>
        </p:nvSpPr>
        <p:spPr bwMode="auto">
          <a:xfrm>
            <a:off x="5461482" y="5114846"/>
            <a:ext cx="332957" cy="488971"/>
          </a:xfrm>
          <a:custGeom>
            <a:avLst/>
            <a:gdLst>
              <a:gd name="connsiteX0" fmla="*/ 161795 w 268829"/>
              <a:gd name="connsiteY0" fmla="*/ 348166 h 394794"/>
              <a:gd name="connsiteX1" fmla="*/ 110009 w 268829"/>
              <a:gd name="connsiteY1" fmla="*/ 354710 h 394794"/>
              <a:gd name="connsiteX2" fmla="*/ 134415 w 268829"/>
              <a:gd name="connsiteY2" fmla="*/ 370118 h 394794"/>
              <a:gd name="connsiteX3" fmla="*/ 161795 w 268829"/>
              <a:gd name="connsiteY3" fmla="*/ 348166 h 394794"/>
              <a:gd name="connsiteX4" fmla="*/ 173706 w 268829"/>
              <a:gd name="connsiteY4" fmla="*/ 309653 h 394794"/>
              <a:gd name="connsiteX5" fmla="*/ 98085 w 268829"/>
              <a:gd name="connsiteY5" fmla="*/ 319176 h 394794"/>
              <a:gd name="connsiteX6" fmla="*/ 98198 w 268829"/>
              <a:gd name="connsiteY6" fmla="*/ 319560 h 394794"/>
              <a:gd name="connsiteX7" fmla="*/ 105491 w 268829"/>
              <a:gd name="connsiteY7" fmla="*/ 342938 h 394794"/>
              <a:gd name="connsiteX8" fmla="*/ 166089 w 268829"/>
              <a:gd name="connsiteY8" fmla="*/ 335280 h 394794"/>
              <a:gd name="connsiteX9" fmla="*/ 170483 w 268829"/>
              <a:gd name="connsiteY9" fmla="*/ 320547 h 394794"/>
              <a:gd name="connsiteX10" fmla="*/ 173706 w 268829"/>
              <a:gd name="connsiteY10" fmla="*/ 309653 h 394794"/>
              <a:gd name="connsiteX11" fmla="*/ 87009 w 268829"/>
              <a:gd name="connsiteY11" fmla="*/ 283771 h 394794"/>
              <a:gd name="connsiteX12" fmla="*/ 94526 w 268829"/>
              <a:gd name="connsiteY12" fmla="*/ 307314 h 394794"/>
              <a:gd name="connsiteX13" fmla="*/ 177602 w 268829"/>
              <a:gd name="connsiteY13" fmla="*/ 296822 h 394794"/>
              <a:gd name="connsiteX14" fmla="*/ 181908 w 268829"/>
              <a:gd name="connsiteY14" fmla="*/ 283771 h 394794"/>
              <a:gd name="connsiteX15" fmla="*/ 134533 w 268829"/>
              <a:gd name="connsiteY15" fmla="*/ 62228 h 394794"/>
              <a:gd name="connsiteX16" fmla="*/ 140642 w 268829"/>
              <a:gd name="connsiteY16" fmla="*/ 68381 h 394794"/>
              <a:gd name="connsiteX17" fmla="*/ 134533 w 268829"/>
              <a:gd name="connsiteY17" fmla="*/ 74537 h 394794"/>
              <a:gd name="connsiteX18" fmla="*/ 73455 w 268829"/>
              <a:gd name="connsiteY18" fmla="*/ 136080 h 394794"/>
              <a:gd name="connsiteX19" fmla="*/ 67345 w 268829"/>
              <a:gd name="connsiteY19" fmla="*/ 142236 h 394794"/>
              <a:gd name="connsiteX20" fmla="*/ 61239 w 268829"/>
              <a:gd name="connsiteY20" fmla="*/ 136080 h 394794"/>
              <a:gd name="connsiteX21" fmla="*/ 134533 w 268829"/>
              <a:gd name="connsiteY21" fmla="*/ 62228 h 394794"/>
              <a:gd name="connsiteX22" fmla="*/ 134415 w 268829"/>
              <a:gd name="connsiteY22" fmla="*/ 24676 h 394794"/>
              <a:gd name="connsiteX23" fmla="*/ 24431 w 268829"/>
              <a:gd name="connsiteY23" fmla="*/ 135717 h 394794"/>
              <a:gd name="connsiteX24" fmla="*/ 56852 w 268829"/>
              <a:gd name="connsiteY24" fmla="*/ 219395 h 394794"/>
              <a:gd name="connsiteX25" fmla="*/ 77450 w 268829"/>
              <a:gd name="connsiteY25" fmla="*/ 259096 h 394794"/>
              <a:gd name="connsiteX26" fmla="*/ 191491 w 268829"/>
              <a:gd name="connsiteY26" fmla="*/ 259096 h 394794"/>
              <a:gd name="connsiteX27" fmla="*/ 211940 w 268829"/>
              <a:gd name="connsiteY27" fmla="*/ 219541 h 394794"/>
              <a:gd name="connsiteX28" fmla="*/ 244386 w 268829"/>
              <a:gd name="connsiteY28" fmla="*/ 135717 h 394794"/>
              <a:gd name="connsiteX29" fmla="*/ 134415 w 268829"/>
              <a:gd name="connsiteY29" fmla="*/ 24676 h 394794"/>
              <a:gd name="connsiteX30" fmla="*/ 134415 w 268829"/>
              <a:gd name="connsiteY30" fmla="*/ 0 h 394794"/>
              <a:gd name="connsiteX31" fmla="*/ 268829 w 268829"/>
              <a:gd name="connsiteY31" fmla="*/ 135717 h 394794"/>
              <a:gd name="connsiteX32" fmla="*/ 207347 w 268829"/>
              <a:gd name="connsiteY32" fmla="*/ 284722 h 394794"/>
              <a:gd name="connsiteX33" fmla="*/ 134415 w 268829"/>
              <a:gd name="connsiteY33" fmla="*/ 394794 h 394794"/>
              <a:gd name="connsiteX34" fmla="*/ 61470 w 268829"/>
              <a:gd name="connsiteY34" fmla="*/ 284448 h 394794"/>
              <a:gd name="connsiteX35" fmla="*/ 0 w 268829"/>
              <a:gd name="connsiteY35" fmla="*/ 135717 h 394794"/>
              <a:gd name="connsiteX36" fmla="*/ 134415 w 268829"/>
              <a:gd name="connsiteY36" fmla="*/ 0 h 39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68829" h="394794">
                <a:moveTo>
                  <a:pt x="161795" y="348166"/>
                </a:moveTo>
                <a:lnTo>
                  <a:pt x="110009" y="354710"/>
                </a:lnTo>
                <a:cubicBezTo>
                  <a:pt x="116331" y="368692"/>
                  <a:pt x="122031" y="370118"/>
                  <a:pt x="134415" y="370118"/>
                </a:cubicBezTo>
                <a:cubicBezTo>
                  <a:pt x="148839" y="370118"/>
                  <a:pt x="154303" y="368565"/>
                  <a:pt x="161795" y="348166"/>
                </a:cubicBezTo>
                <a:close/>
                <a:moveTo>
                  <a:pt x="173706" y="309653"/>
                </a:moveTo>
                <a:lnTo>
                  <a:pt x="98085" y="319176"/>
                </a:lnTo>
                <a:cubicBezTo>
                  <a:pt x="98110" y="319304"/>
                  <a:pt x="98160" y="319451"/>
                  <a:pt x="98198" y="319560"/>
                </a:cubicBezTo>
                <a:cubicBezTo>
                  <a:pt x="101010" y="329211"/>
                  <a:pt x="103338" y="336614"/>
                  <a:pt x="105491" y="342938"/>
                </a:cubicBezTo>
                <a:lnTo>
                  <a:pt x="166089" y="335280"/>
                </a:lnTo>
                <a:cubicBezTo>
                  <a:pt x="167433" y="330911"/>
                  <a:pt x="168877" y="326104"/>
                  <a:pt x="170483" y="320547"/>
                </a:cubicBezTo>
                <a:cubicBezTo>
                  <a:pt x="171478" y="317129"/>
                  <a:pt x="172636" y="313291"/>
                  <a:pt x="173706" y="309653"/>
                </a:cubicBezTo>
                <a:close/>
                <a:moveTo>
                  <a:pt x="87009" y="283771"/>
                </a:moveTo>
                <a:cubicBezTo>
                  <a:pt x="89797" y="292051"/>
                  <a:pt x="92311" y="299893"/>
                  <a:pt x="94526" y="307314"/>
                </a:cubicBezTo>
                <a:cubicBezTo>
                  <a:pt x="94526" y="307314"/>
                  <a:pt x="177602" y="296822"/>
                  <a:pt x="177602" y="296822"/>
                </a:cubicBezTo>
                <a:cubicBezTo>
                  <a:pt x="178908" y="292636"/>
                  <a:pt x="180414" y="288195"/>
                  <a:pt x="181908" y="283771"/>
                </a:cubicBezTo>
                <a:close/>
                <a:moveTo>
                  <a:pt x="134533" y="62228"/>
                </a:moveTo>
                <a:cubicBezTo>
                  <a:pt x="137907" y="62228"/>
                  <a:pt x="140642" y="64984"/>
                  <a:pt x="140642" y="68381"/>
                </a:cubicBezTo>
                <a:cubicBezTo>
                  <a:pt x="140642" y="71777"/>
                  <a:pt x="137907" y="74537"/>
                  <a:pt x="134533" y="74537"/>
                </a:cubicBezTo>
                <a:cubicBezTo>
                  <a:pt x="100856" y="74537"/>
                  <a:pt x="73455" y="102147"/>
                  <a:pt x="73455" y="136080"/>
                </a:cubicBezTo>
                <a:cubicBezTo>
                  <a:pt x="73455" y="139477"/>
                  <a:pt x="70720" y="142236"/>
                  <a:pt x="67345" y="142236"/>
                </a:cubicBezTo>
                <a:cubicBezTo>
                  <a:pt x="63971" y="142236"/>
                  <a:pt x="61239" y="139477"/>
                  <a:pt x="61239" y="136080"/>
                </a:cubicBezTo>
                <a:cubicBezTo>
                  <a:pt x="61239" y="95350"/>
                  <a:pt x="94114" y="62228"/>
                  <a:pt x="134533" y="62228"/>
                </a:cubicBezTo>
                <a:close/>
                <a:moveTo>
                  <a:pt x="134415" y="24676"/>
                </a:moveTo>
                <a:cubicBezTo>
                  <a:pt x="73766" y="24676"/>
                  <a:pt x="24431" y="74484"/>
                  <a:pt x="24431" y="135717"/>
                </a:cubicBezTo>
                <a:cubicBezTo>
                  <a:pt x="24431" y="160795"/>
                  <a:pt x="40909" y="190588"/>
                  <a:pt x="56852" y="219395"/>
                </a:cubicBezTo>
                <a:cubicBezTo>
                  <a:pt x="64059" y="232428"/>
                  <a:pt x="71364" y="245771"/>
                  <a:pt x="77450" y="259096"/>
                </a:cubicBezTo>
                <a:lnTo>
                  <a:pt x="191491" y="259096"/>
                </a:lnTo>
                <a:cubicBezTo>
                  <a:pt x="197552" y="245826"/>
                  <a:pt x="204796" y="232555"/>
                  <a:pt x="211940" y="219541"/>
                </a:cubicBezTo>
                <a:cubicBezTo>
                  <a:pt x="227907" y="190552"/>
                  <a:pt x="244386" y="160612"/>
                  <a:pt x="244386" y="135717"/>
                </a:cubicBezTo>
                <a:cubicBezTo>
                  <a:pt x="244386" y="74484"/>
                  <a:pt x="195051" y="24676"/>
                  <a:pt x="134415" y="24676"/>
                </a:cubicBezTo>
                <a:close/>
                <a:moveTo>
                  <a:pt x="134415" y="0"/>
                </a:moveTo>
                <a:cubicBezTo>
                  <a:pt x="208641" y="0"/>
                  <a:pt x="268829" y="60757"/>
                  <a:pt x="268829" y="135717"/>
                </a:cubicBezTo>
                <a:cubicBezTo>
                  <a:pt x="268829" y="185050"/>
                  <a:pt x="223813" y="238331"/>
                  <a:pt x="207347" y="284722"/>
                </a:cubicBezTo>
                <a:cubicBezTo>
                  <a:pt x="182854" y="353668"/>
                  <a:pt x="186339" y="394794"/>
                  <a:pt x="134415" y="394794"/>
                </a:cubicBezTo>
                <a:cubicBezTo>
                  <a:pt x="83238" y="394794"/>
                  <a:pt x="85951" y="353485"/>
                  <a:pt x="61470" y="284448"/>
                </a:cubicBezTo>
                <a:cubicBezTo>
                  <a:pt x="45066" y="238149"/>
                  <a:pt x="0" y="185452"/>
                  <a:pt x="0" y="135717"/>
                </a:cubicBezTo>
                <a:cubicBezTo>
                  <a:pt x="0" y="60757"/>
                  <a:pt x="60175" y="0"/>
                  <a:pt x="134415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lIns="25400" tIns="25400" rIns="25400" bIns="2540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304165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000D10">
                  <a:lumMod val="75000"/>
                  <a:lumOff val="25000"/>
                </a:srgbClr>
              </a:solidFill>
              <a:effectLst>
                <a:outerShdw blurRad="38100" dist="38100" dir="2700000" algn="tl">
                  <a:srgbClr val="000000"/>
                </a:outerShdw>
              </a:effectLst>
              <a:uLnTx/>
              <a:uFillTx/>
              <a:latin typeface="kitty原始猫咪中文智能手机字体" panose="02000500000000000000" charset="-122"/>
              <a:ea typeface="kitty原始猫咪中文智能手机字体" panose="02000500000000000000" charset="-122"/>
              <a:cs typeface="kitty原始猫咪中文智能手机字体" panose="02000500000000000000" charset="-122"/>
              <a:sym typeface="Gill Sans" panose="020B0502020104020203" charset="0"/>
            </a:endParaRPr>
          </a:p>
        </p:txBody>
      </p:sp>
      <p:grpSp>
        <p:nvGrpSpPr>
          <p:cNvPr id="12" name="Shape7"/>
          <p:cNvGrpSpPr/>
          <p:nvPr>
            <p:custDataLst>
              <p:tags r:id="rId16"/>
            </p:custDataLst>
          </p:nvPr>
        </p:nvGrpSpPr>
        <p:grpSpPr>
          <a:xfrm>
            <a:off x="6523344" y="2104465"/>
            <a:ext cx="484652" cy="488345"/>
            <a:chOff x="3191434" y="2145028"/>
            <a:chExt cx="359165" cy="359165"/>
          </a:xfrm>
          <a:solidFill>
            <a:schemeClr val="tx2"/>
          </a:solidFill>
        </p:grpSpPr>
        <p:sp>
          <p:nvSpPr>
            <p:cNvPr id="16" name="AutoShape 123"/>
            <p:cNvSpPr/>
            <p:nvPr>
              <p:custDataLst>
                <p:tags r:id="rId24"/>
              </p:custDataLst>
            </p:nvPr>
          </p:nvSpPr>
          <p:spPr bwMode="auto">
            <a:xfrm>
              <a:off x="3191434" y="2145028"/>
              <a:ext cx="359165" cy="359165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18180" y="12132"/>
                  </a:moveTo>
                  <a:cubicBezTo>
                    <a:pt x="17710" y="12226"/>
                    <a:pt x="17327" y="12561"/>
                    <a:pt x="17170" y="13012"/>
                  </a:cubicBezTo>
                  <a:cubicBezTo>
                    <a:pt x="17083" y="13261"/>
                    <a:pt x="16981" y="13503"/>
                    <a:pt x="16868" y="13738"/>
                  </a:cubicBezTo>
                  <a:cubicBezTo>
                    <a:pt x="16658" y="14169"/>
                    <a:pt x="16694" y="14677"/>
                    <a:pt x="16959" y="15075"/>
                  </a:cubicBezTo>
                  <a:lnTo>
                    <a:pt x="18131" y="16833"/>
                  </a:lnTo>
                  <a:lnTo>
                    <a:pt x="16832" y="18132"/>
                  </a:lnTo>
                  <a:lnTo>
                    <a:pt x="15075" y="16960"/>
                  </a:lnTo>
                  <a:cubicBezTo>
                    <a:pt x="14850" y="16810"/>
                    <a:pt x="14589" y="16733"/>
                    <a:pt x="14326" y="16733"/>
                  </a:cubicBezTo>
                  <a:cubicBezTo>
                    <a:pt x="14126" y="16733"/>
                    <a:pt x="13924" y="16778"/>
                    <a:pt x="13738" y="16868"/>
                  </a:cubicBezTo>
                  <a:cubicBezTo>
                    <a:pt x="13504" y="16981"/>
                    <a:pt x="13262" y="17083"/>
                    <a:pt x="13012" y="17170"/>
                  </a:cubicBezTo>
                  <a:cubicBezTo>
                    <a:pt x="12561" y="17327"/>
                    <a:pt x="12226" y="17712"/>
                    <a:pt x="12133" y="18180"/>
                  </a:cubicBezTo>
                  <a:lnTo>
                    <a:pt x="11717" y="20249"/>
                  </a:lnTo>
                  <a:lnTo>
                    <a:pt x="9881" y="20249"/>
                  </a:lnTo>
                  <a:lnTo>
                    <a:pt x="9467" y="18180"/>
                  </a:lnTo>
                  <a:cubicBezTo>
                    <a:pt x="9373" y="17712"/>
                    <a:pt x="9039" y="17327"/>
                    <a:pt x="8588" y="17170"/>
                  </a:cubicBezTo>
                  <a:cubicBezTo>
                    <a:pt x="8339" y="17083"/>
                    <a:pt x="8096" y="16983"/>
                    <a:pt x="7861" y="16869"/>
                  </a:cubicBezTo>
                  <a:cubicBezTo>
                    <a:pt x="7675" y="16778"/>
                    <a:pt x="7474" y="16733"/>
                    <a:pt x="7273" y="16733"/>
                  </a:cubicBezTo>
                  <a:cubicBezTo>
                    <a:pt x="7011" y="16733"/>
                    <a:pt x="6750" y="16810"/>
                    <a:pt x="6525" y="16960"/>
                  </a:cubicBezTo>
                  <a:lnTo>
                    <a:pt x="4767" y="18132"/>
                  </a:lnTo>
                  <a:lnTo>
                    <a:pt x="3468" y="16833"/>
                  </a:lnTo>
                  <a:lnTo>
                    <a:pt x="4639" y="15075"/>
                  </a:lnTo>
                  <a:cubicBezTo>
                    <a:pt x="4904" y="14677"/>
                    <a:pt x="4939" y="14169"/>
                    <a:pt x="4732" y="13738"/>
                  </a:cubicBezTo>
                  <a:cubicBezTo>
                    <a:pt x="4618" y="13504"/>
                    <a:pt x="4516" y="13263"/>
                    <a:pt x="4429" y="13013"/>
                  </a:cubicBezTo>
                  <a:cubicBezTo>
                    <a:pt x="4273" y="12561"/>
                    <a:pt x="3888" y="12227"/>
                    <a:pt x="3419" y="12133"/>
                  </a:cubicBezTo>
                  <a:lnTo>
                    <a:pt x="1350" y="11718"/>
                  </a:lnTo>
                  <a:lnTo>
                    <a:pt x="1349" y="9882"/>
                  </a:lnTo>
                  <a:lnTo>
                    <a:pt x="3419" y="9468"/>
                  </a:lnTo>
                  <a:cubicBezTo>
                    <a:pt x="3888" y="9374"/>
                    <a:pt x="4273" y="9039"/>
                    <a:pt x="4429" y="8588"/>
                  </a:cubicBezTo>
                  <a:cubicBezTo>
                    <a:pt x="4516" y="8338"/>
                    <a:pt x="4617" y="8096"/>
                    <a:pt x="4731" y="7862"/>
                  </a:cubicBezTo>
                  <a:cubicBezTo>
                    <a:pt x="4940" y="7431"/>
                    <a:pt x="4905" y="6923"/>
                    <a:pt x="4639" y="6524"/>
                  </a:cubicBezTo>
                  <a:lnTo>
                    <a:pt x="3468" y="4767"/>
                  </a:lnTo>
                  <a:lnTo>
                    <a:pt x="4767" y="3468"/>
                  </a:lnTo>
                  <a:lnTo>
                    <a:pt x="6525" y="4639"/>
                  </a:lnTo>
                  <a:cubicBezTo>
                    <a:pt x="6750" y="4790"/>
                    <a:pt x="7011" y="4866"/>
                    <a:pt x="7273" y="4866"/>
                  </a:cubicBezTo>
                  <a:cubicBezTo>
                    <a:pt x="7474" y="4866"/>
                    <a:pt x="7674" y="4822"/>
                    <a:pt x="7861" y="4732"/>
                  </a:cubicBezTo>
                  <a:cubicBezTo>
                    <a:pt x="8095" y="4619"/>
                    <a:pt x="8337" y="4517"/>
                    <a:pt x="8586" y="4430"/>
                  </a:cubicBezTo>
                  <a:cubicBezTo>
                    <a:pt x="9039" y="4272"/>
                    <a:pt x="9373" y="3888"/>
                    <a:pt x="9467" y="3420"/>
                  </a:cubicBezTo>
                  <a:lnTo>
                    <a:pt x="9881" y="1350"/>
                  </a:lnTo>
                  <a:lnTo>
                    <a:pt x="11717" y="1350"/>
                  </a:lnTo>
                  <a:lnTo>
                    <a:pt x="12131" y="3420"/>
                  </a:lnTo>
                  <a:cubicBezTo>
                    <a:pt x="12225" y="3888"/>
                    <a:pt x="12560" y="4272"/>
                    <a:pt x="13012" y="4430"/>
                  </a:cubicBezTo>
                  <a:cubicBezTo>
                    <a:pt x="13261" y="4517"/>
                    <a:pt x="13502" y="4617"/>
                    <a:pt x="13737" y="4731"/>
                  </a:cubicBezTo>
                  <a:cubicBezTo>
                    <a:pt x="13924" y="4822"/>
                    <a:pt x="14125" y="4866"/>
                    <a:pt x="14326" y="4866"/>
                  </a:cubicBezTo>
                  <a:cubicBezTo>
                    <a:pt x="14589" y="4866"/>
                    <a:pt x="14850" y="4790"/>
                    <a:pt x="15075" y="4639"/>
                  </a:cubicBezTo>
                  <a:lnTo>
                    <a:pt x="16832" y="3468"/>
                  </a:lnTo>
                  <a:lnTo>
                    <a:pt x="18131" y="4767"/>
                  </a:lnTo>
                  <a:lnTo>
                    <a:pt x="16959" y="6524"/>
                  </a:lnTo>
                  <a:cubicBezTo>
                    <a:pt x="16694" y="6923"/>
                    <a:pt x="16660" y="7431"/>
                    <a:pt x="16867" y="7861"/>
                  </a:cubicBezTo>
                  <a:cubicBezTo>
                    <a:pt x="16980" y="8096"/>
                    <a:pt x="17083" y="8337"/>
                    <a:pt x="17170" y="8587"/>
                  </a:cubicBezTo>
                  <a:cubicBezTo>
                    <a:pt x="17327" y="9039"/>
                    <a:pt x="17710" y="9373"/>
                    <a:pt x="18180" y="9467"/>
                  </a:cubicBezTo>
                  <a:lnTo>
                    <a:pt x="20248" y="9882"/>
                  </a:lnTo>
                  <a:lnTo>
                    <a:pt x="20250" y="11718"/>
                  </a:lnTo>
                  <a:cubicBezTo>
                    <a:pt x="20250" y="11718"/>
                    <a:pt x="18180" y="12132"/>
                    <a:pt x="18180" y="12132"/>
                  </a:cubicBezTo>
                  <a:close/>
                  <a:moveTo>
                    <a:pt x="20513" y="8558"/>
                  </a:moveTo>
                  <a:lnTo>
                    <a:pt x="18445" y="8143"/>
                  </a:lnTo>
                  <a:cubicBezTo>
                    <a:pt x="18341" y="7844"/>
                    <a:pt x="18218" y="7554"/>
                    <a:pt x="18082" y="7273"/>
                  </a:cubicBezTo>
                  <a:lnTo>
                    <a:pt x="19254" y="5516"/>
                  </a:lnTo>
                  <a:cubicBezTo>
                    <a:pt x="19611" y="4980"/>
                    <a:pt x="19540" y="4268"/>
                    <a:pt x="19085" y="3813"/>
                  </a:cubicBezTo>
                  <a:lnTo>
                    <a:pt x="17787" y="2514"/>
                  </a:lnTo>
                  <a:cubicBezTo>
                    <a:pt x="17526" y="2253"/>
                    <a:pt x="17181" y="2118"/>
                    <a:pt x="16831" y="2118"/>
                  </a:cubicBezTo>
                  <a:cubicBezTo>
                    <a:pt x="16573" y="2118"/>
                    <a:pt x="16312" y="2193"/>
                    <a:pt x="16084" y="2345"/>
                  </a:cubicBezTo>
                  <a:lnTo>
                    <a:pt x="14326" y="3516"/>
                  </a:lnTo>
                  <a:cubicBezTo>
                    <a:pt x="14044" y="3380"/>
                    <a:pt x="13754" y="3258"/>
                    <a:pt x="13455" y="3155"/>
                  </a:cubicBezTo>
                  <a:lnTo>
                    <a:pt x="13041" y="1085"/>
                  </a:lnTo>
                  <a:cubicBezTo>
                    <a:pt x="12916" y="454"/>
                    <a:pt x="12361" y="0"/>
                    <a:pt x="11717" y="0"/>
                  </a:cubicBezTo>
                  <a:lnTo>
                    <a:pt x="9881" y="0"/>
                  </a:lnTo>
                  <a:cubicBezTo>
                    <a:pt x="9238" y="0"/>
                    <a:pt x="8684" y="454"/>
                    <a:pt x="8557" y="1085"/>
                  </a:cubicBezTo>
                  <a:lnTo>
                    <a:pt x="8143" y="3155"/>
                  </a:lnTo>
                  <a:cubicBezTo>
                    <a:pt x="7843" y="3258"/>
                    <a:pt x="7554" y="3381"/>
                    <a:pt x="7273" y="3516"/>
                  </a:cubicBezTo>
                  <a:lnTo>
                    <a:pt x="5516" y="2345"/>
                  </a:lnTo>
                  <a:cubicBezTo>
                    <a:pt x="5287" y="2193"/>
                    <a:pt x="5026" y="2118"/>
                    <a:pt x="4767" y="2118"/>
                  </a:cubicBezTo>
                  <a:cubicBezTo>
                    <a:pt x="4419" y="2118"/>
                    <a:pt x="4073" y="2253"/>
                    <a:pt x="3812" y="2514"/>
                  </a:cubicBezTo>
                  <a:lnTo>
                    <a:pt x="2514" y="3813"/>
                  </a:lnTo>
                  <a:cubicBezTo>
                    <a:pt x="2059" y="4268"/>
                    <a:pt x="1988" y="4980"/>
                    <a:pt x="2345" y="5516"/>
                  </a:cubicBezTo>
                  <a:lnTo>
                    <a:pt x="3516" y="7273"/>
                  </a:lnTo>
                  <a:cubicBezTo>
                    <a:pt x="3380" y="7555"/>
                    <a:pt x="3258" y="7844"/>
                    <a:pt x="3154" y="8144"/>
                  </a:cubicBezTo>
                  <a:lnTo>
                    <a:pt x="1085" y="8558"/>
                  </a:lnTo>
                  <a:cubicBezTo>
                    <a:pt x="454" y="8684"/>
                    <a:pt x="0" y="9238"/>
                    <a:pt x="0" y="9882"/>
                  </a:cubicBezTo>
                  <a:lnTo>
                    <a:pt x="0" y="11718"/>
                  </a:lnTo>
                  <a:cubicBezTo>
                    <a:pt x="0" y="12361"/>
                    <a:pt x="454" y="12916"/>
                    <a:pt x="1085" y="13042"/>
                  </a:cubicBezTo>
                  <a:lnTo>
                    <a:pt x="3154" y="13456"/>
                  </a:lnTo>
                  <a:cubicBezTo>
                    <a:pt x="3258" y="13755"/>
                    <a:pt x="3380" y="14046"/>
                    <a:pt x="3516" y="14326"/>
                  </a:cubicBezTo>
                  <a:lnTo>
                    <a:pt x="2345" y="16083"/>
                  </a:lnTo>
                  <a:cubicBezTo>
                    <a:pt x="1988" y="16619"/>
                    <a:pt x="2059" y="17332"/>
                    <a:pt x="2514" y="17787"/>
                  </a:cubicBezTo>
                  <a:lnTo>
                    <a:pt x="3812" y="19086"/>
                  </a:lnTo>
                  <a:cubicBezTo>
                    <a:pt x="4073" y="19346"/>
                    <a:pt x="4419" y="19482"/>
                    <a:pt x="4767" y="19482"/>
                  </a:cubicBezTo>
                  <a:cubicBezTo>
                    <a:pt x="5026" y="19482"/>
                    <a:pt x="5287" y="19406"/>
                    <a:pt x="5516" y="19254"/>
                  </a:cubicBezTo>
                  <a:lnTo>
                    <a:pt x="7273" y="18083"/>
                  </a:lnTo>
                  <a:cubicBezTo>
                    <a:pt x="7554" y="18220"/>
                    <a:pt x="7843" y="18341"/>
                    <a:pt x="8143" y="18445"/>
                  </a:cubicBezTo>
                  <a:lnTo>
                    <a:pt x="8557" y="20514"/>
                  </a:lnTo>
                  <a:cubicBezTo>
                    <a:pt x="8684" y="21146"/>
                    <a:pt x="9238" y="21599"/>
                    <a:pt x="9881" y="21599"/>
                  </a:cubicBezTo>
                  <a:lnTo>
                    <a:pt x="11717" y="21599"/>
                  </a:lnTo>
                  <a:cubicBezTo>
                    <a:pt x="12361" y="21599"/>
                    <a:pt x="12916" y="21146"/>
                    <a:pt x="13041" y="20514"/>
                  </a:cubicBezTo>
                  <a:lnTo>
                    <a:pt x="13456" y="18445"/>
                  </a:lnTo>
                  <a:cubicBezTo>
                    <a:pt x="13755" y="18341"/>
                    <a:pt x="14046" y="18219"/>
                    <a:pt x="14326" y="18083"/>
                  </a:cubicBezTo>
                  <a:lnTo>
                    <a:pt x="16084" y="19254"/>
                  </a:lnTo>
                  <a:cubicBezTo>
                    <a:pt x="16312" y="19406"/>
                    <a:pt x="16573" y="19482"/>
                    <a:pt x="16831" y="19482"/>
                  </a:cubicBezTo>
                  <a:cubicBezTo>
                    <a:pt x="17181" y="19482"/>
                    <a:pt x="17526" y="19346"/>
                    <a:pt x="17787" y="19086"/>
                  </a:cubicBezTo>
                  <a:lnTo>
                    <a:pt x="19085" y="17787"/>
                  </a:lnTo>
                  <a:cubicBezTo>
                    <a:pt x="19540" y="17332"/>
                    <a:pt x="19611" y="16619"/>
                    <a:pt x="19254" y="16083"/>
                  </a:cubicBezTo>
                  <a:lnTo>
                    <a:pt x="18082" y="14326"/>
                  </a:lnTo>
                  <a:cubicBezTo>
                    <a:pt x="18219" y="14045"/>
                    <a:pt x="18341" y="13755"/>
                    <a:pt x="18445" y="13456"/>
                  </a:cubicBezTo>
                  <a:lnTo>
                    <a:pt x="20513" y="13042"/>
                  </a:lnTo>
                  <a:cubicBezTo>
                    <a:pt x="21145" y="12916"/>
                    <a:pt x="21599" y="12361"/>
                    <a:pt x="21599" y="11718"/>
                  </a:cubicBezTo>
                  <a:lnTo>
                    <a:pt x="21599" y="9882"/>
                  </a:lnTo>
                  <a:cubicBezTo>
                    <a:pt x="21599" y="9238"/>
                    <a:pt x="21145" y="8684"/>
                    <a:pt x="20513" y="8558"/>
                  </a:cubicBezTo>
                </a:path>
              </a:pathLst>
            </a:custGeom>
            <a:grpFill/>
            <a:ln>
              <a:noFill/>
            </a:ln>
            <a:effectLst/>
          </p:spPr>
          <p:txBody>
            <a:bodyPr lIns="25400" tIns="25400" rIns="25400" bIns="2540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304165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  <a:sym typeface="Gill Sans" panose="020B0502020104020203" charset="0"/>
              </a:endParaRPr>
            </a:p>
          </p:txBody>
        </p:sp>
        <p:sp>
          <p:nvSpPr>
            <p:cNvPr id="17" name="AutoShape 124"/>
            <p:cNvSpPr/>
            <p:nvPr>
              <p:custDataLst>
                <p:tags r:id="rId25"/>
              </p:custDataLst>
            </p:nvPr>
          </p:nvSpPr>
          <p:spPr bwMode="auto">
            <a:xfrm>
              <a:off x="3292736" y="2245717"/>
              <a:ext cx="157173" cy="157173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10800" y="20250"/>
                  </a:moveTo>
                  <a:cubicBezTo>
                    <a:pt x="5580" y="20250"/>
                    <a:pt x="1350" y="16017"/>
                    <a:pt x="1350" y="10800"/>
                  </a:cubicBezTo>
                  <a:cubicBezTo>
                    <a:pt x="1350" y="5582"/>
                    <a:pt x="5580" y="1349"/>
                    <a:pt x="10800" y="1349"/>
                  </a:cubicBezTo>
                  <a:cubicBezTo>
                    <a:pt x="16016" y="1349"/>
                    <a:pt x="20250" y="5582"/>
                    <a:pt x="20250" y="10800"/>
                  </a:cubicBezTo>
                  <a:cubicBezTo>
                    <a:pt x="20250" y="16017"/>
                    <a:pt x="16016" y="20250"/>
                    <a:pt x="10800" y="20250"/>
                  </a:cubicBezTo>
                  <a:moveTo>
                    <a:pt x="10800" y="0"/>
                  </a:moveTo>
                  <a:cubicBezTo>
                    <a:pt x="4836" y="0"/>
                    <a:pt x="0" y="4836"/>
                    <a:pt x="0" y="10800"/>
                  </a:cubicBezTo>
                  <a:cubicBezTo>
                    <a:pt x="0" y="16763"/>
                    <a:pt x="4836" y="21600"/>
                    <a:pt x="10800" y="21600"/>
                  </a:cubicBezTo>
                  <a:cubicBezTo>
                    <a:pt x="16763" y="21600"/>
                    <a:pt x="21599" y="16763"/>
                    <a:pt x="21599" y="10800"/>
                  </a:cubicBezTo>
                  <a:cubicBezTo>
                    <a:pt x="21599" y="4836"/>
                    <a:pt x="16763" y="0"/>
                    <a:pt x="10800" y="0"/>
                  </a:cubicBezTo>
                </a:path>
              </a:pathLst>
            </a:custGeom>
            <a:grpFill/>
            <a:ln>
              <a:noFill/>
            </a:ln>
            <a:effectLst/>
          </p:spPr>
          <p:txBody>
            <a:bodyPr lIns="25400" tIns="25400" rIns="25400" bIns="2540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304165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  <a:sym typeface="Gill Sans" panose="020B0502020104020203" charset="0"/>
              </a:endParaRPr>
            </a:p>
          </p:txBody>
        </p:sp>
        <p:sp>
          <p:nvSpPr>
            <p:cNvPr id="18" name="AutoShape 125"/>
            <p:cNvSpPr/>
            <p:nvPr>
              <p:custDataLst>
                <p:tags r:id="rId26"/>
              </p:custDataLst>
            </p:nvPr>
          </p:nvSpPr>
          <p:spPr bwMode="auto">
            <a:xfrm>
              <a:off x="3325891" y="2279484"/>
              <a:ext cx="90253" cy="90253"/>
            </a:xfrm>
            <a:custGeom>
              <a:avLst/>
              <a:gdLst>
                <a:gd name="T0" fmla="*/ 10800 w 21600"/>
                <a:gd name="T1" fmla="*/ 10800 h 21600"/>
                <a:gd name="T2" fmla="*/ 10800 w 21600"/>
                <a:gd name="T3" fmla="*/ 10800 h 21600"/>
                <a:gd name="T4" fmla="*/ 10800 w 21600"/>
                <a:gd name="T5" fmla="*/ 10800 h 21600"/>
                <a:gd name="T6" fmla="*/ 10800 w 21600"/>
                <a:gd name="T7" fmla="*/ 108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00" h="21600">
                  <a:moveTo>
                    <a:pt x="10800" y="18900"/>
                  </a:moveTo>
                  <a:cubicBezTo>
                    <a:pt x="6328" y="18900"/>
                    <a:pt x="2699" y="15271"/>
                    <a:pt x="2699" y="10800"/>
                  </a:cubicBezTo>
                  <a:cubicBezTo>
                    <a:pt x="2699" y="6329"/>
                    <a:pt x="6328" y="2700"/>
                    <a:pt x="10800" y="2700"/>
                  </a:cubicBezTo>
                  <a:cubicBezTo>
                    <a:pt x="15271" y="2700"/>
                    <a:pt x="18899" y="6329"/>
                    <a:pt x="18899" y="10800"/>
                  </a:cubicBezTo>
                  <a:cubicBezTo>
                    <a:pt x="18899" y="15271"/>
                    <a:pt x="15271" y="18900"/>
                    <a:pt x="10800" y="18900"/>
                  </a:cubicBezTo>
                  <a:moveTo>
                    <a:pt x="10800" y="0"/>
                  </a:moveTo>
                  <a:cubicBezTo>
                    <a:pt x="4830" y="0"/>
                    <a:pt x="0" y="4833"/>
                    <a:pt x="0" y="10800"/>
                  </a:cubicBezTo>
                  <a:cubicBezTo>
                    <a:pt x="0" y="16766"/>
                    <a:pt x="4830" y="21599"/>
                    <a:pt x="10800" y="21599"/>
                  </a:cubicBezTo>
                  <a:cubicBezTo>
                    <a:pt x="16764" y="21599"/>
                    <a:pt x="21600" y="16766"/>
                    <a:pt x="21600" y="10800"/>
                  </a:cubicBezTo>
                  <a:cubicBezTo>
                    <a:pt x="21600" y="4833"/>
                    <a:pt x="16764" y="0"/>
                    <a:pt x="10800" y="0"/>
                  </a:cubicBezTo>
                </a:path>
              </a:pathLst>
            </a:custGeom>
            <a:grpFill/>
            <a:ln>
              <a:noFill/>
            </a:ln>
            <a:effectLst/>
          </p:spPr>
          <p:txBody>
            <a:bodyPr lIns="25400" tIns="25400" rIns="25400" bIns="2540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304165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00D10">
                    <a:lumMod val="75000"/>
                    <a:lumOff val="25000"/>
                  </a:srgbClr>
                </a:solidFill>
                <a:effectLst>
                  <a:outerShdw blurRad="38100" dist="38100" dir="2700000" algn="tl">
                    <a:srgbClr val="000000"/>
                  </a:outerShdw>
                </a:effectLst>
                <a:uLnTx/>
                <a:uFillTx/>
                <a:latin typeface="kitty原始猫咪中文智能手机字体" panose="02000500000000000000" charset="-122"/>
                <a:ea typeface="kitty原始猫咪中文智能手机字体" panose="02000500000000000000" charset="-122"/>
                <a:cs typeface="kitty原始猫咪中文智能手机字体" panose="02000500000000000000" charset="-122"/>
                <a:sym typeface="Gill Sans" panose="020B0502020104020203" charset="0"/>
              </a:endParaRPr>
            </a:p>
          </p:txBody>
        </p:sp>
      </p:grpSp>
      <p:sp>
        <p:nvSpPr>
          <p:cNvPr id="35" name="Shape8"/>
          <p:cNvSpPr/>
          <p:nvPr>
            <p:custDataLst>
              <p:tags r:id="rId17"/>
            </p:custDataLst>
          </p:nvPr>
        </p:nvSpPr>
        <p:spPr bwMode="auto">
          <a:xfrm>
            <a:off x="7448938" y="4188674"/>
            <a:ext cx="484652" cy="488323"/>
          </a:xfrm>
          <a:custGeom>
            <a:avLst/>
            <a:gdLst>
              <a:gd name="connsiteX0" fmla="*/ 126740 w 391307"/>
              <a:gd name="connsiteY0" fmla="*/ 235716 h 394271"/>
              <a:gd name="connsiteX1" fmla="*/ 28098 w 391307"/>
              <a:gd name="connsiteY1" fmla="*/ 335109 h 394271"/>
              <a:gd name="connsiteX2" fmla="*/ 28206 w 391307"/>
              <a:gd name="connsiteY2" fmla="*/ 335201 h 394271"/>
              <a:gd name="connsiteX3" fmla="*/ 21576 w 391307"/>
              <a:gd name="connsiteY3" fmla="*/ 350808 h 394271"/>
              <a:gd name="connsiteX4" fmla="*/ 43152 w 391307"/>
              <a:gd name="connsiteY4" fmla="*/ 372530 h 394271"/>
              <a:gd name="connsiteX5" fmla="*/ 58623 w 391307"/>
              <a:gd name="connsiteY5" fmla="*/ 365849 h 394271"/>
              <a:gd name="connsiteX6" fmla="*/ 157247 w 391307"/>
              <a:gd name="connsiteY6" fmla="*/ 266492 h 394271"/>
              <a:gd name="connsiteX7" fmla="*/ 126740 w 391307"/>
              <a:gd name="connsiteY7" fmla="*/ 235716 h 394271"/>
              <a:gd name="connsiteX8" fmla="*/ 244507 w 391307"/>
              <a:gd name="connsiteY8" fmla="*/ 61706 h 394271"/>
              <a:gd name="connsiteX9" fmla="*/ 250661 w 391307"/>
              <a:gd name="connsiteY9" fmla="*/ 67877 h 394271"/>
              <a:gd name="connsiteX10" fmla="*/ 244507 w 391307"/>
              <a:gd name="connsiteY10" fmla="*/ 74047 h 394271"/>
              <a:gd name="connsiteX11" fmla="*/ 170605 w 391307"/>
              <a:gd name="connsiteY11" fmla="*/ 148095 h 394271"/>
              <a:gd name="connsiteX12" fmla="*/ 164447 w 391307"/>
              <a:gd name="connsiteY12" fmla="*/ 154265 h 394271"/>
              <a:gd name="connsiteX13" fmla="*/ 158288 w 391307"/>
              <a:gd name="connsiteY13" fmla="*/ 148095 h 394271"/>
              <a:gd name="connsiteX14" fmla="*/ 244507 w 391307"/>
              <a:gd name="connsiteY14" fmla="*/ 61706 h 394271"/>
              <a:gd name="connsiteX15" fmla="*/ 244549 w 391307"/>
              <a:gd name="connsiteY15" fmla="*/ 24643 h 394271"/>
              <a:gd name="connsiteX16" fmla="*/ 122265 w 391307"/>
              <a:gd name="connsiteY16" fmla="*/ 147859 h 394271"/>
              <a:gd name="connsiteX17" fmla="*/ 244549 w 391307"/>
              <a:gd name="connsiteY17" fmla="*/ 271074 h 394271"/>
              <a:gd name="connsiteX18" fmla="*/ 366832 w 391307"/>
              <a:gd name="connsiteY18" fmla="*/ 147859 h 394271"/>
              <a:gd name="connsiteX19" fmla="*/ 244549 w 391307"/>
              <a:gd name="connsiteY19" fmla="*/ 24643 h 394271"/>
              <a:gd name="connsiteX20" fmla="*/ 244549 w 391307"/>
              <a:gd name="connsiteY20" fmla="*/ 0 h 394271"/>
              <a:gd name="connsiteX21" fmla="*/ 391307 w 391307"/>
              <a:gd name="connsiteY21" fmla="*/ 147859 h 394271"/>
              <a:gd name="connsiteX22" fmla="*/ 244549 w 391307"/>
              <a:gd name="connsiteY22" fmla="*/ 295717 h 394271"/>
              <a:gd name="connsiteX23" fmla="*/ 175871 w 391307"/>
              <a:gd name="connsiteY23" fmla="*/ 278467 h 394271"/>
              <a:gd name="connsiteX24" fmla="*/ 73877 w 391307"/>
              <a:gd name="connsiteY24" fmla="*/ 381219 h 394271"/>
              <a:gd name="connsiteX25" fmla="*/ 73895 w 391307"/>
              <a:gd name="connsiteY25" fmla="*/ 381238 h 394271"/>
              <a:gd name="connsiteX26" fmla="*/ 43152 w 391307"/>
              <a:gd name="connsiteY26" fmla="*/ 394271 h 394271"/>
              <a:gd name="connsiteX27" fmla="*/ 0 w 391307"/>
              <a:gd name="connsiteY27" fmla="*/ 350808 h 394271"/>
              <a:gd name="connsiteX28" fmla="*/ 12917 w 391307"/>
              <a:gd name="connsiteY28" fmla="*/ 319812 h 394271"/>
              <a:gd name="connsiteX29" fmla="*/ 12844 w 391307"/>
              <a:gd name="connsiteY29" fmla="*/ 319721 h 394271"/>
              <a:gd name="connsiteX30" fmla="*/ 114874 w 391307"/>
              <a:gd name="connsiteY30" fmla="*/ 216932 h 394271"/>
              <a:gd name="connsiteX31" fmla="*/ 97808 w 391307"/>
              <a:gd name="connsiteY31" fmla="*/ 147859 h 394271"/>
              <a:gd name="connsiteX32" fmla="*/ 244549 w 391307"/>
              <a:gd name="connsiteY32" fmla="*/ 0 h 39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391307" h="394271">
                <a:moveTo>
                  <a:pt x="126740" y="235716"/>
                </a:moveTo>
                <a:lnTo>
                  <a:pt x="28098" y="335109"/>
                </a:lnTo>
                <a:lnTo>
                  <a:pt x="28206" y="335201"/>
                </a:lnTo>
                <a:cubicBezTo>
                  <a:pt x="24130" y="339162"/>
                  <a:pt x="21576" y="344656"/>
                  <a:pt x="21576" y="350808"/>
                </a:cubicBezTo>
                <a:cubicBezTo>
                  <a:pt x="21576" y="362801"/>
                  <a:pt x="31232" y="372530"/>
                  <a:pt x="43152" y="372530"/>
                </a:cubicBezTo>
                <a:cubicBezTo>
                  <a:pt x="49239" y="372530"/>
                  <a:pt x="54692" y="369938"/>
                  <a:pt x="58623" y="365849"/>
                </a:cubicBezTo>
                <a:cubicBezTo>
                  <a:pt x="58623" y="365849"/>
                  <a:pt x="157247" y="266492"/>
                  <a:pt x="157247" y="266492"/>
                </a:cubicBezTo>
                <a:cubicBezTo>
                  <a:pt x="145635" y="257785"/>
                  <a:pt x="135363" y="247435"/>
                  <a:pt x="126740" y="235716"/>
                </a:cubicBezTo>
                <a:close/>
                <a:moveTo>
                  <a:pt x="244507" y="61706"/>
                </a:moveTo>
                <a:cubicBezTo>
                  <a:pt x="247907" y="61706"/>
                  <a:pt x="250661" y="64470"/>
                  <a:pt x="250661" y="67877"/>
                </a:cubicBezTo>
                <a:cubicBezTo>
                  <a:pt x="250661" y="71279"/>
                  <a:pt x="247907" y="74047"/>
                  <a:pt x="244507" y="74047"/>
                </a:cubicBezTo>
                <a:cubicBezTo>
                  <a:pt x="203694" y="74047"/>
                  <a:pt x="170605" y="107206"/>
                  <a:pt x="170605" y="148095"/>
                </a:cubicBezTo>
                <a:cubicBezTo>
                  <a:pt x="170605" y="151497"/>
                  <a:pt x="167847" y="154265"/>
                  <a:pt x="164447" y="154265"/>
                </a:cubicBezTo>
                <a:cubicBezTo>
                  <a:pt x="161042" y="154265"/>
                  <a:pt x="158288" y="151497"/>
                  <a:pt x="158288" y="148095"/>
                </a:cubicBezTo>
                <a:cubicBezTo>
                  <a:pt x="158288" y="100380"/>
                  <a:pt x="196886" y="61706"/>
                  <a:pt x="244507" y="61706"/>
                </a:cubicBezTo>
                <a:close/>
                <a:moveTo>
                  <a:pt x="244549" y="24643"/>
                </a:moveTo>
                <a:cubicBezTo>
                  <a:pt x="177030" y="24643"/>
                  <a:pt x="122265" y="79807"/>
                  <a:pt x="122265" y="147859"/>
                </a:cubicBezTo>
                <a:cubicBezTo>
                  <a:pt x="122265" y="215892"/>
                  <a:pt x="177030" y="271074"/>
                  <a:pt x="244549" y="271074"/>
                </a:cubicBezTo>
                <a:cubicBezTo>
                  <a:pt x="312086" y="271074"/>
                  <a:pt x="366832" y="215892"/>
                  <a:pt x="366832" y="147859"/>
                </a:cubicBezTo>
                <a:cubicBezTo>
                  <a:pt x="366832" y="79807"/>
                  <a:pt x="312086" y="24643"/>
                  <a:pt x="244549" y="24643"/>
                </a:cubicBezTo>
                <a:close/>
                <a:moveTo>
                  <a:pt x="244549" y="0"/>
                </a:moveTo>
                <a:cubicBezTo>
                  <a:pt x="325600" y="0"/>
                  <a:pt x="391307" y="66190"/>
                  <a:pt x="391307" y="147859"/>
                </a:cubicBezTo>
                <a:cubicBezTo>
                  <a:pt x="391307" y="229509"/>
                  <a:pt x="325600" y="295717"/>
                  <a:pt x="244549" y="295717"/>
                </a:cubicBezTo>
                <a:cubicBezTo>
                  <a:pt x="219712" y="295717"/>
                  <a:pt x="196360" y="289438"/>
                  <a:pt x="175871" y="278467"/>
                </a:cubicBezTo>
                <a:lnTo>
                  <a:pt x="73877" y="381219"/>
                </a:lnTo>
                <a:lnTo>
                  <a:pt x="73895" y="381238"/>
                </a:lnTo>
                <a:cubicBezTo>
                  <a:pt x="66069" y="389288"/>
                  <a:pt x="55199" y="394271"/>
                  <a:pt x="43152" y="394271"/>
                </a:cubicBezTo>
                <a:cubicBezTo>
                  <a:pt x="19311" y="394271"/>
                  <a:pt x="0" y="374812"/>
                  <a:pt x="0" y="350808"/>
                </a:cubicBezTo>
                <a:cubicBezTo>
                  <a:pt x="0" y="338651"/>
                  <a:pt x="4964" y="327716"/>
                  <a:pt x="12917" y="319812"/>
                </a:cubicBezTo>
                <a:lnTo>
                  <a:pt x="12844" y="319721"/>
                </a:lnTo>
                <a:lnTo>
                  <a:pt x="114874" y="216932"/>
                </a:lnTo>
                <a:cubicBezTo>
                  <a:pt x="104022" y="196305"/>
                  <a:pt x="97808" y="172812"/>
                  <a:pt x="97808" y="147859"/>
                </a:cubicBezTo>
                <a:cubicBezTo>
                  <a:pt x="97808" y="66190"/>
                  <a:pt x="163516" y="0"/>
                  <a:pt x="244549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lIns="25400" tIns="25400" rIns="25400" bIns="2540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304165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000D10">
                  <a:lumMod val="75000"/>
                  <a:lumOff val="25000"/>
                </a:srgbClr>
              </a:solidFill>
              <a:effectLst>
                <a:outerShdw blurRad="38100" dist="38100" dir="2700000" algn="tl">
                  <a:srgbClr val="000000"/>
                </a:outerShdw>
              </a:effectLst>
              <a:uLnTx/>
              <a:uFillTx/>
              <a:latin typeface="kitty原始猫咪中文智能手机字体" panose="02000500000000000000" charset="-122"/>
              <a:ea typeface="kitty原始猫咪中文智能手机字体" panose="02000500000000000000" charset="-122"/>
              <a:cs typeface="kitty原始猫咪中文智能手机字体" panose="02000500000000000000" charset="-122"/>
              <a:sym typeface="Gill Sans" panose="020B0502020104020203" charset="0"/>
            </a:endParaRPr>
          </a:p>
        </p:txBody>
      </p:sp>
      <p:grpSp>
        <p:nvGrpSpPr>
          <p:cNvPr id="37" name="Text9"/>
          <p:cNvGrpSpPr/>
          <p:nvPr>
            <p:custDataLst>
              <p:tags r:id="rId18"/>
            </p:custDataLst>
          </p:nvPr>
        </p:nvGrpSpPr>
        <p:grpSpPr>
          <a:xfrm rot="5400000">
            <a:off x="301973" y="271071"/>
            <a:ext cx="505353" cy="624371"/>
            <a:chOff x="-349093" y="-87119"/>
            <a:chExt cx="698188" cy="862623"/>
          </a:xfrm>
        </p:grpSpPr>
        <p:sp>
          <p:nvSpPr>
            <p:cNvPr id="38" name="等腰三角形 37"/>
            <p:cNvSpPr/>
            <p:nvPr>
              <p:custDataLst>
                <p:tags r:id="rId22"/>
              </p:custDataLst>
            </p:nvPr>
          </p:nvSpPr>
          <p:spPr>
            <a:xfrm>
              <a:off x="-349093" y="173620"/>
              <a:ext cx="698186" cy="601884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思源黑体 CN Bold" panose="020B0800000000000000" pitchFamily="34" charset="-122"/>
                <a:cs typeface="+mn-ea"/>
                <a:sym typeface="Open Sans" panose="020B0606030504020204" pitchFamily="34" charset="0"/>
              </a:endParaRPr>
            </a:p>
          </p:txBody>
        </p:sp>
        <p:sp>
          <p:nvSpPr>
            <p:cNvPr id="39" name="等腰三角形 38"/>
            <p:cNvSpPr/>
            <p:nvPr>
              <p:custDataLst>
                <p:tags r:id="rId23"/>
              </p:custDataLst>
            </p:nvPr>
          </p:nvSpPr>
          <p:spPr>
            <a:xfrm>
              <a:off x="-349091" y="-87119"/>
              <a:ext cx="698186" cy="601885"/>
            </a:xfrm>
            <a:prstGeom prst="triangl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思源黑体 CN Bold" panose="020B0800000000000000" pitchFamily="34" charset="-122"/>
                <a:cs typeface="+mn-ea"/>
                <a:sym typeface="Open Sans" panose="020B0606030504020204" pitchFamily="34" charset="0"/>
              </a:endParaRPr>
            </a:p>
          </p:txBody>
        </p:sp>
      </p:grpSp>
      <p:sp>
        <p:nvSpPr>
          <p:cNvPr id="40" name="Text10"/>
          <p:cNvSpPr txBox="1"/>
          <p:nvPr>
            <p:custDataLst>
              <p:tags r:id="rId19"/>
            </p:custDataLst>
          </p:nvPr>
        </p:nvSpPr>
        <p:spPr>
          <a:xfrm>
            <a:off x="971610" y="223083"/>
            <a:ext cx="9162990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AI相关数据模型</a:t>
            </a:r>
          </a:p>
        </p:txBody>
      </p:sp>
      <p:sp>
        <p:nvSpPr>
          <p:cNvPr id="41" name="椭圆 40-【1】"/>
          <p:cNvSpPr/>
          <p:nvPr>
            <p:custDataLst>
              <p:tags r:id="rId20"/>
            </p:custDataLst>
          </p:nvPr>
        </p:nvSpPr>
        <p:spPr>
          <a:xfrm>
            <a:off x="11457773" y="383353"/>
            <a:ext cx="175648" cy="17564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42" name="椭圆 41-【1】"/>
          <p:cNvSpPr/>
          <p:nvPr>
            <p:custDataLst>
              <p:tags r:id="rId21"/>
            </p:custDataLst>
          </p:nvPr>
        </p:nvSpPr>
        <p:spPr>
          <a:xfrm>
            <a:off x="11711552" y="383353"/>
            <a:ext cx="175648" cy="175648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custDataLst>
      <p:tags r:id="rId1"/>
    </p:custData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角星"/>
          <p:cNvSpPr/>
          <p:nvPr/>
        </p:nvSpPr>
        <p:spPr>
          <a:xfrm>
            <a:off x="5840730" y="2882582"/>
            <a:ext cx="301625" cy="300355"/>
          </a:xfrm>
          <a:custGeom>
            <a:avLst/>
            <a:gdLst>
              <a:gd name="T0" fmla="*/ 11209 w 11256"/>
              <a:gd name="T1" fmla="*/ 4253 h 11213"/>
              <a:gd name="T2" fmla="*/ 10891 w 11256"/>
              <a:gd name="T3" fmla="*/ 3984 h 11213"/>
              <a:gd name="T4" fmla="*/ 7510 w 11256"/>
              <a:gd name="T5" fmla="*/ 3462 h 11213"/>
              <a:gd name="T6" fmla="*/ 6001 w 11256"/>
              <a:gd name="T7" fmla="*/ 230 h 11213"/>
              <a:gd name="T8" fmla="*/ 5640 w 11256"/>
              <a:gd name="T9" fmla="*/ 0 h 11213"/>
              <a:gd name="T10" fmla="*/ 5640 w 11256"/>
              <a:gd name="T11" fmla="*/ 0 h 11213"/>
              <a:gd name="T12" fmla="*/ 5279 w 11256"/>
              <a:gd name="T13" fmla="*/ 230 h 11213"/>
              <a:gd name="T14" fmla="*/ 3756 w 11256"/>
              <a:gd name="T15" fmla="*/ 3455 h 11213"/>
              <a:gd name="T16" fmla="*/ 370 w 11256"/>
              <a:gd name="T17" fmla="*/ 3965 h 11213"/>
              <a:gd name="T18" fmla="*/ 49 w 11256"/>
              <a:gd name="T19" fmla="*/ 4231 h 11213"/>
              <a:gd name="T20" fmla="*/ 142 w 11256"/>
              <a:gd name="T21" fmla="*/ 4638 h 11213"/>
              <a:gd name="T22" fmla="*/ 2597 w 11256"/>
              <a:gd name="T23" fmla="*/ 7164 h 11213"/>
              <a:gd name="T24" fmla="*/ 2010 w 11256"/>
              <a:gd name="T25" fmla="*/ 10725 h 11213"/>
              <a:gd name="T26" fmla="*/ 2174 w 11256"/>
              <a:gd name="T27" fmla="*/ 11116 h 11213"/>
              <a:gd name="T28" fmla="*/ 2597 w 11256"/>
              <a:gd name="T29" fmla="*/ 11140 h 11213"/>
              <a:gd name="T30" fmla="*/ 5620 w 11256"/>
              <a:gd name="T31" fmla="*/ 9478 h 11213"/>
              <a:gd name="T32" fmla="*/ 8637 w 11256"/>
              <a:gd name="T33" fmla="*/ 11151 h 11213"/>
              <a:gd name="T34" fmla="*/ 8831 w 11256"/>
              <a:gd name="T35" fmla="*/ 11200 h 11213"/>
              <a:gd name="T36" fmla="*/ 8839 w 11256"/>
              <a:gd name="T37" fmla="*/ 11200 h 11213"/>
              <a:gd name="T38" fmla="*/ 9239 w 11256"/>
              <a:gd name="T39" fmla="*/ 10800 h 11213"/>
              <a:gd name="T40" fmla="*/ 9213 w 11256"/>
              <a:gd name="T41" fmla="*/ 10658 h 11213"/>
              <a:gd name="T42" fmla="*/ 8652 w 11256"/>
              <a:gd name="T43" fmla="*/ 7175 h 11213"/>
              <a:gd name="T44" fmla="*/ 11114 w 11256"/>
              <a:gd name="T45" fmla="*/ 4659 h 11213"/>
              <a:gd name="T46" fmla="*/ 11209 w 11256"/>
              <a:gd name="T47" fmla="*/ 4253 h 1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1256" h="11213">
                <a:moveTo>
                  <a:pt x="11209" y="4253"/>
                </a:moveTo>
                <a:cubicBezTo>
                  <a:pt x="11161" y="4111"/>
                  <a:pt x="11039" y="4008"/>
                  <a:pt x="10891" y="3984"/>
                </a:cubicBezTo>
                <a:lnTo>
                  <a:pt x="7510" y="3462"/>
                </a:lnTo>
                <a:lnTo>
                  <a:pt x="6001" y="230"/>
                </a:lnTo>
                <a:cubicBezTo>
                  <a:pt x="5934" y="90"/>
                  <a:pt x="5795" y="0"/>
                  <a:pt x="5640" y="0"/>
                </a:cubicBezTo>
                <a:lnTo>
                  <a:pt x="5640" y="0"/>
                </a:lnTo>
                <a:cubicBezTo>
                  <a:pt x="5485" y="0"/>
                  <a:pt x="5345" y="88"/>
                  <a:pt x="5279" y="230"/>
                </a:cubicBezTo>
                <a:lnTo>
                  <a:pt x="3756" y="3455"/>
                </a:lnTo>
                <a:lnTo>
                  <a:pt x="370" y="3965"/>
                </a:lnTo>
                <a:cubicBezTo>
                  <a:pt x="221" y="3986"/>
                  <a:pt x="99" y="4090"/>
                  <a:pt x="49" y="4231"/>
                </a:cubicBezTo>
                <a:cubicBezTo>
                  <a:pt x="0" y="4373"/>
                  <a:pt x="36" y="4530"/>
                  <a:pt x="142" y="4638"/>
                </a:cubicBezTo>
                <a:lnTo>
                  <a:pt x="2597" y="7164"/>
                </a:lnTo>
                <a:lnTo>
                  <a:pt x="2010" y="10725"/>
                </a:lnTo>
                <a:cubicBezTo>
                  <a:pt x="1984" y="10875"/>
                  <a:pt x="2049" y="11028"/>
                  <a:pt x="2174" y="11116"/>
                </a:cubicBezTo>
                <a:cubicBezTo>
                  <a:pt x="2298" y="11204"/>
                  <a:pt x="2464" y="11213"/>
                  <a:pt x="2597" y="11140"/>
                </a:cubicBezTo>
                <a:lnTo>
                  <a:pt x="5620" y="9478"/>
                </a:lnTo>
                <a:lnTo>
                  <a:pt x="8637" y="11151"/>
                </a:lnTo>
                <a:cubicBezTo>
                  <a:pt x="8697" y="11183"/>
                  <a:pt x="8764" y="11200"/>
                  <a:pt x="8831" y="11200"/>
                </a:cubicBezTo>
                <a:lnTo>
                  <a:pt x="8839" y="11200"/>
                </a:lnTo>
                <a:cubicBezTo>
                  <a:pt x="9061" y="11200"/>
                  <a:pt x="9239" y="11022"/>
                  <a:pt x="9239" y="10800"/>
                </a:cubicBezTo>
                <a:cubicBezTo>
                  <a:pt x="9239" y="10751"/>
                  <a:pt x="9231" y="10703"/>
                  <a:pt x="9213" y="10658"/>
                </a:cubicBezTo>
                <a:lnTo>
                  <a:pt x="8652" y="7175"/>
                </a:lnTo>
                <a:lnTo>
                  <a:pt x="11114" y="4659"/>
                </a:lnTo>
                <a:cubicBezTo>
                  <a:pt x="11219" y="4552"/>
                  <a:pt x="11256" y="4395"/>
                  <a:pt x="11209" y="425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99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组合 6"/>
          <p:cNvGrpSpPr/>
          <p:nvPr/>
        </p:nvGrpSpPr>
        <p:grpSpPr>
          <a:xfrm flipH="1">
            <a:off x="6198870" y="2958147"/>
            <a:ext cx="777240" cy="156845"/>
            <a:chOff x="4887865" y="3342962"/>
            <a:chExt cx="713775" cy="156845"/>
          </a:xfrm>
        </p:grpSpPr>
        <p:sp>
          <p:nvSpPr>
            <p:cNvPr id="14" name="平行四边形 13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5" name="平行四边形 14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8" name="Text1"/>
          <p:cNvSpPr txBox="1"/>
          <p:nvPr>
            <p:custDataLst>
              <p:tags r:id="rId2"/>
            </p:custDataLst>
          </p:nvPr>
        </p:nvSpPr>
        <p:spPr>
          <a:xfrm>
            <a:off x="527050" y="3327717"/>
            <a:ext cx="11137900" cy="1350645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1000" b="1" kern="1200" spc="-150">
                <a:solidFill>
                  <a:srgbClr val="8034FF"/>
                </a:solidFill>
                <a:latin typeface="Avenir LT Pro 65 Medium" panose="020B0603020203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6000" spc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字体圈欣意冠黑体" panose="00000500000000000000" charset="-122"/>
                <a:sym typeface="+mn-lt"/>
              </a:rPr>
              <a:t>核心功能实现</a:t>
            </a:r>
          </a:p>
        </p:txBody>
      </p:sp>
      <p:sp>
        <p:nvSpPr>
          <p:cNvPr id="9" name="Text2"/>
          <p:cNvSpPr txBox="1"/>
          <p:nvPr>
            <p:custDataLst>
              <p:tags r:id="rId3"/>
            </p:custDataLst>
          </p:nvPr>
        </p:nvSpPr>
        <p:spPr>
          <a:xfrm>
            <a:off x="528955" y="4815522"/>
            <a:ext cx="11135360" cy="878205"/>
          </a:xfrm>
          <a:prstGeom prst="rect">
            <a:avLst/>
          </a:prstGeom>
          <a:noFill/>
        </p:spPr>
        <p:txBody>
          <a:bodyPr wrap="square" rtlCol="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solidFill>
                  <a:schemeClr val="bg2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Open Sans" panose="020B0606030504020204" pitchFamily="34" charset="0"/>
              </a:rPr>
              <a:t>Implementation of core functions</a:t>
            </a:r>
          </a:p>
        </p:txBody>
      </p:sp>
      <p:sp>
        <p:nvSpPr>
          <p:cNvPr id="10" name="Text3"/>
          <p:cNvSpPr txBox="1"/>
          <p:nvPr>
            <p:custDataLst>
              <p:tags r:id="rId4"/>
            </p:custDataLst>
          </p:nvPr>
        </p:nvSpPr>
        <p:spPr>
          <a:xfrm>
            <a:off x="5006975" y="1164272"/>
            <a:ext cx="2095500" cy="1833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</a:pPr>
            <a:r>
              <a:rPr lang="en-US" altLang="zh-CN" sz="8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</a:p>
        </p:txBody>
      </p:sp>
      <p:grpSp>
        <p:nvGrpSpPr>
          <p:cNvPr id="11" name="组合 10"/>
          <p:cNvGrpSpPr/>
          <p:nvPr/>
        </p:nvGrpSpPr>
        <p:grpSpPr>
          <a:xfrm>
            <a:off x="5006975" y="2958147"/>
            <a:ext cx="777240" cy="156845"/>
            <a:chOff x="4887865" y="3342962"/>
            <a:chExt cx="713775" cy="156845"/>
          </a:xfrm>
        </p:grpSpPr>
        <p:sp>
          <p:nvSpPr>
            <p:cNvPr id="12" name="平行四边形 11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3" name="平行四边形 12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1"/>
          <p:cNvSpPr txBox="1"/>
          <p:nvPr>
            <p:custDataLst>
              <p:tags r:id="rId2"/>
            </p:custDataLst>
          </p:nvPr>
        </p:nvSpPr>
        <p:spPr>
          <a:xfrm>
            <a:off x="347808" y="305152"/>
            <a:ext cx="11496384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基础邮件核心功能</a:t>
            </a:r>
          </a:p>
        </p:txBody>
      </p:sp>
      <p:sp>
        <p:nvSpPr>
          <p:cNvPr id="54" name="Text2"/>
          <p:cNvSpPr/>
          <p:nvPr>
            <p:custDataLst>
              <p:tags r:id="rId3"/>
            </p:custDataLst>
          </p:nvPr>
        </p:nvSpPr>
        <p:spPr>
          <a:xfrm>
            <a:off x="369375" y="3281697"/>
            <a:ext cx="1540643" cy="4577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342900" dist="101600" dir="2700000" sx="98000" sy="98000" algn="tl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Text3"/>
          <p:cNvSpPr/>
          <p:nvPr>
            <p:custDataLst>
              <p:tags r:id="rId4"/>
            </p:custDataLst>
          </p:nvPr>
        </p:nvSpPr>
        <p:spPr>
          <a:xfrm>
            <a:off x="2336539" y="1876779"/>
            <a:ext cx="1540643" cy="4577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>
            <a:outerShdw blurRad="342900" dist="101600" dir="2700000" sx="98000" sy="98000" algn="tl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Text4"/>
          <p:cNvSpPr/>
          <p:nvPr>
            <p:custDataLst>
              <p:tags r:id="rId5"/>
            </p:custDataLst>
          </p:nvPr>
        </p:nvSpPr>
        <p:spPr>
          <a:xfrm>
            <a:off x="4296955" y="3281697"/>
            <a:ext cx="1540643" cy="4577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342900" dist="101600" dir="2700000" sx="98000" sy="98000" algn="tl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" name="Text5"/>
          <p:cNvSpPr/>
          <p:nvPr>
            <p:custDataLst>
              <p:tags r:id="rId6"/>
            </p:custDataLst>
          </p:nvPr>
        </p:nvSpPr>
        <p:spPr>
          <a:xfrm>
            <a:off x="6265230" y="1876779"/>
            <a:ext cx="1540643" cy="4577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>
            <a:outerShdw blurRad="342900" dist="101600" dir="2700000" sx="98000" sy="98000" algn="tl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Text6"/>
          <p:cNvSpPr txBox="1"/>
          <p:nvPr>
            <p:custDataLst>
              <p:tags r:id="rId7"/>
            </p:custDataLst>
          </p:nvPr>
        </p:nvSpPr>
        <p:spPr>
          <a:xfrm>
            <a:off x="449577" y="3332366"/>
            <a:ext cx="1374282" cy="356403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用户鉴权功能</a:t>
            </a:r>
          </a:p>
        </p:txBody>
      </p:sp>
      <p:sp>
        <p:nvSpPr>
          <p:cNvPr id="86" name="Text7"/>
          <p:cNvSpPr txBox="1"/>
          <p:nvPr>
            <p:custDataLst>
              <p:tags r:id="rId8"/>
            </p:custDataLst>
          </p:nvPr>
        </p:nvSpPr>
        <p:spPr>
          <a:xfrm>
            <a:off x="2416741" y="1927448"/>
            <a:ext cx="1374282" cy="356403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邮件收发功能</a:t>
            </a:r>
          </a:p>
        </p:txBody>
      </p:sp>
      <p:sp>
        <p:nvSpPr>
          <p:cNvPr id="89" name="Text8"/>
          <p:cNvSpPr txBox="1"/>
          <p:nvPr>
            <p:custDataLst>
              <p:tags r:id="rId9"/>
            </p:custDataLst>
          </p:nvPr>
        </p:nvSpPr>
        <p:spPr>
          <a:xfrm>
            <a:off x="4377157" y="3332365"/>
            <a:ext cx="1374282" cy="356403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邮件管理功能</a:t>
            </a:r>
          </a:p>
        </p:txBody>
      </p:sp>
      <p:sp>
        <p:nvSpPr>
          <p:cNvPr id="92" name="Text9"/>
          <p:cNvSpPr txBox="1"/>
          <p:nvPr>
            <p:custDataLst>
              <p:tags r:id="rId10"/>
            </p:custDataLst>
          </p:nvPr>
        </p:nvSpPr>
        <p:spPr>
          <a:xfrm>
            <a:off x="6345432" y="1927447"/>
            <a:ext cx="1374282" cy="356403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附件处理功能</a:t>
            </a:r>
          </a:p>
        </p:txBody>
      </p:sp>
      <p:sp>
        <p:nvSpPr>
          <p:cNvPr id="58" name="Text10"/>
          <p:cNvSpPr txBox="1"/>
          <p:nvPr>
            <p:custDataLst>
              <p:tags r:id="rId11"/>
            </p:custDataLst>
          </p:nvPr>
        </p:nvSpPr>
        <p:spPr>
          <a:xfrm>
            <a:off x="275357" y="3915508"/>
            <a:ext cx="1722722" cy="2529679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采用JWT做身份鉴权，结合BCrypt密码加密与Spring Security过滤器链，Token有效期设置为24小时，支持用户注册、登录功能，保障账户访问安全。</a:t>
            </a:r>
          </a:p>
        </p:txBody>
      </p:sp>
      <p:sp>
        <p:nvSpPr>
          <p:cNvPr id="87" name="Text11"/>
          <p:cNvSpPr txBox="1"/>
          <p:nvPr>
            <p:custDataLst>
              <p:tags r:id="rId12"/>
            </p:custDataLst>
          </p:nvPr>
        </p:nvSpPr>
        <p:spPr>
          <a:xfrm>
            <a:off x="2242521" y="2510590"/>
            <a:ext cx="1722722" cy="292254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支持同服务器用户间的站内收发，邮件投递成功后会自动为发件人和所有收件人创建对应的mailbox_item，每个用户仅能查看自己视图内的邮件，符合权限要求。</a:t>
            </a:r>
          </a:p>
        </p:txBody>
      </p:sp>
      <p:sp>
        <p:nvSpPr>
          <p:cNvPr id="90" name="Text12"/>
          <p:cNvSpPr txBox="1"/>
          <p:nvPr>
            <p:custDataLst>
              <p:tags r:id="rId13"/>
            </p:custDataLst>
          </p:nvPr>
        </p:nvSpPr>
        <p:spPr>
          <a:xfrm>
            <a:off x="4202936" y="3915509"/>
            <a:ext cx="1722722" cy="2529678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提供系统默认的五个文件夹视图，支持软删除功能，仅修改mailbox_item标记不删除原始mail_message；支持按主题、发件人、正文、分类多字段搜索，提升查找效率。</a:t>
            </a:r>
          </a:p>
        </p:txBody>
      </p:sp>
      <p:sp>
        <p:nvSpPr>
          <p:cNvPr id="93" name="Text13"/>
          <p:cNvSpPr txBox="1"/>
          <p:nvPr>
            <p:custDataLst>
              <p:tags r:id="rId14"/>
            </p:custDataLst>
          </p:nvPr>
        </p:nvSpPr>
        <p:spPr>
          <a:xfrm>
            <a:off x="6171212" y="2510591"/>
            <a:ext cx="1722722" cy="292254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用户撰写邮件时选择附件即实时上传为待绑定附件，发送成功后才绑定为正式附件，下载时会做权限校验，仅允许有权限的用户下载，保障附件安全。</a:t>
            </a:r>
          </a:p>
        </p:txBody>
      </p:sp>
      <p:sp>
        <p:nvSpPr>
          <p:cNvPr id="2" name="Text14"/>
          <p:cNvSpPr/>
          <p:nvPr>
            <p:custDataLst>
              <p:tags r:id="rId15"/>
            </p:custDataLst>
          </p:nvPr>
        </p:nvSpPr>
        <p:spPr>
          <a:xfrm>
            <a:off x="8319664" y="3281697"/>
            <a:ext cx="1540643" cy="4577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342900" dist="101600" dir="2700000" sx="98000" sy="98000" algn="tl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15"/>
          <p:cNvSpPr/>
          <p:nvPr>
            <p:custDataLst>
              <p:tags r:id="rId16"/>
            </p:custDataLst>
          </p:nvPr>
        </p:nvSpPr>
        <p:spPr>
          <a:xfrm>
            <a:off x="10287939" y="1876779"/>
            <a:ext cx="1540643" cy="4577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>
            <a:outerShdw blurRad="342900" dist="101600" dir="2700000" sx="98000" sy="98000" algn="tl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16"/>
          <p:cNvSpPr txBox="1"/>
          <p:nvPr>
            <p:custDataLst>
              <p:tags r:id="rId17"/>
            </p:custDataLst>
          </p:nvPr>
        </p:nvSpPr>
        <p:spPr>
          <a:xfrm>
            <a:off x="8399866" y="3332365"/>
            <a:ext cx="1374282" cy="356403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同步与提醒功能</a:t>
            </a:r>
          </a:p>
        </p:txBody>
      </p:sp>
      <p:sp>
        <p:nvSpPr>
          <p:cNvPr id="6" name="Text17"/>
          <p:cNvSpPr txBox="1"/>
          <p:nvPr>
            <p:custDataLst>
              <p:tags r:id="rId18"/>
            </p:custDataLst>
          </p:nvPr>
        </p:nvSpPr>
        <p:spPr>
          <a:xfrm>
            <a:off x="10368141" y="1927447"/>
            <a:ext cx="1374282" cy="356403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功能可用性说明</a:t>
            </a:r>
          </a:p>
        </p:txBody>
      </p:sp>
      <p:sp>
        <p:nvSpPr>
          <p:cNvPr id="7" name="Text18"/>
          <p:cNvSpPr txBox="1"/>
          <p:nvPr>
            <p:custDataLst>
              <p:tags r:id="rId19"/>
            </p:custDataLst>
          </p:nvPr>
        </p:nvSpPr>
        <p:spPr>
          <a:xfrm>
            <a:off x="8225646" y="3915508"/>
            <a:ext cx="1722722" cy="252967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支持登录自动拉取最新邮件、手动刷新、定时轮询同步三种同步方式；新邮件会展示未读徽标提醒，本地支持自动保存草稿，避免内容丢失。</a:t>
            </a:r>
          </a:p>
        </p:txBody>
      </p:sp>
      <p:sp>
        <p:nvSpPr>
          <p:cNvPr id="8" name="Text19"/>
          <p:cNvSpPr txBox="1"/>
          <p:nvPr>
            <p:custDataLst>
              <p:tags r:id="rId20"/>
            </p:custDataLst>
          </p:nvPr>
        </p:nvSpPr>
        <p:spPr>
          <a:xfrm>
            <a:off x="10193921" y="2510591"/>
            <a:ext cx="1722722" cy="292254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sz="14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所有基础邮件功能在AI插件关闭的状态下均可完整使用，核心链路不依赖任何AI服务，完全符合项目最初的设计定位，满足基础邮件使用需求。</a:t>
            </a:r>
          </a:p>
        </p:txBody>
      </p:sp>
    </p:spTree>
    <p:custDataLst>
      <p:tags r:id="rId1"/>
    </p:custData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Text1"/>
          <p:cNvCxnSpPr/>
          <p:nvPr>
            <p:custDataLst>
              <p:tags r:id="rId2"/>
            </p:custDataLst>
          </p:nvPr>
        </p:nvCxnSpPr>
        <p:spPr>
          <a:xfrm>
            <a:off x="4107139" y="1779690"/>
            <a:ext cx="2926724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Text2"/>
          <p:cNvCxnSpPr/>
          <p:nvPr>
            <p:custDataLst>
              <p:tags r:id="rId3"/>
            </p:custDataLst>
          </p:nvPr>
        </p:nvCxnSpPr>
        <p:spPr>
          <a:xfrm>
            <a:off x="4425660" y="2872668"/>
            <a:ext cx="2596725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Text3"/>
          <p:cNvCxnSpPr/>
          <p:nvPr>
            <p:custDataLst>
              <p:tags r:id="rId4"/>
            </p:custDataLst>
          </p:nvPr>
        </p:nvCxnSpPr>
        <p:spPr>
          <a:xfrm>
            <a:off x="4853930" y="3924115"/>
            <a:ext cx="2168455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Text4"/>
          <p:cNvCxnSpPr/>
          <p:nvPr>
            <p:custDataLst>
              <p:tags r:id="rId5"/>
            </p:custDataLst>
          </p:nvPr>
        </p:nvCxnSpPr>
        <p:spPr>
          <a:xfrm>
            <a:off x="5199322" y="4864813"/>
            <a:ext cx="1834540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Text5"/>
          <p:cNvCxnSpPr/>
          <p:nvPr>
            <p:custDataLst>
              <p:tags r:id="rId6"/>
            </p:custDataLst>
          </p:nvPr>
        </p:nvCxnSpPr>
        <p:spPr>
          <a:xfrm>
            <a:off x="5592726" y="5827169"/>
            <a:ext cx="1455585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Text6"/>
          <p:cNvGrpSpPr/>
          <p:nvPr>
            <p:custDataLst>
              <p:tags r:id="rId7"/>
            </p:custDataLst>
          </p:nvPr>
        </p:nvGrpSpPr>
        <p:grpSpPr>
          <a:xfrm>
            <a:off x="2303446" y="1467379"/>
            <a:ext cx="1207141" cy="700764"/>
            <a:chOff x="2303446" y="1467379"/>
            <a:chExt cx="1207141" cy="700764"/>
          </a:xfrm>
        </p:grpSpPr>
        <p:sp>
          <p:nvSpPr>
            <p:cNvPr id="101" name="Freeform: Shape 100"/>
            <p:cNvSpPr/>
            <p:nvPr>
              <p:custDataLst>
                <p:tags r:id="rId44"/>
              </p:custDataLst>
            </p:nvPr>
          </p:nvSpPr>
          <p:spPr>
            <a:xfrm>
              <a:off x="2641727" y="1467379"/>
              <a:ext cx="868860" cy="633707"/>
            </a:xfrm>
            <a:custGeom>
              <a:avLst/>
              <a:gdLst>
                <a:gd name="connsiteX0" fmla="*/ 699716 w 868860"/>
                <a:gd name="connsiteY0" fmla="*/ 633708 h 633707"/>
                <a:gd name="connsiteX1" fmla="*/ 0 w 868860"/>
                <a:gd name="connsiteY1" fmla="*/ 633708 h 633707"/>
                <a:gd name="connsiteX2" fmla="*/ 0 w 868860"/>
                <a:gd name="connsiteY2" fmla="*/ 0 h 633707"/>
                <a:gd name="connsiteX3" fmla="*/ 699716 w 868860"/>
                <a:gd name="connsiteY3" fmla="*/ 0 h 633707"/>
                <a:gd name="connsiteX4" fmla="*/ 868861 w 868860"/>
                <a:gd name="connsiteY4" fmla="*/ 316859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8860" h="633707">
                  <a:moveTo>
                    <a:pt x="699716" y="633708"/>
                  </a:moveTo>
                  <a:lnTo>
                    <a:pt x="0" y="633708"/>
                  </a:lnTo>
                  <a:lnTo>
                    <a:pt x="0" y="0"/>
                  </a:lnTo>
                  <a:lnTo>
                    <a:pt x="699716" y="0"/>
                  </a:lnTo>
                  <a:lnTo>
                    <a:pt x="868861" y="316859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5" name="Freeform: Shape 104"/>
            <p:cNvSpPr/>
            <p:nvPr>
              <p:custDataLst>
                <p:tags r:id="rId45"/>
              </p:custDataLst>
            </p:nvPr>
          </p:nvSpPr>
          <p:spPr>
            <a:xfrm>
              <a:off x="2303446" y="2101087"/>
              <a:ext cx="676560" cy="67056"/>
            </a:xfrm>
            <a:custGeom>
              <a:avLst/>
              <a:gdLst>
                <a:gd name="connsiteX0" fmla="*/ 338280 w 676560"/>
                <a:gd name="connsiteY0" fmla="*/ 67056 h 67056"/>
                <a:gd name="connsiteX1" fmla="*/ 0 w 676560"/>
                <a:gd name="connsiteY1" fmla="*/ 0 h 67056"/>
                <a:gd name="connsiteX2" fmla="*/ 676561 w 676560"/>
                <a:gd name="connsiteY2" fmla="*/ 0 h 67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6560" h="67056">
                  <a:moveTo>
                    <a:pt x="338280" y="67056"/>
                  </a:moveTo>
                  <a:lnTo>
                    <a:pt x="0" y="0"/>
                  </a:lnTo>
                  <a:lnTo>
                    <a:pt x="676561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4" name="Freeform: Shape 113"/>
            <p:cNvSpPr/>
            <p:nvPr>
              <p:custDataLst>
                <p:tags r:id="rId46"/>
              </p:custDataLst>
            </p:nvPr>
          </p:nvSpPr>
          <p:spPr>
            <a:xfrm>
              <a:off x="2303446" y="1467379"/>
              <a:ext cx="338280" cy="633707"/>
            </a:xfrm>
            <a:custGeom>
              <a:avLst/>
              <a:gdLst>
                <a:gd name="connsiteX0" fmla="*/ 338280 w 338280"/>
                <a:gd name="connsiteY0" fmla="*/ 0 h 633707"/>
                <a:gd name="connsiteX1" fmla="*/ 338280 w 338280"/>
                <a:gd name="connsiteY1" fmla="*/ 633708 h 633707"/>
                <a:gd name="connsiteX2" fmla="*/ 0 w 338280"/>
                <a:gd name="connsiteY2" fmla="*/ 633708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8280" h="633707">
                  <a:moveTo>
                    <a:pt x="338280" y="0"/>
                  </a:moveTo>
                  <a:lnTo>
                    <a:pt x="338280" y="633708"/>
                  </a:lnTo>
                  <a:lnTo>
                    <a:pt x="0" y="63370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5" name="Freeform: Shape 114"/>
            <p:cNvSpPr/>
            <p:nvPr>
              <p:custDataLst>
                <p:tags r:id="rId47"/>
              </p:custDataLst>
            </p:nvPr>
          </p:nvSpPr>
          <p:spPr>
            <a:xfrm>
              <a:off x="2641727" y="1467379"/>
              <a:ext cx="338280" cy="633707"/>
            </a:xfrm>
            <a:custGeom>
              <a:avLst/>
              <a:gdLst>
                <a:gd name="connsiteX0" fmla="*/ 338280 w 338280"/>
                <a:gd name="connsiteY0" fmla="*/ 633708 h 633707"/>
                <a:gd name="connsiteX1" fmla="*/ 0 w 338280"/>
                <a:gd name="connsiteY1" fmla="*/ 633708 h 633707"/>
                <a:gd name="connsiteX2" fmla="*/ 0 w 338280"/>
                <a:gd name="connsiteY2" fmla="*/ 0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8280" h="633707">
                  <a:moveTo>
                    <a:pt x="338280" y="633708"/>
                  </a:moveTo>
                  <a:lnTo>
                    <a:pt x="0" y="633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4" name="Text7"/>
          <p:cNvGrpSpPr/>
          <p:nvPr>
            <p:custDataLst>
              <p:tags r:id="rId8"/>
            </p:custDataLst>
          </p:nvPr>
        </p:nvGrpSpPr>
        <p:grpSpPr>
          <a:xfrm>
            <a:off x="1874535" y="2553823"/>
            <a:ext cx="2065030" cy="762119"/>
            <a:chOff x="1874535" y="2553823"/>
            <a:chExt cx="2065030" cy="762119"/>
          </a:xfrm>
        </p:grpSpPr>
        <p:sp>
          <p:nvSpPr>
            <p:cNvPr id="102" name="Freeform: Shape 101"/>
            <p:cNvSpPr/>
            <p:nvPr>
              <p:custDataLst>
                <p:tags r:id="rId40"/>
              </p:custDataLst>
            </p:nvPr>
          </p:nvSpPr>
          <p:spPr>
            <a:xfrm>
              <a:off x="2641727" y="2554778"/>
              <a:ext cx="1297838" cy="633707"/>
            </a:xfrm>
            <a:custGeom>
              <a:avLst/>
              <a:gdLst>
                <a:gd name="connsiteX0" fmla="*/ 1128693 w 1297838"/>
                <a:gd name="connsiteY0" fmla="*/ 633708 h 633707"/>
                <a:gd name="connsiteX1" fmla="*/ 0 w 1297838"/>
                <a:gd name="connsiteY1" fmla="*/ 633708 h 633707"/>
                <a:gd name="connsiteX2" fmla="*/ 0 w 1297838"/>
                <a:gd name="connsiteY2" fmla="*/ 0 h 633707"/>
                <a:gd name="connsiteX3" fmla="*/ 1128693 w 1297838"/>
                <a:gd name="connsiteY3" fmla="*/ 0 h 633707"/>
                <a:gd name="connsiteX4" fmla="*/ 1297839 w 1297838"/>
                <a:gd name="connsiteY4" fmla="*/ 316849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97838" h="633707">
                  <a:moveTo>
                    <a:pt x="1128693" y="633708"/>
                  </a:moveTo>
                  <a:lnTo>
                    <a:pt x="0" y="633708"/>
                  </a:lnTo>
                  <a:lnTo>
                    <a:pt x="0" y="0"/>
                  </a:lnTo>
                  <a:lnTo>
                    <a:pt x="1128693" y="0"/>
                  </a:lnTo>
                  <a:lnTo>
                    <a:pt x="1297839" y="31684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6" name="Freeform: Shape 105"/>
            <p:cNvSpPr/>
            <p:nvPr>
              <p:custDataLst>
                <p:tags r:id="rId41"/>
              </p:custDataLst>
            </p:nvPr>
          </p:nvSpPr>
          <p:spPr>
            <a:xfrm>
              <a:off x="1874535" y="3190708"/>
              <a:ext cx="1534391" cy="125234"/>
            </a:xfrm>
            <a:custGeom>
              <a:avLst/>
              <a:gdLst>
                <a:gd name="connsiteX0" fmla="*/ 767191 w 1534391"/>
                <a:gd name="connsiteY0" fmla="*/ 125235 h 125234"/>
                <a:gd name="connsiteX1" fmla="*/ 0 w 1534391"/>
                <a:gd name="connsiteY1" fmla="*/ 0 h 125234"/>
                <a:gd name="connsiteX2" fmla="*/ 1534392 w 1534391"/>
                <a:gd name="connsiteY2" fmla="*/ 0 h 125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34391" h="125233">
                  <a:moveTo>
                    <a:pt x="767191" y="125235"/>
                  </a:moveTo>
                  <a:lnTo>
                    <a:pt x="0" y="0"/>
                  </a:lnTo>
                  <a:lnTo>
                    <a:pt x="1534392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2" name="Freeform: Shape 111"/>
            <p:cNvSpPr/>
            <p:nvPr>
              <p:custDataLst>
                <p:tags r:id="rId42"/>
              </p:custDataLst>
            </p:nvPr>
          </p:nvSpPr>
          <p:spPr>
            <a:xfrm>
              <a:off x="1874535" y="2553823"/>
              <a:ext cx="767191" cy="636885"/>
            </a:xfrm>
            <a:custGeom>
              <a:avLst/>
              <a:gdLst>
                <a:gd name="connsiteX0" fmla="*/ 767191 w 767191"/>
                <a:gd name="connsiteY0" fmla="*/ 0 h 633707"/>
                <a:gd name="connsiteX1" fmla="*/ 767191 w 767191"/>
                <a:gd name="connsiteY1" fmla="*/ 633708 h 633707"/>
                <a:gd name="connsiteX2" fmla="*/ 0 w 767191"/>
                <a:gd name="connsiteY2" fmla="*/ 633708 h 633707"/>
                <a:gd name="connsiteX3" fmla="*/ 338280 w 767191"/>
                <a:gd name="connsiteY3" fmla="*/ 0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7191" h="633707">
                  <a:moveTo>
                    <a:pt x="767191" y="0"/>
                  </a:moveTo>
                  <a:lnTo>
                    <a:pt x="767191" y="633708"/>
                  </a:lnTo>
                  <a:lnTo>
                    <a:pt x="0" y="633708"/>
                  </a:lnTo>
                  <a:lnTo>
                    <a:pt x="338280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lumMod val="75000"/>
                  </a:schemeClr>
                </a:gs>
                <a:gs pos="0">
                  <a:schemeClr val="accent1"/>
                </a:gs>
              </a:gsLst>
              <a:lin ang="2700000" scaled="1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3" name="Freeform: Shape 112"/>
            <p:cNvSpPr/>
            <p:nvPr>
              <p:custDataLst>
                <p:tags r:id="rId43"/>
              </p:custDataLst>
            </p:nvPr>
          </p:nvSpPr>
          <p:spPr>
            <a:xfrm>
              <a:off x="2641727" y="2557001"/>
              <a:ext cx="767200" cy="633707"/>
            </a:xfrm>
            <a:custGeom>
              <a:avLst/>
              <a:gdLst>
                <a:gd name="connsiteX0" fmla="*/ 767201 w 767200"/>
                <a:gd name="connsiteY0" fmla="*/ 633708 h 633707"/>
                <a:gd name="connsiteX1" fmla="*/ 0 w 767200"/>
                <a:gd name="connsiteY1" fmla="*/ 633708 h 633707"/>
                <a:gd name="connsiteX2" fmla="*/ 0 w 767200"/>
                <a:gd name="connsiteY2" fmla="*/ 0 h 633707"/>
                <a:gd name="connsiteX3" fmla="*/ 428911 w 767200"/>
                <a:gd name="connsiteY3" fmla="*/ 0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7200" h="633707">
                  <a:moveTo>
                    <a:pt x="767201" y="633708"/>
                  </a:moveTo>
                  <a:lnTo>
                    <a:pt x="0" y="633708"/>
                  </a:lnTo>
                  <a:lnTo>
                    <a:pt x="0" y="0"/>
                  </a:lnTo>
                  <a:lnTo>
                    <a:pt x="428911" y="0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7" name="Text8"/>
          <p:cNvGrpSpPr/>
          <p:nvPr>
            <p:custDataLst>
              <p:tags r:id="rId9"/>
            </p:custDataLst>
          </p:nvPr>
        </p:nvGrpSpPr>
        <p:grpSpPr>
          <a:xfrm>
            <a:off x="1445529" y="3619173"/>
            <a:ext cx="2923013" cy="817235"/>
            <a:chOff x="1445529" y="3619173"/>
            <a:chExt cx="2923013" cy="817235"/>
          </a:xfrm>
        </p:grpSpPr>
        <p:sp>
          <p:nvSpPr>
            <p:cNvPr id="93" name="Freeform: Shape 92"/>
            <p:cNvSpPr/>
            <p:nvPr>
              <p:custDataLst>
                <p:tags r:id="rId36"/>
              </p:custDataLst>
            </p:nvPr>
          </p:nvSpPr>
          <p:spPr>
            <a:xfrm>
              <a:off x="2641727" y="3619173"/>
              <a:ext cx="1726815" cy="636884"/>
            </a:xfrm>
            <a:custGeom>
              <a:avLst/>
              <a:gdLst>
                <a:gd name="connsiteX0" fmla="*/ 1557671 w 1726815"/>
                <a:gd name="connsiteY0" fmla="*/ 633708 h 633707"/>
                <a:gd name="connsiteX1" fmla="*/ 0 w 1726815"/>
                <a:gd name="connsiteY1" fmla="*/ 633708 h 633707"/>
                <a:gd name="connsiteX2" fmla="*/ 0 w 1726815"/>
                <a:gd name="connsiteY2" fmla="*/ 0 h 633707"/>
                <a:gd name="connsiteX3" fmla="*/ 1557671 w 1726815"/>
                <a:gd name="connsiteY3" fmla="*/ 0 h 633707"/>
                <a:gd name="connsiteX4" fmla="*/ 1726816 w 1726815"/>
                <a:gd name="connsiteY4" fmla="*/ 316859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6815" h="633707">
                  <a:moveTo>
                    <a:pt x="1557671" y="633708"/>
                  </a:moveTo>
                  <a:lnTo>
                    <a:pt x="0" y="633708"/>
                  </a:lnTo>
                  <a:lnTo>
                    <a:pt x="0" y="0"/>
                  </a:lnTo>
                  <a:lnTo>
                    <a:pt x="1557671" y="0"/>
                  </a:lnTo>
                  <a:lnTo>
                    <a:pt x="1726816" y="316859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94" name="Freeform: Shape 93"/>
            <p:cNvSpPr/>
            <p:nvPr>
              <p:custDataLst>
                <p:tags r:id="rId37"/>
              </p:custDataLst>
            </p:nvPr>
          </p:nvSpPr>
          <p:spPr>
            <a:xfrm>
              <a:off x="1445529" y="4252976"/>
              <a:ext cx="2392394" cy="183432"/>
            </a:xfrm>
            <a:custGeom>
              <a:avLst/>
              <a:gdLst>
                <a:gd name="connsiteX0" fmla="*/ 1196197 w 2392394"/>
                <a:gd name="connsiteY0" fmla="*/ 183432 h 183432"/>
                <a:gd name="connsiteX1" fmla="*/ 0 w 2392394"/>
                <a:gd name="connsiteY1" fmla="*/ 0 h 183432"/>
                <a:gd name="connsiteX2" fmla="*/ 2392394 w 2392394"/>
                <a:gd name="connsiteY2" fmla="*/ 0 h 183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92394" h="183432">
                  <a:moveTo>
                    <a:pt x="1196197" y="183432"/>
                  </a:moveTo>
                  <a:lnTo>
                    <a:pt x="0" y="0"/>
                  </a:lnTo>
                  <a:lnTo>
                    <a:pt x="239239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8" name="Freeform: Shape 107"/>
            <p:cNvSpPr/>
            <p:nvPr>
              <p:custDataLst>
                <p:tags r:id="rId38"/>
              </p:custDataLst>
            </p:nvPr>
          </p:nvSpPr>
          <p:spPr>
            <a:xfrm>
              <a:off x="1445615" y="3619173"/>
              <a:ext cx="1196111" cy="633803"/>
            </a:xfrm>
            <a:custGeom>
              <a:avLst/>
              <a:gdLst>
                <a:gd name="connsiteX0" fmla="*/ 1196112 w 1196111"/>
                <a:gd name="connsiteY0" fmla="*/ 0 h 633803"/>
                <a:gd name="connsiteX1" fmla="*/ 1196112 w 1196111"/>
                <a:gd name="connsiteY1" fmla="*/ 633803 h 633803"/>
                <a:gd name="connsiteX2" fmla="*/ 0 w 1196111"/>
                <a:gd name="connsiteY2" fmla="*/ 633803 h 633803"/>
                <a:gd name="connsiteX3" fmla="*/ 338195 w 1196111"/>
                <a:gd name="connsiteY3" fmla="*/ 0 h 6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96111" h="633803">
                  <a:moveTo>
                    <a:pt x="1196112" y="0"/>
                  </a:moveTo>
                  <a:lnTo>
                    <a:pt x="1196112" y="633803"/>
                  </a:lnTo>
                  <a:lnTo>
                    <a:pt x="0" y="633803"/>
                  </a:lnTo>
                  <a:lnTo>
                    <a:pt x="33819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9" name="Freeform: Shape 108"/>
            <p:cNvSpPr/>
            <p:nvPr>
              <p:custDataLst>
                <p:tags r:id="rId39"/>
              </p:custDataLst>
            </p:nvPr>
          </p:nvSpPr>
          <p:spPr>
            <a:xfrm>
              <a:off x="2641727" y="3619173"/>
              <a:ext cx="1196197" cy="633803"/>
            </a:xfrm>
            <a:custGeom>
              <a:avLst/>
              <a:gdLst>
                <a:gd name="connsiteX0" fmla="*/ 1196197 w 1196197"/>
                <a:gd name="connsiteY0" fmla="*/ 633803 h 633803"/>
                <a:gd name="connsiteX1" fmla="*/ 0 w 1196197"/>
                <a:gd name="connsiteY1" fmla="*/ 633803 h 633803"/>
                <a:gd name="connsiteX2" fmla="*/ 0 w 1196197"/>
                <a:gd name="connsiteY2" fmla="*/ 0 h 633803"/>
                <a:gd name="connsiteX3" fmla="*/ 857917 w 1196197"/>
                <a:gd name="connsiteY3" fmla="*/ 0 h 6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96197" h="633803">
                  <a:moveTo>
                    <a:pt x="1196197" y="633803"/>
                  </a:moveTo>
                  <a:lnTo>
                    <a:pt x="0" y="633803"/>
                  </a:lnTo>
                  <a:lnTo>
                    <a:pt x="0" y="0"/>
                  </a:lnTo>
                  <a:lnTo>
                    <a:pt x="857917" y="0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8" name="Text9"/>
          <p:cNvGrpSpPr/>
          <p:nvPr>
            <p:custDataLst>
              <p:tags r:id="rId10"/>
            </p:custDataLst>
          </p:nvPr>
        </p:nvGrpSpPr>
        <p:grpSpPr>
          <a:xfrm>
            <a:off x="1016609" y="4557833"/>
            <a:ext cx="3780958" cy="875404"/>
            <a:chOff x="1016609" y="4557833"/>
            <a:chExt cx="3780958" cy="875404"/>
          </a:xfrm>
        </p:grpSpPr>
        <p:sp>
          <p:nvSpPr>
            <p:cNvPr id="100" name="Freeform: Shape 99"/>
            <p:cNvSpPr/>
            <p:nvPr>
              <p:custDataLst>
                <p:tags r:id="rId32"/>
              </p:custDataLst>
            </p:nvPr>
          </p:nvSpPr>
          <p:spPr>
            <a:xfrm>
              <a:off x="1016609" y="5191626"/>
              <a:ext cx="3250234" cy="241611"/>
            </a:xfrm>
            <a:custGeom>
              <a:avLst/>
              <a:gdLst>
                <a:gd name="connsiteX0" fmla="*/ 1625118 w 3250234"/>
                <a:gd name="connsiteY0" fmla="*/ 241611 h 241611"/>
                <a:gd name="connsiteX1" fmla="*/ 0 w 3250234"/>
                <a:gd name="connsiteY1" fmla="*/ 0 h 241611"/>
                <a:gd name="connsiteX2" fmla="*/ 3250235 w 3250234"/>
                <a:gd name="connsiteY2" fmla="*/ 0 h 241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50234" h="241611">
                  <a:moveTo>
                    <a:pt x="1625118" y="241611"/>
                  </a:moveTo>
                  <a:lnTo>
                    <a:pt x="0" y="0"/>
                  </a:lnTo>
                  <a:lnTo>
                    <a:pt x="3250235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3" name="Freeform: Shape 102"/>
            <p:cNvSpPr/>
            <p:nvPr>
              <p:custDataLst>
                <p:tags r:id="rId33"/>
              </p:custDataLst>
            </p:nvPr>
          </p:nvSpPr>
          <p:spPr>
            <a:xfrm>
              <a:off x="2641727" y="4557833"/>
              <a:ext cx="2155840" cy="633707"/>
            </a:xfrm>
            <a:custGeom>
              <a:avLst/>
              <a:gdLst>
                <a:gd name="connsiteX0" fmla="*/ 1986696 w 2155840"/>
                <a:gd name="connsiteY0" fmla="*/ 633708 h 633707"/>
                <a:gd name="connsiteX1" fmla="*/ 0 w 2155840"/>
                <a:gd name="connsiteY1" fmla="*/ 633708 h 633707"/>
                <a:gd name="connsiteX2" fmla="*/ 0 w 2155840"/>
                <a:gd name="connsiteY2" fmla="*/ 0 h 633707"/>
                <a:gd name="connsiteX3" fmla="*/ 1986696 w 2155840"/>
                <a:gd name="connsiteY3" fmla="*/ 0 h 633707"/>
                <a:gd name="connsiteX4" fmla="*/ 2155841 w 2155840"/>
                <a:gd name="connsiteY4" fmla="*/ 316849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5840" h="633707">
                  <a:moveTo>
                    <a:pt x="1986696" y="633708"/>
                  </a:moveTo>
                  <a:lnTo>
                    <a:pt x="0" y="633708"/>
                  </a:lnTo>
                  <a:lnTo>
                    <a:pt x="0" y="0"/>
                  </a:lnTo>
                  <a:lnTo>
                    <a:pt x="1986696" y="0"/>
                  </a:lnTo>
                  <a:lnTo>
                    <a:pt x="2155841" y="316849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lumMod val="75000"/>
                  </a:schemeClr>
                </a:gs>
                <a:gs pos="0">
                  <a:schemeClr val="accent1"/>
                </a:gs>
              </a:gsLst>
              <a:lin ang="2700000" scaled="1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0" name="Freeform: Shape 109"/>
            <p:cNvSpPr/>
            <p:nvPr>
              <p:custDataLst>
                <p:tags r:id="rId34"/>
              </p:custDataLst>
            </p:nvPr>
          </p:nvSpPr>
          <p:spPr>
            <a:xfrm>
              <a:off x="1016609" y="4557919"/>
              <a:ext cx="1625117" cy="633707"/>
            </a:xfrm>
            <a:custGeom>
              <a:avLst/>
              <a:gdLst>
                <a:gd name="connsiteX0" fmla="*/ 1625118 w 1625117"/>
                <a:gd name="connsiteY0" fmla="*/ 0 h 633707"/>
                <a:gd name="connsiteX1" fmla="*/ 1625118 w 1625117"/>
                <a:gd name="connsiteY1" fmla="*/ 633708 h 633707"/>
                <a:gd name="connsiteX2" fmla="*/ 0 w 1625117"/>
                <a:gd name="connsiteY2" fmla="*/ 633708 h 633707"/>
                <a:gd name="connsiteX3" fmla="*/ 338290 w 1625117"/>
                <a:gd name="connsiteY3" fmla="*/ 0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5117" h="633707">
                  <a:moveTo>
                    <a:pt x="1625118" y="0"/>
                  </a:moveTo>
                  <a:lnTo>
                    <a:pt x="1625118" y="633708"/>
                  </a:lnTo>
                  <a:lnTo>
                    <a:pt x="0" y="633708"/>
                  </a:lnTo>
                  <a:lnTo>
                    <a:pt x="338290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lumMod val="75000"/>
                  </a:schemeClr>
                </a:gs>
                <a:gs pos="0">
                  <a:schemeClr val="accent1"/>
                </a:gs>
              </a:gsLst>
              <a:lin ang="2700000" scaled="1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1" name="Freeform: Shape 110"/>
            <p:cNvSpPr/>
            <p:nvPr>
              <p:custDataLst>
                <p:tags r:id="rId35"/>
              </p:custDataLst>
            </p:nvPr>
          </p:nvSpPr>
          <p:spPr>
            <a:xfrm>
              <a:off x="2641727" y="4557919"/>
              <a:ext cx="1625117" cy="633707"/>
            </a:xfrm>
            <a:custGeom>
              <a:avLst/>
              <a:gdLst>
                <a:gd name="connsiteX0" fmla="*/ 1625117 w 1625117"/>
                <a:gd name="connsiteY0" fmla="*/ 633708 h 633707"/>
                <a:gd name="connsiteX1" fmla="*/ 0 w 1625117"/>
                <a:gd name="connsiteY1" fmla="*/ 633708 h 633707"/>
                <a:gd name="connsiteX2" fmla="*/ 0 w 1625117"/>
                <a:gd name="connsiteY2" fmla="*/ 0 h 633707"/>
                <a:gd name="connsiteX3" fmla="*/ 1286837 w 1625117"/>
                <a:gd name="connsiteY3" fmla="*/ 0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5117" h="633707">
                  <a:moveTo>
                    <a:pt x="1625117" y="633708"/>
                  </a:moveTo>
                  <a:lnTo>
                    <a:pt x="0" y="633708"/>
                  </a:lnTo>
                  <a:lnTo>
                    <a:pt x="0" y="0"/>
                  </a:lnTo>
                  <a:lnTo>
                    <a:pt x="1286837" y="0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9" name="Text10"/>
          <p:cNvGrpSpPr/>
          <p:nvPr>
            <p:custDataLst>
              <p:tags r:id="rId11"/>
            </p:custDataLst>
          </p:nvPr>
        </p:nvGrpSpPr>
        <p:grpSpPr>
          <a:xfrm>
            <a:off x="653967" y="5510186"/>
            <a:ext cx="4572578" cy="838419"/>
            <a:chOff x="653967" y="5510186"/>
            <a:chExt cx="4572578" cy="838419"/>
          </a:xfrm>
        </p:grpSpPr>
        <p:sp>
          <p:nvSpPr>
            <p:cNvPr id="121" name="Freeform: Shape 120"/>
            <p:cNvSpPr/>
            <p:nvPr>
              <p:custDataLst>
                <p:tags r:id="rId28"/>
              </p:custDataLst>
            </p:nvPr>
          </p:nvSpPr>
          <p:spPr>
            <a:xfrm>
              <a:off x="653967" y="5510272"/>
              <a:ext cx="2054028" cy="633793"/>
            </a:xfrm>
            <a:custGeom>
              <a:avLst/>
              <a:gdLst>
                <a:gd name="connsiteX0" fmla="*/ 2054028 w 2054028"/>
                <a:gd name="connsiteY0" fmla="*/ 0 h 633793"/>
                <a:gd name="connsiteX1" fmla="*/ 2054028 w 2054028"/>
                <a:gd name="connsiteY1" fmla="*/ 633794 h 633793"/>
                <a:gd name="connsiteX2" fmla="*/ 0 w 2054028"/>
                <a:gd name="connsiteY2" fmla="*/ 633794 h 633793"/>
                <a:gd name="connsiteX3" fmla="*/ 338280 w 2054028"/>
                <a:gd name="connsiteY3" fmla="*/ 0 h 633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54028" h="633793">
                  <a:moveTo>
                    <a:pt x="2054028" y="0"/>
                  </a:moveTo>
                  <a:lnTo>
                    <a:pt x="2054028" y="633794"/>
                  </a:lnTo>
                  <a:lnTo>
                    <a:pt x="0" y="633794"/>
                  </a:lnTo>
                  <a:lnTo>
                    <a:pt x="338280" y="0"/>
                  </a:lnTo>
                  <a:close/>
                </a:path>
              </a:pathLst>
            </a:custGeom>
            <a:gradFill>
              <a:gsLst>
                <a:gs pos="100000">
                  <a:schemeClr val="accent3">
                    <a:lumMod val="75000"/>
                  </a:schemeClr>
                </a:gs>
                <a:gs pos="0">
                  <a:schemeClr val="accent3"/>
                </a:gs>
              </a:gsLst>
              <a:lin ang="2700000" scaled="1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4" name="Freeform: Shape 103"/>
            <p:cNvSpPr/>
            <p:nvPr>
              <p:custDataLst>
                <p:tags r:id="rId29"/>
              </p:custDataLst>
            </p:nvPr>
          </p:nvSpPr>
          <p:spPr>
            <a:xfrm>
              <a:off x="2641727" y="5510186"/>
              <a:ext cx="2584818" cy="633707"/>
            </a:xfrm>
            <a:custGeom>
              <a:avLst/>
              <a:gdLst>
                <a:gd name="connsiteX0" fmla="*/ 2415674 w 2584818"/>
                <a:gd name="connsiteY0" fmla="*/ 633708 h 633707"/>
                <a:gd name="connsiteX1" fmla="*/ 0 w 2584818"/>
                <a:gd name="connsiteY1" fmla="*/ 633708 h 633707"/>
                <a:gd name="connsiteX2" fmla="*/ 0 w 2584818"/>
                <a:gd name="connsiteY2" fmla="*/ 0 h 633707"/>
                <a:gd name="connsiteX3" fmla="*/ 2415674 w 2584818"/>
                <a:gd name="connsiteY3" fmla="*/ 0 h 633707"/>
                <a:gd name="connsiteX4" fmla="*/ 2584819 w 2584818"/>
                <a:gd name="connsiteY4" fmla="*/ 316849 h 6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4818" h="633707">
                  <a:moveTo>
                    <a:pt x="2415674" y="633708"/>
                  </a:moveTo>
                  <a:lnTo>
                    <a:pt x="0" y="633708"/>
                  </a:lnTo>
                  <a:lnTo>
                    <a:pt x="0" y="0"/>
                  </a:lnTo>
                  <a:lnTo>
                    <a:pt x="2415674" y="0"/>
                  </a:lnTo>
                  <a:lnTo>
                    <a:pt x="2584819" y="316849"/>
                  </a:lnTo>
                  <a:close/>
                </a:path>
              </a:pathLst>
            </a:custGeom>
            <a:gradFill>
              <a:gsLst>
                <a:gs pos="100000">
                  <a:schemeClr val="accent3">
                    <a:lumMod val="75000"/>
                  </a:schemeClr>
                </a:gs>
                <a:gs pos="0">
                  <a:schemeClr val="accent3"/>
                </a:gs>
              </a:gsLst>
              <a:lin ang="2700000" scaled="1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7" name="Freeform: Shape 106"/>
            <p:cNvSpPr/>
            <p:nvPr>
              <p:custDataLst>
                <p:tags r:id="rId30"/>
              </p:custDataLst>
            </p:nvPr>
          </p:nvSpPr>
          <p:spPr>
            <a:xfrm>
              <a:off x="653967" y="6144066"/>
              <a:ext cx="4108056" cy="204539"/>
            </a:xfrm>
            <a:custGeom>
              <a:avLst/>
              <a:gdLst>
                <a:gd name="connsiteX0" fmla="*/ 2054028 w 4108056"/>
                <a:gd name="connsiteY0" fmla="*/ 204540 h 204539"/>
                <a:gd name="connsiteX1" fmla="*/ 0 w 4108056"/>
                <a:gd name="connsiteY1" fmla="*/ 0 h 204539"/>
                <a:gd name="connsiteX2" fmla="*/ 4108056 w 4108056"/>
                <a:gd name="connsiteY2" fmla="*/ 0 h 204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8056" h="204539">
                  <a:moveTo>
                    <a:pt x="2054028" y="204540"/>
                  </a:moveTo>
                  <a:lnTo>
                    <a:pt x="0" y="0"/>
                  </a:lnTo>
                  <a:lnTo>
                    <a:pt x="4108056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22" name="Freeform: Shape 121"/>
            <p:cNvSpPr/>
            <p:nvPr>
              <p:custDataLst>
                <p:tags r:id="rId31"/>
              </p:custDataLst>
            </p:nvPr>
          </p:nvSpPr>
          <p:spPr>
            <a:xfrm>
              <a:off x="2641727" y="5510272"/>
              <a:ext cx="2054028" cy="633793"/>
            </a:xfrm>
            <a:custGeom>
              <a:avLst/>
              <a:gdLst>
                <a:gd name="connsiteX0" fmla="*/ 2054028 w 2054028"/>
                <a:gd name="connsiteY0" fmla="*/ 633794 h 633793"/>
                <a:gd name="connsiteX1" fmla="*/ 0 w 2054028"/>
                <a:gd name="connsiteY1" fmla="*/ 633794 h 633793"/>
                <a:gd name="connsiteX2" fmla="*/ 0 w 2054028"/>
                <a:gd name="connsiteY2" fmla="*/ 0 h 633793"/>
                <a:gd name="connsiteX3" fmla="*/ 1715833 w 2054028"/>
                <a:gd name="connsiteY3" fmla="*/ 0 h 633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54028" h="633793">
                  <a:moveTo>
                    <a:pt x="2054028" y="633794"/>
                  </a:moveTo>
                  <a:lnTo>
                    <a:pt x="0" y="633794"/>
                  </a:lnTo>
                  <a:lnTo>
                    <a:pt x="0" y="0"/>
                  </a:lnTo>
                  <a:lnTo>
                    <a:pt x="1715833" y="0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116" name="Text11"/>
          <p:cNvSpPr txBox="1"/>
          <p:nvPr>
            <p:custDataLst>
              <p:tags r:id="rId12"/>
            </p:custDataLst>
          </p:nvPr>
        </p:nvSpPr>
        <p:spPr>
          <a:xfrm>
            <a:off x="2944928" y="1614955"/>
            <a:ext cx="4840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spc="1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Roboto" panose="02000000000000000000" pitchFamily="2" charset="0"/>
              </a:rPr>
              <a:t>01</a:t>
            </a:r>
            <a:endParaRPr lang="en-ID" sz="1600" b="1" spc="1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Roboto" panose="02000000000000000000" pitchFamily="2" charset="0"/>
            </a:endParaRPr>
          </a:p>
        </p:txBody>
      </p:sp>
      <p:sp>
        <p:nvSpPr>
          <p:cNvPr id="117" name="Text12"/>
          <p:cNvSpPr txBox="1"/>
          <p:nvPr>
            <p:custDataLst>
              <p:tags r:id="rId13"/>
            </p:custDataLst>
          </p:nvPr>
        </p:nvSpPr>
        <p:spPr>
          <a:xfrm>
            <a:off x="3341510" y="2702354"/>
            <a:ext cx="520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spc="1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Roboto" panose="02000000000000000000" pitchFamily="2" charset="0"/>
              </a:rPr>
              <a:t>02</a:t>
            </a:r>
            <a:endParaRPr lang="en-ID" sz="1600" b="1" spc="1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Roboto" panose="02000000000000000000" pitchFamily="2" charset="0"/>
            </a:endParaRPr>
          </a:p>
        </p:txBody>
      </p:sp>
      <p:sp>
        <p:nvSpPr>
          <p:cNvPr id="118" name="Text13"/>
          <p:cNvSpPr txBox="1"/>
          <p:nvPr>
            <p:custDataLst>
              <p:tags r:id="rId14"/>
            </p:custDataLst>
          </p:nvPr>
        </p:nvSpPr>
        <p:spPr>
          <a:xfrm>
            <a:off x="3750046" y="3772013"/>
            <a:ext cx="520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spc="1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Roboto" panose="02000000000000000000" pitchFamily="2" charset="0"/>
              </a:rPr>
              <a:t>03</a:t>
            </a:r>
            <a:endParaRPr lang="en-ID" sz="1600" b="1" spc="1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Roboto" panose="02000000000000000000" pitchFamily="2" charset="0"/>
            </a:endParaRPr>
          </a:p>
        </p:txBody>
      </p:sp>
      <p:sp>
        <p:nvSpPr>
          <p:cNvPr id="119" name="Text14"/>
          <p:cNvSpPr txBox="1"/>
          <p:nvPr>
            <p:custDataLst>
              <p:tags r:id="rId15"/>
            </p:custDataLst>
          </p:nvPr>
        </p:nvSpPr>
        <p:spPr>
          <a:xfrm>
            <a:off x="4190374" y="4695536"/>
            <a:ext cx="520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spc="1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Roboto" panose="02000000000000000000" pitchFamily="2" charset="0"/>
              </a:rPr>
              <a:t>04</a:t>
            </a:r>
            <a:endParaRPr lang="en-ID" sz="1600" b="1" spc="1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Roboto" panose="02000000000000000000" pitchFamily="2" charset="0"/>
            </a:endParaRPr>
          </a:p>
        </p:txBody>
      </p:sp>
      <p:sp>
        <p:nvSpPr>
          <p:cNvPr id="120" name="Text15"/>
          <p:cNvSpPr txBox="1"/>
          <p:nvPr>
            <p:custDataLst>
              <p:tags r:id="rId16"/>
            </p:custDataLst>
          </p:nvPr>
        </p:nvSpPr>
        <p:spPr>
          <a:xfrm>
            <a:off x="4618644" y="5649927"/>
            <a:ext cx="520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spc="1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Roboto" panose="02000000000000000000" pitchFamily="2" charset="0"/>
              </a:rPr>
              <a:t>05</a:t>
            </a:r>
            <a:endParaRPr lang="en-ID" sz="1600" b="1" spc="10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Roboto" panose="02000000000000000000" pitchFamily="2" charset="0"/>
            </a:endParaRPr>
          </a:p>
        </p:txBody>
      </p:sp>
      <p:sp>
        <p:nvSpPr>
          <p:cNvPr id="6" name="Text16"/>
          <p:cNvSpPr txBox="1"/>
          <p:nvPr>
            <p:custDataLst>
              <p:tags r:id="rId17"/>
            </p:custDataLst>
          </p:nvPr>
        </p:nvSpPr>
        <p:spPr>
          <a:xfrm>
            <a:off x="7247626" y="1312261"/>
            <a:ext cx="3675218" cy="328322"/>
          </a:xfrm>
          <a:prstGeom prst="rect">
            <a:avLst/>
          </a:prstGeom>
          <a:noFill/>
        </p:spPr>
        <p:txBody>
          <a:bodyPr wrap="none" rtlCol="0" anchor="b" anchorCtr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</a:rPr>
              <a:t>自动分析管道</a:t>
            </a:r>
          </a:p>
        </p:txBody>
      </p:sp>
      <p:sp>
        <p:nvSpPr>
          <p:cNvPr id="5" name="Text17"/>
          <p:cNvSpPr txBox="1"/>
          <p:nvPr>
            <p:custDataLst>
              <p:tags r:id="rId18"/>
            </p:custDataLst>
          </p:nvPr>
        </p:nvSpPr>
        <p:spPr>
          <a:xfrm>
            <a:off x="7247626" y="1607195"/>
            <a:ext cx="3675218" cy="560948"/>
          </a:xfrm>
          <a:prstGeom prst="rect">
            <a:avLst/>
          </a:prstGeom>
          <a:noFill/>
        </p:spPr>
        <p:txBody>
          <a:bodyPr wrap="square" lIns="72000" tIns="36000" rIns="72000" bIns="36000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邮件入箱后自动触发后台异步分析 pipeline，依次完成摘要生成、智能分类、垃圾邮件分流、优先级预测、安全风险提示五个步骤，分析失败不影响用户查看邮件。</a:t>
            </a:r>
          </a:p>
        </p:txBody>
      </p:sp>
      <p:sp>
        <p:nvSpPr>
          <p:cNvPr id="20" name="Text18"/>
          <p:cNvSpPr txBox="1"/>
          <p:nvPr>
            <p:custDataLst>
              <p:tags r:id="rId19"/>
            </p:custDataLst>
          </p:nvPr>
        </p:nvSpPr>
        <p:spPr>
          <a:xfrm>
            <a:off x="7247626" y="2342755"/>
            <a:ext cx="3675218" cy="328322"/>
          </a:xfrm>
          <a:prstGeom prst="rect">
            <a:avLst/>
          </a:prstGeom>
          <a:noFill/>
        </p:spPr>
        <p:txBody>
          <a:bodyPr wrap="none" rtlCol="0" anchor="b" anchorCtr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</a:rPr>
              <a:t>交互式问答功能</a:t>
            </a:r>
          </a:p>
        </p:txBody>
      </p:sp>
      <p:sp>
        <p:nvSpPr>
          <p:cNvPr id="19" name="Text19"/>
          <p:cNvSpPr txBox="1"/>
          <p:nvPr>
            <p:custDataLst>
              <p:tags r:id="rId20"/>
            </p:custDataLst>
          </p:nvPr>
        </p:nvSpPr>
        <p:spPr>
          <a:xfrm>
            <a:off x="7247626" y="2637689"/>
            <a:ext cx="3675218" cy="560948"/>
          </a:xfrm>
          <a:prstGeom prst="rect">
            <a:avLst/>
          </a:prstGeom>
          <a:noFill/>
        </p:spPr>
        <p:txBody>
          <a:bodyPr wrap="square" lIns="72000" tIns="36000" rIns="72000" bIns="36000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提供两种交互式问答入口，当前邮件Agent可通过右侧抽屉呼出，仅针对当前选中邮件交互；全局Agent可通过左侧导航呼出，支持用户针对全邮箱内容提问。</a:t>
            </a:r>
          </a:p>
        </p:txBody>
      </p:sp>
      <p:sp>
        <p:nvSpPr>
          <p:cNvPr id="22" name="Text20"/>
          <p:cNvSpPr txBox="1"/>
          <p:nvPr>
            <p:custDataLst>
              <p:tags r:id="rId21"/>
            </p:custDataLst>
          </p:nvPr>
        </p:nvSpPr>
        <p:spPr>
          <a:xfrm>
            <a:off x="7247626" y="3397094"/>
            <a:ext cx="3675218" cy="328322"/>
          </a:xfrm>
          <a:prstGeom prst="rect">
            <a:avLst/>
          </a:prstGeom>
          <a:noFill/>
        </p:spPr>
        <p:txBody>
          <a:bodyPr wrap="none" rtlCol="0" anchor="b" anchorCtr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</a:rPr>
              <a:t>权限控制设计</a:t>
            </a:r>
          </a:p>
        </p:txBody>
      </p:sp>
      <p:sp>
        <p:nvSpPr>
          <p:cNvPr id="21" name="Text21"/>
          <p:cNvSpPr txBox="1"/>
          <p:nvPr>
            <p:custDataLst>
              <p:tags r:id="rId22"/>
            </p:custDataLst>
          </p:nvPr>
        </p:nvSpPr>
        <p:spPr>
          <a:xfrm>
            <a:off x="7247626" y="3692028"/>
            <a:ext cx="3675218" cy="560948"/>
          </a:xfrm>
          <a:prstGeom prst="rect">
            <a:avLst/>
          </a:prstGeom>
          <a:noFill/>
        </p:spPr>
        <p:txBody>
          <a:bodyPr wrap="square" lIns="72000" tIns="36000" rIns="72000" bIns="36000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自动分析管道采用系统级权限，仅写入分析结果，不会修改业务数据；交互式问答采用用户级权限，默认仅读取当前用户可见的数据，写操作需要用户主动确认。</a:t>
            </a:r>
          </a:p>
        </p:txBody>
      </p:sp>
      <p:sp>
        <p:nvSpPr>
          <p:cNvPr id="64" name="Text22"/>
          <p:cNvSpPr txBox="1"/>
          <p:nvPr>
            <p:custDataLst>
              <p:tags r:id="rId23"/>
            </p:custDataLst>
          </p:nvPr>
        </p:nvSpPr>
        <p:spPr>
          <a:xfrm>
            <a:off x="7247626" y="4451433"/>
            <a:ext cx="3675218" cy="328322"/>
          </a:xfrm>
          <a:prstGeom prst="rect">
            <a:avLst/>
          </a:prstGeom>
          <a:noFill/>
        </p:spPr>
        <p:txBody>
          <a:bodyPr wrap="none" rtlCol="0" anchor="b" anchorCtr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</a:rPr>
              <a:t>RAG工具设计</a:t>
            </a:r>
          </a:p>
        </p:txBody>
      </p:sp>
      <p:sp>
        <p:nvSpPr>
          <p:cNvPr id="31" name="Text23"/>
          <p:cNvSpPr txBox="1"/>
          <p:nvPr>
            <p:custDataLst>
              <p:tags r:id="rId24"/>
            </p:custDataLst>
          </p:nvPr>
        </p:nvSpPr>
        <p:spPr>
          <a:xfrm>
            <a:off x="7247626" y="4746367"/>
            <a:ext cx="3675218" cy="560948"/>
          </a:xfrm>
          <a:prstGeom prst="rect">
            <a:avLst/>
          </a:prstGeom>
          <a:noFill/>
        </p:spPr>
        <p:txBody>
          <a:bodyPr wrap="square" lIns="72000" tIns="36000" rIns="72000" bIns="36000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当前RAG工具为MVP mock版本，已经预留好扩展接口，后续可替换为BM25与向量检索结合的混合检索方案，提升全局问答的内容准确性与召回率。</a:t>
            </a:r>
          </a:p>
        </p:txBody>
      </p:sp>
      <p:sp>
        <p:nvSpPr>
          <p:cNvPr id="66" name="Text24"/>
          <p:cNvSpPr txBox="1"/>
          <p:nvPr>
            <p:custDataLst>
              <p:tags r:id="rId25"/>
            </p:custDataLst>
          </p:nvPr>
        </p:nvSpPr>
        <p:spPr>
          <a:xfrm>
            <a:off x="7247626" y="5532235"/>
            <a:ext cx="3675218" cy="328322"/>
          </a:xfrm>
          <a:prstGeom prst="rect">
            <a:avLst/>
          </a:prstGeom>
          <a:noFill/>
        </p:spPr>
        <p:txBody>
          <a:bodyPr wrap="none" rtlCol="0" anchor="b" anchorCtr="0">
            <a:normAutofit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</a:rPr>
              <a:t>可插拔特性说明</a:t>
            </a:r>
          </a:p>
        </p:txBody>
      </p:sp>
      <p:sp>
        <p:nvSpPr>
          <p:cNvPr id="65" name="Text25"/>
          <p:cNvSpPr txBox="1"/>
          <p:nvPr>
            <p:custDataLst>
              <p:tags r:id="rId26"/>
            </p:custDataLst>
          </p:nvPr>
        </p:nvSpPr>
        <p:spPr>
          <a:xfrm>
            <a:off x="7247626" y="5827169"/>
            <a:ext cx="3675218" cy="560948"/>
          </a:xfrm>
          <a:prstGeom prst="rect">
            <a:avLst/>
          </a:prstGeom>
          <a:noFill/>
        </p:spPr>
        <p:txBody>
          <a:bodyPr wrap="square" lIns="72000" tIns="36000" rIns="72000" bIns="36000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zh-CN" sz="12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AI插件作为可选扩展模块，关闭后不会影响任何基础邮件功能运行，完全符合项目一开始的设计定位，做到了AI增强而非替代基础功能。</a:t>
            </a:r>
          </a:p>
        </p:txBody>
      </p:sp>
      <p:sp>
        <p:nvSpPr>
          <p:cNvPr id="2" name="Text26"/>
          <p:cNvSpPr txBox="1"/>
          <p:nvPr>
            <p:custDataLst>
              <p:tags r:id="rId27"/>
            </p:custDataLst>
          </p:nvPr>
        </p:nvSpPr>
        <p:spPr>
          <a:xfrm>
            <a:off x="347808" y="305152"/>
            <a:ext cx="11496384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AI插件核心功能</a:t>
            </a:r>
          </a:p>
        </p:txBody>
      </p:sp>
    </p:spTree>
    <p:custDataLst>
      <p:tags r:id="rId1"/>
    </p:custData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形"/>
          <p:cNvSpPr/>
          <p:nvPr>
            <p:custDataLst>
              <p:tags r:id="rId2"/>
            </p:custDataLst>
          </p:nvPr>
        </p:nvSpPr>
        <p:spPr>
          <a:xfrm rot="9198256">
            <a:off x="5300304" y="3214175"/>
            <a:ext cx="1480745" cy="1483695"/>
          </a:xfrm>
          <a:prstGeom prst="rect">
            <a:avLst/>
          </a:prstGeom>
          <a:solidFill>
            <a:schemeClr val="accent2"/>
          </a:solidFill>
          <a:ln w="6350" cap="flat" cmpd="sng">
            <a:noFill/>
            <a:prstDash val="solid"/>
            <a:miter/>
            <a:headEnd type="none" w="med" len="med"/>
            <a:tailEnd type="none" w="med" len="med"/>
          </a:ln>
        </p:spPr>
        <p:txBody>
          <a:bodyPr wrap="none" lIns="0" tIns="0" rIns="0" bIns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D1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Shape1"/>
          <p:cNvSpPr/>
          <p:nvPr>
            <p:custDataLst>
              <p:tags r:id="rId3"/>
            </p:custDataLst>
          </p:nvPr>
        </p:nvSpPr>
        <p:spPr>
          <a:xfrm rot="9198256">
            <a:off x="6107045" y="4649199"/>
            <a:ext cx="1687224" cy="1852407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1993900"/>
              </a:cxn>
              <a:cxn ang="0">
                <a:pos x="1816100" y="1993900"/>
              </a:cxn>
            </a:cxnLst>
            <a:rect l="0" t="0" r="0" b="0"/>
            <a:pathLst>
              <a:path w="820" h="819">
                <a:moveTo>
                  <a:pt x="0" y="0"/>
                </a:moveTo>
                <a:lnTo>
                  <a:pt x="0" y="819"/>
                </a:lnTo>
                <a:lnTo>
                  <a:pt x="820" y="819"/>
                </a:lnTo>
              </a:path>
            </a:pathLst>
          </a:custGeom>
          <a:noFill/>
          <a:ln w="222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D10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6" name="Shape2"/>
          <p:cNvSpPr/>
          <p:nvPr>
            <p:custDataLst>
              <p:tags r:id="rId4"/>
            </p:custDataLst>
          </p:nvPr>
        </p:nvSpPr>
        <p:spPr>
          <a:xfrm rot="14598256">
            <a:off x="3580633" y="3936849"/>
            <a:ext cx="1690174" cy="1852407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1993900"/>
              </a:cxn>
              <a:cxn ang="0">
                <a:pos x="1819275" y="1993900"/>
              </a:cxn>
            </a:cxnLst>
            <a:rect l="0" t="0" r="0" b="0"/>
            <a:pathLst>
              <a:path w="820" h="819">
                <a:moveTo>
                  <a:pt x="0" y="0"/>
                </a:moveTo>
                <a:lnTo>
                  <a:pt x="0" y="819"/>
                </a:lnTo>
                <a:lnTo>
                  <a:pt x="820" y="819"/>
                </a:lnTo>
              </a:path>
            </a:pathLst>
          </a:custGeom>
          <a:noFill/>
          <a:ln w="222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D10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7" name="Shape3"/>
          <p:cNvSpPr/>
          <p:nvPr>
            <p:custDataLst>
              <p:tags r:id="rId5"/>
            </p:custDataLst>
          </p:nvPr>
        </p:nvSpPr>
        <p:spPr>
          <a:xfrm rot="3798256" flipH="1">
            <a:off x="4203018" y="1500404"/>
            <a:ext cx="1855356" cy="1673950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1801813"/>
              </a:cxn>
              <a:cxn ang="0">
                <a:pos x="1997075" y="1801813"/>
              </a:cxn>
            </a:cxnLst>
            <a:rect l="0" t="0" r="0" b="0"/>
            <a:pathLst>
              <a:path w="820" h="819">
                <a:moveTo>
                  <a:pt x="0" y="0"/>
                </a:moveTo>
                <a:lnTo>
                  <a:pt x="0" y="819"/>
                </a:lnTo>
                <a:lnTo>
                  <a:pt x="820" y="819"/>
                </a:lnTo>
              </a:path>
            </a:pathLst>
          </a:custGeom>
          <a:noFill/>
          <a:ln w="222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D10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8" name="Shape4"/>
          <p:cNvSpPr/>
          <p:nvPr>
            <p:custDataLst>
              <p:tags r:id="rId6"/>
            </p:custDataLst>
          </p:nvPr>
        </p:nvSpPr>
        <p:spPr>
          <a:xfrm rot="14598256" flipH="1" flipV="1">
            <a:off x="6813496" y="2122789"/>
            <a:ext cx="1684274" cy="1852407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1993900"/>
              </a:cxn>
              <a:cxn ang="0">
                <a:pos x="1812925" y="1993900"/>
              </a:cxn>
            </a:cxnLst>
            <a:rect l="0" t="0" r="0" b="0"/>
            <a:pathLst>
              <a:path w="820" h="819">
                <a:moveTo>
                  <a:pt x="0" y="0"/>
                </a:moveTo>
                <a:lnTo>
                  <a:pt x="0" y="819"/>
                </a:lnTo>
                <a:lnTo>
                  <a:pt x="820" y="819"/>
                </a:lnTo>
              </a:path>
            </a:pathLst>
          </a:custGeom>
          <a:noFill/>
          <a:ln w="222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D10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9" name="组合"/>
          <p:cNvGrpSpPr/>
          <p:nvPr>
            <p:custDataLst>
              <p:tags r:id="rId7"/>
            </p:custDataLst>
          </p:nvPr>
        </p:nvGrpSpPr>
        <p:grpSpPr>
          <a:xfrm rot="20757168">
            <a:off x="5656584" y="3503958"/>
            <a:ext cx="881536" cy="877329"/>
            <a:chOff x="7886700" y="4848225"/>
            <a:chExt cx="665163" cy="661988"/>
          </a:xfrm>
          <a:solidFill>
            <a:srgbClr val="FFFFFF"/>
          </a:solidFill>
        </p:grpSpPr>
        <p:sp>
          <p:nvSpPr>
            <p:cNvPr id="10" name="图形"/>
            <p:cNvSpPr/>
            <p:nvPr>
              <p:custDataLst>
                <p:tags r:id="rId22"/>
              </p:custDataLst>
            </p:nvPr>
          </p:nvSpPr>
          <p:spPr bwMode="auto">
            <a:xfrm>
              <a:off x="7886700" y="5243513"/>
              <a:ext cx="266700" cy="266700"/>
            </a:xfrm>
            <a:custGeom>
              <a:avLst/>
              <a:gdLst>
                <a:gd name="T0" fmla="*/ 168 w 168"/>
                <a:gd name="T1" fmla="*/ 86 h 168"/>
                <a:gd name="T2" fmla="*/ 0 w 168"/>
                <a:gd name="T3" fmla="*/ 168 h 168"/>
                <a:gd name="T4" fmla="*/ 82 w 168"/>
                <a:gd name="T5" fmla="*/ 0 h 168"/>
                <a:gd name="T6" fmla="*/ 168 w 168"/>
                <a:gd name="T7" fmla="*/ 8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8" h="168">
                  <a:moveTo>
                    <a:pt x="168" y="86"/>
                  </a:moveTo>
                  <a:lnTo>
                    <a:pt x="0" y="168"/>
                  </a:lnTo>
                  <a:lnTo>
                    <a:pt x="82" y="0"/>
                  </a:lnTo>
                  <a:lnTo>
                    <a:pt x="168" y="8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id-ID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等线" panose="02010600030101010101" charset="-122"/>
                <a:ea typeface="+mn-ea"/>
                <a:cs typeface="+mn-cs"/>
              </a:endParaRPr>
            </a:p>
          </p:txBody>
        </p:sp>
        <p:sp>
          <p:nvSpPr>
            <p:cNvPr id="11" name="图形"/>
            <p:cNvSpPr/>
            <p:nvPr>
              <p:custDataLst>
                <p:tags r:id="rId23"/>
              </p:custDataLst>
            </p:nvPr>
          </p:nvSpPr>
          <p:spPr bwMode="auto">
            <a:xfrm>
              <a:off x="8355013" y="4848225"/>
              <a:ext cx="196850" cy="193675"/>
            </a:xfrm>
            <a:custGeom>
              <a:avLst/>
              <a:gdLst>
                <a:gd name="T0" fmla="*/ 43 w 62"/>
                <a:gd name="T1" fmla="*/ 61 h 61"/>
                <a:gd name="T2" fmla="*/ 0 w 62"/>
                <a:gd name="T3" fmla="*/ 18 h 61"/>
                <a:gd name="T4" fmla="*/ 14 w 62"/>
                <a:gd name="T5" fmla="*/ 5 h 61"/>
                <a:gd name="T6" fmla="*/ 33 w 62"/>
                <a:gd name="T7" fmla="*/ 5 h 61"/>
                <a:gd name="T8" fmla="*/ 56 w 62"/>
                <a:gd name="T9" fmla="*/ 28 h 61"/>
                <a:gd name="T10" fmla="*/ 56 w 62"/>
                <a:gd name="T11" fmla="*/ 48 h 61"/>
                <a:gd name="T12" fmla="*/ 43 w 62"/>
                <a:gd name="T13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" h="61">
                  <a:moveTo>
                    <a:pt x="43" y="61"/>
                  </a:moveTo>
                  <a:cubicBezTo>
                    <a:pt x="0" y="18"/>
                    <a:pt x="0" y="18"/>
                    <a:pt x="0" y="18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9" y="0"/>
                    <a:pt x="27" y="0"/>
                    <a:pt x="33" y="5"/>
                  </a:cubicBezTo>
                  <a:cubicBezTo>
                    <a:pt x="56" y="28"/>
                    <a:pt x="56" y="28"/>
                    <a:pt x="56" y="28"/>
                  </a:cubicBezTo>
                  <a:cubicBezTo>
                    <a:pt x="62" y="34"/>
                    <a:pt x="62" y="42"/>
                    <a:pt x="56" y="48"/>
                  </a:cubicBezTo>
                  <a:lnTo>
                    <a:pt x="43" y="6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id-ID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等线" panose="02010600030101010101" charset="-122"/>
                <a:ea typeface="+mn-ea"/>
                <a:cs typeface="+mn-cs"/>
              </a:endParaRPr>
            </a:p>
          </p:txBody>
        </p:sp>
        <p:sp>
          <p:nvSpPr>
            <p:cNvPr id="12" name="图形"/>
            <p:cNvSpPr/>
            <p:nvPr>
              <p:custDataLst>
                <p:tags r:id="rId24"/>
              </p:custDataLst>
            </p:nvPr>
          </p:nvSpPr>
          <p:spPr bwMode="auto">
            <a:xfrm>
              <a:off x="8039100" y="4937125"/>
              <a:ext cx="420688" cy="423863"/>
            </a:xfrm>
            <a:custGeom>
              <a:avLst/>
              <a:gdLst>
                <a:gd name="T0" fmla="*/ 65 w 133"/>
                <a:gd name="T1" fmla="*/ 91 h 134"/>
                <a:gd name="T2" fmla="*/ 65 w 133"/>
                <a:gd name="T3" fmla="*/ 80 h 134"/>
                <a:gd name="T4" fmla="*/ 117 w 133"/>
                <a:gd name="T5" fmla="*/ 28 h 134"/>
                <a:gd name="T6" fmla="*/ 89 w 133"/>
                <a:gd name="T7" fmla="*/ 0 h 134"/>
                <a:gd name="T8" fmla="*/ 0 w 133"/>
                <a:gd name="T9" fmla="*/ 90 h 134"/>
                <a:gd name="T10" fmla="*/ 43 w 133"/>
                <a:gd name="T11" fmla="*/ 134 h 134"/>
                <a:gd name="T12" fmla="*/ 133 w 133"/>
                <a:gd name="T13" fmla="*/ 44 h 134"/>
                <a:gd name="T14" fmla="*/ 128 w 133"/>
                <a:gd name="T15" fmla="*/ 39 h 134"/>
                <a:gd name="T16" fmla="*/ 75 w 133"/>
                <a:gd name="T17" fmla="*/ 91 h 134"/>
                <a:gd name="T18" fmla="*/ 65 w 133"/>
                <a:gd name="T19" fmla="*/ 91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3" h="134">
                  <a:moveTo>
                    <a:pt x="65" y="91"/>
                  </a:moveTo>
                  <a:cubicBezTo>
                    <a:pt x="62" y="88"/>
                    <a:pt x="62" y="83"/>
                    <a:pt x="65" y="80"/>
                  </a:cubicBezTo>
                  <a:cubicBezTo>
                    <a:pt x="117" y="28"/>
                    <a:pt x="117" y="28"/>
                    <a:pt x="117" y="28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0" y="90"/>
                    <a:pt x="0" y="90"/>
                    <a:pt x="0" y="90"/>
                  </a:cubicBezTo>
                  <a:cubicBezTo>
                    <a:pt x="43" y="134"/>
                    <a:pt x="43" y="134"/>
                    <a:pt x="43" y="13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28" y="39"/>
                    <a:pt x="128" y="39"/>
                    <a:pt x="128" y="39"/>
                  </a:cubicBezTo>
                  <a:cubicBezTo>
                    <a:pt x="75" y="91"/>
                    <a:pt x="75" y="91"/>
                    <a:pt x="75" y="91"/>
                  </a:cubicBezTo>
                  <a:cubicBezTo>
                    <a:pt x="73" y="94"/>
                    <a:pt x="68" y="94"/>
                    <a:pt x="65" y="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id-ID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等线" panose="02010600030101010101" charset="-122"/>
                <a:ea typeface="+mn-ea"/>
                <a:cs typeface="+mn-cs"/>
              </a:endParaRPr>
            </a:p>
          </p:txBody>
        </p:sp>
      </p:grpSp>
      <p:sp>
        <p:nvSpPr>
          <p:cNvPr id="14" name="Text1"/>
          <p:cNvSpPr txBox="1">
            <a:spLocks noChangeArrowheads="1"/>
          </p:cNvSpPr>
          <p:nvPr>
            <p:custDataLst>
              <p:tags r:id="rId8"/>
            </p:custDataLst>
          </p:nvPr>
        </p:nvSpPr>
        <p:spPr bwMode="auto">
          <a:xfrm rot="19996160">
            <a:off x="5322345" y="4930020"/>
            <a:ext cx="2128652" cy="63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1pPr>
            <a:lvl2pPr marL="742950" indent="-28575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2pPr>
            <a:lvl3pPr marL="11430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3pPr>
            <a:lvl4pPr marL="16002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4pPr>
            <a:lvl5pPr marL="20574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5pPr>
            <a:lvl6pPr marL="25146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6pPr>
            <a:lvl7pPr marL="29718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7pPr>
            <a:lvl8pPr marL="34290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8pPr>
            <a:lvl9pPr marL="38862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9pPr>
          </a:lstStyle>
          <a:p>
            <a:pPr algn="r"/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状态管理</a:t>
            </a:r>
          </a:p>
        </p:txBody>
      </p:sp>
      <p:sp>
        <p:nvSpPr>
          <p:cNvPr id="15" name="Text2"/>
          <p:cNvSpPr txBox="1"/>
          <p:nvPr>
            <p:custDataLst>
              <p:tags r:id="rId9"/>
            </p:custDataLst>
          </p:nvPr>
        </p:nvSpPr>
        <p:spPr>
          <a:xfrm rot="19996160">
            <a:off x="4951467" y="5561210"/>
            <a:ext cx="2796846" cy="794446"/>
          </a:xfrm>
          <a:prstGeom prst="rect">
            <a:avLst/>
          </a:prstGeom>
          <a:noFill/>
        </p:spPr>
        <p:txBody>
          <a:bodyPr wrap="square" lIns="0" tIns="0" rIns="0" bIns="0" rtlCol="0">
            <a:normAutofit fontScale="95000" lnSpcReduction="10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defTabSz="1218565"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  <a:defRPr/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采用Pinia维护mailStore，统一管理文件夹列表、邮件列表、当前选中项、未读数、加载状态、错误信息等全局状态，结构清晰，便于维护。</a:t>
            </a:r>
          </a:p>
        </p:txBody>
      </p:sp>
      <p:sp>
        <p:nvSpPr>
          <p:cNvPr id="17" name="Text3"/>
          <p:cNvSpPr txBox="1">
            <a:spLocks noChangeArrowheads="1"/>
          </p:cNvSpPr>
          <p:nvPr>
            <p:custDataLst>
              <p:tags r:id="rId10"/>
            </p:custDataLst>
          </p:nvPr>
        </p:nvSpPr>
        <p:spPr bwMode="auto">
          <a:xfrm rot="19996160">
            <a:off x="2346394" y="4181644"/>
            <a:ext cx="2676493" cy="831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1pPr>
            <a:lvl2pPr marL="742950" indent="-28575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2pPr>
            <a:lvl3pPr marL="11430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3pPr>
            <a:lvl4pPr marL="16002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4pPr>
            <a:lvl5pPr marL="20574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5pPr>
            <a:lvl6pPr marL="25146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6pPr>
            <a:lvl7pPr marL="29718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7pPr>
            <a:lvl8pPr marL="34290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8pPr>
            <a:lvl9pPr marL="38862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9pPr>
          </a:lstStyle>
          <a:p>
            <a:pPr algn="r"/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请求处理设计</a:t>
            </a:r>
          </a:p>
        </p:txBody>
      </p:sp>
      <p:sp>
        <p:nvSpPr>
          <p:cNvPr id="18" name="Text4"/>
          <p:cNvSpPr txBox="1"/>
          <p:nvPr>
            <p:custDataLst>
              <p:tags r:id="rId11"/>
            </p:custDataLst>
          </p:nvPr>
        </p:nvSpPr>
        <p:spPr>
          <a:xfrm rot="19996160">
            <a:off x="1022553" y="5233517"/>
            <a:ext cx="4397602" cy="794446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defTabSz="1218565"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  <a:defRPr/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通过Axios拦截器自动注入JWT Token，无需手动添加；统一处理401未授权响应，自动跳转回登录页面，提升了安全性与用户体验。</a:t>
            </a:r>
          </a:p>
        </p:txBody>
      </p:sp>
      <p:sp>
        <p:nvSpPr>
          <p:cNvPr id="20" name="Text5"/>
          <p:cNvSpPr txBox="1">
            <a:spLocks noChangeArrowheads="1"/>
          </p:cNvSpPr>
          <p:nvPr>
            <p:custDataLst>
              <p:tags r:id="rId12"/>
            </p:custDataLst>
          </p:nvPr>
        </p:nvSpPr>
        <p:spPr bwMode="auto">
          <a:xfrm rot="19969920">
            <a:off x="6787315" y="2260551"/>
            <a:ext cx="2418008" cy="6246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1pPr>
            <a:lvl2pPr marL="742950" indent="-28575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2pPr>
            <a:lvl3pPr marL="11430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3pPr>
            <a:lvl4pPr marL="16002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4pPr>
            <a:lvl5pPr marL="20574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5pPr>
            <a:lvl6pPr marL="25146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6pPr>
            <a:lvl7pPr marL="29718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7pPr>
            <a:lvl8pPr marL="34290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8pPr>
            <a:lvl9pPr marL="38862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9pPr>
          </a:lstStyle>
          <a:p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路由设计</a:t>
            </a:r>
          </a:p>
        </p:txBody>
      </p:sp>
      <p:sp>
        <p:nvSpPr>
          <p:cNvPr id="21" name="Text6"/>
          <p:cNvSpPr txBox="1"/>
          <p:nvPr>
            <p:custDataLst>
              <p:tags r:id="rId13"/>
            </p:custDataLst>
          </p:nvPr>
        </p:nvSpPr>
        <p:spPr>
          <a:xfrm rot="19969920">
            <a:off x="6933501" y="2448257"/>
            <a:ext cx="3795502" cy="794446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  <a:defRPr/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路由设计简洁清晰，包含登录页、注册页、文件夹列表页、邮件详情页四个层级，符合用户操作习惯，浏览器前进后退功能可正常使用，体验流畅。</a:t>
            </a:r>
          </a:p>
        </p:txBody>
      </p:sp>
      <p:sp>
        <p:nvSpPr>
          <p:cNvPr id="23" name="Text7"/>
          <p:cNvSpPr txBox="1">
            <a:spLocks noChangeArrowheads="1"/>
          </p:cNvSpPr>
          <p:nvPr>
            <p:custDataLst>
              <p:tags r:id="rId14"/>
            </p:custDataLst>
          </p:nvPr>
        </p:nvSpPr>
        <p:spPr bwMode="auto">
          <a:xfrm rot="19969920">
            <a:off x="4453745" y="1475207"/>
            <a:ext cx="2629929" cy="576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1pPr>
            <a:lvl2pPr marL="742950" indent="-28575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2pPr>
            <a:lvl3pPr marL="11430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3pPr>
            <a:lvl4pPr marL="16002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4pPr>
            <a:lvl5pPr marL="2057400" indent="-22860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5pPr>
            <a:lvl6pPr marL="25146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6pPr>
            <a:lvl7pPr marL="29718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7pPr>
            <a:lvl8pPr marL="34290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8pPr>
            <a:lvl9pPr marL="3886200" indent="-228600" algn="l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800" kern="1200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+mn-cs"/>
              </a:defRPr>
            </a:lvl9pPr>
          </a:lstStyle>
          <a:p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布局设计</a:t>
            </a:r>
          </a:p>
        </p:txBody>
      </p:sp>
      <p:sp>
        <p:nvSpPr>
          <p:cNvPr id="24" name="Text8"/>
          <p:cNvSpPr txBox="1"/>
          <p:nvPr>
            <p:custDataLst>
              <p:tags r:id="rId15"/>
            </p:custDataLst>
          </p:nvPr>
        </p:nvSpPr>
        <p:spPr>
          <a:xfrm rot="19969920">
            <a:off x="4595734" y="1645541"/>
            <a:ext cx="3885844" cy="794445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  <a:defRPr/>
            </a:pPr>
            <a:r>
              <a:rPr lang="en-US" altLang="zh-CN" sz="1200" b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采用简洁三栏布局，左侧为240px宽度的导航栏，包含视图、邮件、分类、Agent、设置入口；中间为邮件列表，右侧为邮件详情与AI交互抽屉，布局清晰易用。</a:t>
            </a:r>
          </a:p>
        </p:txBody>
      </p:sp>
      <p:sp>
        <p:nvSpPr>
          <p:cNvPr id="28" name="Text9"/>
          <p:cNvSpPr txBox="1"/>
          <p:nvPr>
            <p:custDataLst>
              <p:tags r:id="rId16"/>
            </p:custDataLst>
          </p:nvPr>
        </p:nvSpPr>
        <p:spPr>
          <a:xfrm>
            <a:off x="971610" y="223083"/>
            <a:ext cx="9462175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前端交互设计</a:t>
            </a:r>
          </a:p>
        </p:txBody>
      </p:sp>
      <p:sp>
        <p:nvSpPr>
          <p:cNvPr id="29" name="椭圆 28-【1】"/>
          <p:cNvSpPr/>
          <p:nvPr>
            <p:custDataLst>
              <p:tags r:id="rId17"/>
            </p:custDataLst>
          </p:nvPr>
        </p:nvSpPr>
        <p:spPr>
          <a:xfrm>
            <a:off x="11457773" y="383353"/>
            <a:ext cx="175648" cy="17564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0" name="椭圆 29-【1】"/>
          <p:cNvSpPr/>
          <p:nvPr>
            <p:custDataLst>
              <p:tags r:id="rId18"/>
            </p:custDataLst>
          </p:nvPr>
        </p:nvSpPr>
        <p:spPr>
          <a:xfrm>
            <a:off x="11711552" y="383353"/>
            <a:ext cx="175648" cy="175648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13" name="Text10"/>
          <p:cNvGrpSpPr/>
          <p:nvPr>
            <p:custDataLst>
              <p:tags r:id="rId19"/>
            </p:custDataLst>
          </p:nvPr>
        </p:nvGrpSpPr>
        <p:grpSpPr>
          <a:xfrm>
            <a:off x="-126977" y="274084"/>
            <a:ext cx="888923" cy="634946"/>
            <a:chOff x="-126977" y="274084"/>
            <a:chExt cx="888923" cy="634946"/>
          </a:xfrm>
        </p:grpSpPr>
        <p:sp>
          <p:nvSpPr>
            <p:cNvPr id="2" name="椭圆 1"/>
            <p:cNvSpPr/>
            <p:nvPr>
              <p:custDataLst>
                <p:tags r:id="rId20"/>
              </p:custDataLst>
            </p:nvPr>
          </p:nvSpPr>
          <p:spPr>
            <a:xfrm>
              <a:off x="127000" y="274084"/>
              <a:ext cx="634946" cy="634946"/>
            </a:xfrm>
            <a:prstGeom prst="ellipse">
              <a:avLst/>
            </a:prstGeom>
            <a:solidFill>
              <a:schemeClr val="accent1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3" name="椭圆 2"/>
            <p:cNvSpPr>
              <a:spLocks noChangeAspect="1"/>
            </p:cNvSpPr>
            <p:nvPr>
              <p:custDataLst>
                <p:tags r:id="rId21"/>
              </p:custDataLst>
            </p:nvPr>
          </p:nvSpPr>
          <p:spPr>
            <a:xfrm>
              <a:off x="-126977" y="274085"/>
              <a:ext cx="507957" cy="507957"/>
            </a:xfrm>
            <a:prstGeom prst="ellipse">
              <a:avLst/>
            </a:prstGeom>
            <a:solidFill>
              <a:schemeClr val="accent1">
                <a:lumMod val="50000"/>
                <a:lumOff val="50000"/>
                <a:alpha val="50000"/>
              </a:schemeClr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角星"/>
          <p:cNvSpPr/>
          <p:nvPr/>
        </p:nvSpPr>
        <p:spPr>
          <a:xfrm>
            <a:off x="5840730" y="2882582"/>
            <a:ext cx="301625" cy="300355"/>
          </a:xfrm>
          <a:custGeom>
            <a:avLst/>
            <a:gdLst>
              <a:gd name="T0" fmla="*/ 11209 w 11256"/>
              <a:gd name="T1" fmla="*/ 4253 h 11213"/>
              <a:gd name="T2" fmla="*/ 10891 w 11256"/>
              <a:gd name="T3" fmla="*/ 3984 h 11213"/>
              <a:gd name="T4" fmla="*/ 7510 w 11256"/>
              <a:gd name="T5" fmla="*/ 3462 h 11213"/>
              <a:gd name="T6" fmla="*/ 6001 w 11256"/>
              <a:gd name="T7" fmla="*/ 230 h 11213"/>
              <a:gd name="T8" fmla="*/ 5640 w 11256"/>
              <a:gd name="T9" fmla="*/ 0 h 11213"/>
              <a:gd name="T10" fmla="*/ 5640 w 11256"/>
              <a:gd name="T11" fmla="*/ 0 h 11213"/>
              <a:gd name="T12" fmla="*/ 5279 w 11256"/>
              <a:gd name="T13" fmla="*/ 230 h 11213"/>
              <a:gd name="T14" fmla="*/ 3756 w 11256"/>
              <a:gd name="T15" fmla="*/ 3455 h 11213"/>
              <a:gd name="T16" fmla="*/ 370 w 11256"/>
              <a:gd name="T17" fmla="*/ 3965 h 11213"/>
              <a:gd name="T18" fmla="*/ 49 w 11256"/>
              <a:gd name="T19" fmla="*/ 4231 h 11213"/>
              <a:gd name="T20" fmla="*/ 142 w 11256"/>
              <a:gd name="T21" fmla="*/ 4638 h 11213"/>
              <a:gd name="T22" fmla="*/ 2597 w 11256"/>
              <a:gd name="T23" fmla="*/ 7164 h 11213"/>
              <a:gd name="T24" fmla="*/ 2010 w 11256"/>
              <a:gd name="T25" fmla="*/ 10725 h 11213"/>
              <a:gd name="T26" fmla="*/ 2174 w 11256"/>
              <a:gd name="T27" fmla="*/ 11116 h 11213"/>
              <a:gd name="T28" fmla="*/ 2597 w 11256"/>
              <a:gd name="T29" fmla="*/ 11140 h 11213"/>
              <a:gd name="T30" fmla="*/ 5620 w 11256"/>
              <a:gd name="T31" fmla="*/ 9478 h 11213"/>
              <a:gd name="T32" fmla="*/ 8637 w 11256"/>
              <a:gd name="T33" fmla="*/ 11151 h 11213"/>
              <a:gd name="T34" fmla="*/ 8831 w 11256"/>
              <a:gd name="T35" fmla="*/ 11200 h 11213"/>
              <a:gd name="T36" fmla="*/ 8839 w 11256"/>
              <a:gd name="T37" fmla="*/ 11200 h 11213"/>
              <a:gd name="T38" fmla="*/ 9239 w 11256"/>
              <a:gd name="T39" fmla="*/ 10800 h 11213"/>
              <a:gd name="T40" fmla="*/ 9213 w 11256"/>
              <a:gd name="T41" fmla="*/ 10658 h 11213"/>
              <a:gd name="T42" fmla="*/ 8652 w 11256"/>
              <a:gd name="T43" fmla="*/ 7175 h 11213"/>
              <a:gd name="T44" fmla="*/ 11114 w 11256"/>
              <a:gd name="T45" fmla="*/ 4659 h 11213"/>
              <a:gd name="T46" fmla="*/ 11209 w 11256"/>
              <a:gd name="T47" fmla="*/ 4253 h 1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1256" h="11213">
                <a:moveTo>
                  <a:pt x="11209" y="4253"/>
                </a:moveTo>
                <a:cubicBezTo>
                  <a:pt x="11161" y="4111"/>
                  <a:pt x="11039" y="4008"/>
                  <a:pt x="10891" y="3984"/>
                </a:cubicBezTo>
                <a:lnTo>
                  <a:pt x="7510" y="3462"/>
                </a:lnTo>
                <a:lnTo>
                  <a:pt x="6001" y="230"/>
                </a:lnTo>
                <a:cubicBezTo>
                  <a:pt x="5934" y="90"/>
                  <a:pt x="5795" y="0"/>
                  <a:pt x="5640" y="0"/>
                </a:cubicBezTo>
                <a:lnTo>
                  <a:pt x="5640" y="0"/>
                </a:lnTo>
                <a:cubicBezTo>
                  <a:pt x="5485" y="0"/>
                  <a:pt x="5345" y="88"/>
                  <a:pt x="5279" y="230"/>
                </a:cubicBezTo>
                <a:lnTo>
                  <a:pt x="3756" y="3455"/>
                </a:lnTo>
                <a:lnTo>
                  <a:pt x="370" y="3965"/>
                </a:lnTo>
                <a:cubicBezTo>
                  <a:pt x="221" y="3986"/>
                  <a:pt x="99" y="4090"/>
                  <a:pt x="49" y="4231"/>
                </a:cubicBezTo>
                <a:cubicBezTo>
                  <a:pt x="0" y="4373"/>
                  <a:pt x="36" y="4530"/>
                  <a:pt x="142" y="4638"/>
                </a:cubicBezTo>
                <a:lnTo>
                  <a:pt x="2597" y="7164"/>
                </a:lnTo>
                <a:lnTo>
                  <a:pt x="2010" y="10725"/>
                </a:lnTo>
                <a:cubicBezTo>
                  <a:pt x="1984" y="10875"/>
                  <a:pt x="2049" y="11028"/>
                  <a:pt x="2174" y="11116"/>
                </a:cubicBezTo>
                <a:cubicBezTo>
                  <a:pt x="2298" y="11204"/>
                  <a:pt x="2464" y="11213"/>
                  <a:pt x="2597" y="11140"/>
                </a:cubicBezTo>
                <a:lnTo>
                  <a:pt x="5620" y="9478"/>
                </a:lnTo>
                <a:lnTo>
                  <a:pt x="8637" y="11151"/>
                </a:lnTo>
                <a:cubicBezTo>
                  <a:pt x="8697" y="11183"/>
                  <a:pt x="8764" y="11200"/>
                  <a:pt x="8831" y="11200"/>
                </a:cubicBezTo>
                <a:lnTo>
                  <a:pt x="8839" y="11200"/>
                </a:lnTo>
                <a:cubicBezTo>
                  <a:pt x="9061" y="11200"/>
                  <a:pt x="9239" y="11022"/>
                  <a:pt x="9239" y="10800"/>
                </a:cubicBezTo>
                <a:cubicBezTo>
                  <a:pt x="9239" y="10751"/>
                  <a:pt x="9231" y="10703"/>
                  <a:pt x="9213" y="10658"/>
                </a:cubicBezTo>
                <a:lnTo>
                  <a:pt x="8652" y="7175"/>
                </a:lnTo>
                <a:lnTo>
                  <a:pt x="11114" y="4659"/>
                </a:lnTo>
                <a:cubicBezTo>
                  <a:pt x="11219" y="4552"/>
                  <a:pt x="11256" y="4395"/>
                  <a:pt x="11209" y="425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99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组合 6"/>
          <p:cNvGrpSpPr/>
          <p:nvPr/>
        </p:nvGrpSpPr>
        <p:grpSpPr>
          <a:xfrm flipH="1">
            <a:off x="6198870" y="2958147"/>
            <a:ext cx="777240" cy="156845"/>
            <a:chOff x="4887865" y="3342962"/>
            <a:chExt cx="713775" cy="156845"/>
          </a:xfrm>
        </p:grpSpPr>
        <p:sp>
          <p:nvSpPr>
            <p:cNvPr id="14" name="平行四边形 13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5" name="平行四边形 14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8" name="Text1"/>
          <p:cNvSpPr txBox="1"/>
          <p:nvPr>
            <p:custDataLst>
              <p:tags r:id="rId2"/>
            </p:custDataLst>
          </p:nvPr>
        </p:nvSpPr>
        <p:spPr>
          <a:xfrm>
            <a:off x="527050" y="3327717"/>
            <a:ext cx="11137900" cy="1350645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1000" b="1" kern="1200" spc="-150">
                <a:solidFill>
                  <a:srgbClr val="8034FF"/>
                </a:solidFill>
                <a:latin typeface="Avenir LT Pro 65 Medium" panose="020B0603020203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6000" spc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字体圈欣意冠黑体" panose="00000500000000000000" charset="-122"/>
                <a:sym typeface="+mn-lt"/>
              </a:rPr>
              <a:t>项目总结</a:t>
            </a:r>
          </a:p>
        </p:txBody>
      </p:sp>
      <p:sp>
        <p:nvSpPr>
          <p:cNvPr id="9" name="Text2"/>
          <p:cNvSpPr txBox="1"/>
          <p:nvPr>
            <p:custDataLst>
              <p:tags r:id="rId3"/>
            </p:custDataLst>
          </p:nvPr>
        </p:nvSpPr>
        <p:spPr>
          <a:xfrm>
            <a:off x="528955" y="4815522"/>
            <a:ext cx="11135360" cy="878205"/>
          </a:xfrm>
          <a:prstGeom prst="rect">
            <a:avLst/>
          </a:prstGeom>
          <a:noFill/>
        </p:spPr>
        <p:txBody>
          <a:bodyPr wrap="square" rtlCol="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solidFill>
                  <a:schemeClr val="bg2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Open Sans" panose="020B0606030504020204" pitchFamily="34" charset="0"/>
              </a:rPr>
              <a:t>Project Summary</a:t>
            </a:r>
          </a:p>
        </p:txBody>
      </p:sp>
      <p:sp>
        <p:nvSpPr>
          <p:cNvPr id="10" name="Text3"/>
          <p:cNvSpPr txBox="1"/>
          <p:nvPr>
            <p:custDataLst>
              <p:tags r:id="rId4"/>
            </p:custDataLst>
          </p:nvPr>
        </p:nvSpPr>
        <p:spPr>
          <a:xfrm>
            <a:off x="5006975" y="1164272"/>
            <a:ext cx="2095500" cy="1833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</a:pPr>
            <a:r>
              <a:rPr lang="en-US" altLang="zh-CN" sz="8800" b="1" dirty="0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</a:p>
        </p:txBody>
      </p:sp>
      <p:grpSp>
        <p:nvGrpSpPr>
          <p:cNvPr id="11" name="组合 10"/>
          <p:cNvGrpSpPr/>
          <p:nvPr/>
        </p:nvGrpSpPr>
        <p:grpSpPr>
          <a:xfrm>
            <a:off x="5006975" y="2958147"/>
            <a:ext cx="777240" cy="156845"/>
            <a:chOff x="4887865" y="3342962"/>
            <a:chExt cx="713775" cy="156845"/>
          </a:xfrm>
        </p:grpSpPr>
        <p:sp>
          <p:nvSpPr>
            <p:cNvPr id="12" name="平行四边形 11"/>
            <p:cNvSpPr/>
            <p:nvPr/>
          </p:nvSpPr>
          <p:spPr>
            <a:xfrm flipH="1">
              <a:off x="5032872" y="3412812"/>
              <a:ext cx="568768" cy="86995"/>
            </a:xfrm>
            <a:prstGeom prst="parallelogram">
              <a:avLst>
                <a:gd name="adj" fmla="val 90891"/>
              </a:avLst>
            </a:prstGeom>
            <a:gradFill flip="none" rotWithShape="1">
              <a:gsLst>
                <a:gs pos="41000">
                  <a:schemeClr val="accent1">
                    <a:lumMod val="75000"/>
                    <a:alpha val="0"/>
                  </a:schemeClr>
                </a:gs>
                <a:gs pos="100000">
                  <a:schemeClr val="accent1">
                    <a:alpha val="27000"/>
                  </a:schemeClr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3" name="平行四边形 12"/>
            <p:cNvSpPr/>
            <p:nvPr/>
          </p:nvSpPr>
          <p:spPr>
            <a:xfrm flipH="1">
              <a:off x="4887865" y="3342962"/>
              <a:ext cx="568768" cy="86995"/>
            </a:xfrm>
            <a:prstGeom prst="parallelogram">
              <a:avLst>
                <a:gd name="adj" fmla="val 99126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1"/>
          <p:cNvSpPr/>
          <p:nvPr>
            <p:custDataLst>
              <p:tags r:id="rId2"/>
            </p:custDataLst>
          </p:nvPr>
        </p:nvSpPr>
        <p:spPr>
          <a:xfrm>
            <a:off x="273975" y="1180618"/>
            <a:ext cx="11669372" cy="54389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Text2"/>
          <p:cNvSpPr txBox="1"/>
          <p:nvPr>
            <p:custDataLst>
              <p:tags r:id="rId3"/>
            </p:custDataLst>
          </p:nvPr>
        </p:nvSpPr>
        <p:spPr>
          <a:xfrm>
            <a:off x="273975" y="238391"/>
            <a:ext cx="11669372" cy="720348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项目成果与创新点</a:t>
            </a:r>
          </a:p>
        </p:txBody>
      </p:sp>
      <p:sp>
        <p:nvSpPr>
          <p:cNvPr id="4" name="Text3"/>
          <p:cNvSpPr/>
          <p:nvPr>
            <p:custDataLst>
              <p:tags r:id="rId4"/>
            </p:custDataLst>
          </p:nvPr>
        </p:nvSpPr>
        <p:spPr>
          <a:xfrm>
            <a:off x="617849" y="1482412"/>
            <a:ext cx="10956301" cy="4825791"/>
          </a:xfrm>
          <a:prstGeom prst="rect">
            <a:avLst/>
          </a:prstGeom>
          <a:ln>
            <a:noFill/>
          </a:ln>
        </p:spPr>
        <p:txBody>
          <a:bodyPr wrap="square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1.完成核心目标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项目完成了可独立运行的基础邮件系统开发，实现了所有核心邮件功能；同时完成了可插拔AI插件开发，实现了自动分析与交互式问答能力，满足项目需求。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2.核心设计创新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提出邮件原文与用户视图分离的存储设计，解决了多用户场景下邮件删除互斥的问题；采用可插拔AI架构设计，做到AI增强不依赖，保证基础功能的稳定性与独立性。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3.技术实践收获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通过本项目实践，掌握了前后端分离项目的开发流程，理解了分层解耦架构设计的优势，熟悉了AI服务与传统业务系统结合的设计思路，积累了全栈开发经验。</a:t>
            </a:r>
          </a:p>
        </p:txBody>
      </p:sp>
    </p:spTree>
    <p:custDataLst>
      <p:tags r:id="rId1"/>
    </p:custData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1"/>
          <p:cNvSpPr/>
          <p:nvPr>
            <p:custDataLst>
              <p:tags r:id="rId2"/>
            </p:custDataLst>
          </p:nvPr>
        </p:nvSpPr>
        <p:spPr>
          <a:xfrm>
            <a:off x="6764020" y="0"/>
            <a:ext cx="5427980" cy="6858000"/>
          </a:xfrm>
          <a:prstGeom prst="rect">
            <a:avLst/>
          </a:prstGeom>
          <a:blipFill>
            <a:blip r:embed="rId10"/>
            <a:stretch>
              <a:fillRect l="-44783" r="-4478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3" name="组合 2"/>
          <p:cNvGrpSpPr/>
          <p:nvPr>
            <p:custDataLst>
              <p:tags r:id="rId3"/>
            </p:custDataLst>
          </p:nvPr>
        </p:nvGrpSpPr>
        <p:grpSpPr>
          <a:xfrm>
            <a:off x="10848497" y="6387891"/>
            <a:ext cx="1103075" cy="298980"/>
            <a:chOff x="636904" y="5704425"/>
            <a:chExt cx="1389268" cy="376550"/>
          </a:xfrm>
        </p:grpSpPr>
        <p:sp>
          <p:nvSpPr>
            <p:cNvPr id="2" name="Rectangle 9"/>
            <p:cNvSpPr/>
            <p:nvPr>
              <p:custDataLst>
                <p:tags r:id="rId6"/>
              </p:custDataLst>
            </p:nvPr>
          </p:nvSpPr>
          <p:spPr>
            <a:xfrm>
              <a:off x="636904" y="5704425"/>
              <a:ext cx="1347580" cy="3765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lvl="0" algn="ctr">
                <a:buClrTx/>
                <a:buSzTx/>
                <a:buFontTx/>
              </a:pPr>
              <a:endParaRPr lang="id-ID"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5" name="装饰文本"/>
            <p:cNvSpPr txBox="1"/>
            <p:nvPr>
              <p:custDataLst>
                <p:tags r:id="rId7"/>
              </p:custDataLst>
            </p:nvPr>
          </p:nvSpPr>
          <p:spPr>
            <a:xfrm>
              <a:off x="678592" y="5786102"/>
              <a:ext cx="1347580" cy="2131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id-ID" sz="500" spc="400">
                  <a:solidFill>
                    <a:schemeClr val="tx2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思源黑体 CN" panose="020B0500000000000000" pitchFamily="34" charset="-122"/>
                </a:rPr>
                <a:t>VIEW MORE</a:t>
              </a:r>
            </a:p>
          </p:txBody>
        </p:sp>
      </p:grpSp>
      <p:sp>
        <p:nvSpPr>
          <p:cNvPr id="6" name="Text1"/>
          <p:cNvSpPr txBox="1"/>
          <p:nvPr>
            <p:custDataLst>
              <p:tags r:id="rId4"/>
            </p:custDataLst>
          </p:nvPr>
        </p:nvSpPr>
        <p:spPr>
          <a:xfrm>
            <a:off x="362585" y="396760"/>
            <a:ext cx="6081174" cy="1316910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200" b="1" noProof="0">
                <a:ln>
                  <a:noFill/>
                </a:ln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思源黑体 CN" panose="020B0500000000000000" pitchFamily="34" charset="-122"/>
              </a:rPr>
              <a:t>致谢</a:t>
            </a:r>
          </a:p>
        </p:txBody>
      </p:sp>
      <p:sp>
        <p:nvSpPr>
          <p:cNvPr id="7" name="Text2"/>
          <p:cNvSpPr txBox="1"/>
          <p:nvPr>
            <p:custDataLst>
              <p:tags r:id="rId5"/>
            </p:custDataLst>
          </p:nvPr>
        </p:nvSpPr>
        <p:spPr>
          <a:xfrm>
            <a:off x="362410" y="1893783"/>
            <a:ext cx="6089015" cy="3999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6" rIns="60950" bIns="30466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1.感谢指导与聆听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感谢课程老师与实训指导老师在项目开发过程中的指导与帮助，感谢各位老师抽出时间参与本次答辩，请各位老师批评指正。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2.后续迭代计划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" panose="020B0500000000000000" pitchFamily="34" charset="-122"/>
              </a:rPr>
              <a:t>后续将完成RAG模块的迭代，替换为BM25与向量混合检索方案，优化AI问答的准确性；同时计划支持对接第三方邮件协议，扩展项目的使用场景。</a:t>
            </a:r>
          </a:p>
        </p:txBody>
      </p:sp>
    </p:spTree>
    <p:custDataLst>
      <p:tags r:id="rId1"/>
    </p:custData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20000"/>
                </a:schemeClr>
              </a:gs>
              <a:gs pos="89000">
                <a:schemeClr val="accent2">
                  <a:alpha val="80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pic>
        <p:nvPicPr>
          <p:cNvPr id="2" name="shape 1"/>
          <p:cNvPicPr>
            <a:picLocks noChangeAspect="1"/>
          </p:cNvPicPr>
          <p:nvPr/>
        </p:nvPicPr>
        <p:blipFill>
          <a:blip r:embed="rId9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6302" r="425"/>
          <a:stretch>
            <a:fillRect/>
          </a:stretch>
        </p:blipFill>
        <p:spPr>
          <a:xfrm rot="10800000">
            <a:off x="7315212" y="-90181"/>
            <a:ext cx="4977540" cy="7038362"/>
          </a:xfrm>
          <a:prstGeom prst="rect">
            <a:avLst/>
          </a:prstGeom>
        </p:spPr>
      </p:pic>
      <p:pic>
        <p:nvPicPr>
          <p:cNvPr id="3" name="shape 2"/>
          <p:cNvPicPr>
            <a:picLocks noChangeAspect="1"/>
          </p:cNvPicPr>
          <p:nvPr/>
        </p:nvPicPr>
        <p:blipFill>
          <a:blip r:embed="rId9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6302" r="425"/>
          <a:stretch>
            <a:fillRect/>
          </a:stretch>
        </p:blipFill>
        <p:spPr>
          <a:xfrm rot="10800000">
            <a:off x="4805397" y="-90181"/>
            <a:ext cx="4977540" cy="7038362"/>
          </a:xfrm>
          <a:prstGeom prst="rect">
            <a:avLst/>
          </a:prstGeom>
        </p:spPr>
      </p:pic>
      <p:pic>
        <p:nvPicPr>
          <p:cNvPr id="4" name="shape 3"/>
          <p:cNvPicPr>
            <a:picLocks noChangeAspect="1"/>
          </p:cNvPicPr>
          <p:nvPr/>
        </p:nvPicPr>
        <p:blipFill>
          <a:blip r:embed="rId9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6302" r="425"/>
          <a:stretch>
            <a:fillRect/>
          </a:stretch>
        </p:blipFill>
        <p:spPr>
          <a:xfrm rot="10800000">
            <a:off x="-100752" y="-90181"/>
            <a:ext cx="4977540" cy="7038362"/>
          </a:xfrm>
          <a:prstGeom prst="rect">
            <a:avLst/>
          </a:prstGeom>
        </p:spPr>
      </p:pic>
      <p:pic>
        <p:nvPicPr>
          <p:cNvPr id="6" name="shape 5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09" t="578" r="20502" b="1256"/>
          <a:stretch>
            <a:fillRect/>
          </a:stretch>
        </p:blipFill>
        <p:spPr bwMode="auto">
          <a:xfrm>
            <a:off x="491263" y="1395108"/>
            <a:ext cx="4111998" cy="4221268"/>
          </a:xfrm>
          <a:custGeom>
            <a:avLst/>
            <a:gdLst>
              <a:gd name="connsiteX0" fmla="*/ 2055999 w 4111998"/>
              <a:gd name="connsiteY0" fmla="*/ 0 h 4221268"/>
              <a:gd name="connsiteX1" fmla="*/ 0 w 4111998"/>
              <a:gd name="connsiteY1" fmla="*/ 2110634 h 4221268"/>
              <a:gd name="connsiteX2" fmla="*/ 1 w 4111998"/>
              <a:gd name="connsiteY2" fmla="*/ 2110634 h 4221268"/>
              <a:gd name="connsiteX3" fmla="*/ 2056000 w 4111998"/>
              <a:gd name="connsiteY3" fmla="*/ 4221268 h 4221268"/>
              <a:gd name="connsiteX4" fmla="*/ 4111998 w 4111998"/>
              <a:gd name="connsiteY4" fmla="*/ 4221268 h 4221268"/>
              <a:gd name="connsiteX5" fmla="*/ 4111998 w 4111998"/>
              <a:gd name="connsiteY5" fmla="*/ 2110634 h 4221268"/>
              <a:gd name="connsiteX6" fmla="*/ 2055999 w 4111998"/>
              <a:gd name="connsiteY6" fmla="*/ 0 h 4221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11998" h="4221268">
                <a:moveTo>
                  <a:pt x="2055999" y="0"/>
                </a:moveTo>
                <a:cubicBezTo>
                  <a:pt x="920502" y="0"/>
                  <a:pt x="0" y="944963"/>
                  <a:pt x="0" y="2110634"/>
                </a:cubicBezTo>
                <a:lnTo>
                  <a:pt x="1" y="2110634"/>
                </a:lnTo>
                <a:cubicBezTo>
                  <a:pt x="1" y="3276305"/>
                  <a:pt x="920503" y="4221268"/>
                  <a:pt x="2056000" y="4221268"/>
                </a:cubicBezTo>
                <a:lnTo>
                  <a:pt x="4111998" y="4221268"/>
                </a:lnTo>
                <a:lnTo>
                  <a:pt x="4111998" y="2110634"/>
                </a:lnTo>
                <a:cubicBezTo>
                  <a:pt x="4111998" y="944963"/>
                  <a:pt x="3191496" y="0"/>
                  <a:pt x="2055999" y="0"/>
                </a:cubicBezTo>
                <a:close/>
              </a:path>
            </a:pathLst>
          </a:custGeom>
          <a:noFill/>
          <a:effectLst>
            <a:outerShdw blurRad="190500" dist="38100" sx="102000" sy="102000" algn="ctr" rotWithShape="0">
              <a:schemeClr val="accent1">
                <a:lumMod val="50000"/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泪滴形 6"/>
          <p:cNvSpPr/>
          <p:nvPr/>
        </p:nvSpPr>
        <p:spPr>
          <a:xfrm flipV="1">
            <a:off x="288754" y="1185957"/>
            <a:ext cx="4560410" cy="4681596"/>
          </a:xfrm>
          <a:prstGeom prst="teardrop">
            <a:avLst/>
          </a:prstGeom>
          <a:noFill/>
          <a:ln w="635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8" name="直接连接符 7"/>
          <p:cNvCxnSpPr>
            <a:stCxn id="7" idx="7"/>
          </p:cNvCxnSpPr>
          <p:nvPr/>
        </p:nvCxnSpPr>
        <p:spPr>
          <a:xfrm>
            <a:off x="4849164" y="5867553"/>
            <a:ext cx="7350426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4849166" y="4223208"/>
            <a:ext cx="0" cy="2634792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/>
          <p:cNvSpPr/>
          <p:nvPr/>
        </p:nvSpPr>
        <p:spPr>
          <a:xfrm flipH="1">
            <a:off x="7462168" y="6513096"/>
            <a:ext cx="4737424" cy="344905"/>
          </a:xfrm>
          <a:custGeom>
            <a:avLst/>
            <a:gdLst>
              <a:gd name="connsiteX0" fmla="*/ 0 w 4737424"/>
              <a:gd name="connsiteY0" fmla="*/ 0 h 344905"/>
              <a:gd name="connsiteX1" fmla="*/ 4232812 w 4737424"/>
              <a:gd name="connsiteY1" fmla="*/ 0 h 344905"/>
              <a:gd name="connsiteX2" fmla="*/ 4733350 w 4737424"/>
              <a:gd name="connsiteY2" fmla="*/ 331779 h 344905"/>
              <a:gd name="connsiteX3" fmla="*/ 4737424 w 4737424"/>
              <a:gd name="connsiteY3" fmla="*/ 344905 h 344905"/>
              <a:gd name="connsiteX4" fmla="*/ 0 w 4737424"/>
              <a:gd name="connsiteY4" fmla="*/ 344905 h 344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37424" h="344905">
                <a:moveTo>
                  <a:pt x="0" y="0"/>
                </a:moveTo>
                <a:lnTo>
                  <a:pt x="4232812" y="0"/>
                </a:lnTo>
                <a:cubicBezTo>
                  <a:pt x="4457824" y="0"/>
                  <a:pt x="4650883" y="136806"/>
                  <a:pt x="4733350" y="331779"/>
                </a:cubicBezTo>
                <a:lnTo>
                  <a:pt x="4737424" y="344905"/>
                </a:lnTo>
                <a:lnTo>
                  <a:pt x="0" y="344905"/>
                </a:lnTo>
                <a:close/>
              </a:path>
            </a:pathLst>
          </a:custGeom>
          <a:gradFill>
            <a:gsLst>
              <a:gs pos="84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等线" panose="02010600030101010101" charset="-122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pic>
        <p:nvPicPr>
          <p:cNvPr id="11" name="shape 10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811" t="65913" b="5199"/>
          <a:stretch>
            <a:fillRect/>
          </a:stretch>
        </p:blipFill>
        <p:spPr bwMode="auto">
          <a:xfrm>
            <a:off x="5073532" y="4306718"/>
            <a:ext cx="1313270" cy="1313272"/>
          </a:xfrm>
          <a:custGeom>
            <a:avLst/>
            <a:gdLst>
              <a:gd name="connsiteX0" fmla="*/ 656636 w 1313270"/>
              <a:gd name="connsiteY0" fmla="*/ 0 h 1313272"/>
              <a:gd name="connsiteX1" fmla="*/ 0 w 1313270"/>
              <a:gd name="connsiteY1" fmla="*/ 656636 h 1313272"/>
              <a:gd name="connsiteX2" fmla="*/ 0 w 1313270"/>
              <a:gd name="connsiteY2" fmla="*/ 1313272 h 1313272"/>
              <a:gd name="connsiteX3" fmla="*/ 656635 w 1313270"/>
              <a:gd name="connsiteY3" fmla="*/ 1313272 h 1313272"/>
              <a:gd name="connsiteX4" fmla="*/ 1299931 w 1313270"/>
              <a:gd name="connsiteY4" fmla="*/ 788971 h 1313272"/>
              <a:gd name="connsiteX5" fmla="*/ 1313270 w 1313270"/>
              <a:gd name="connsiteY5" fmla="*/ 656646 h 1313272"/>
              <a:gd name="connsiteX6" fmla="*/ 1313270 w 1313270"/>
              <a:gd name="connsiteY6" fmla="*/ 656617 h 1313272"/>
              <a:gd name="connsiteX7" fmla="*/ 1299932 w 1313270"/>
              <a:gd name="connsiteY7" fmla="*/ 524301 h 1313272"/>
              <a:gd name="connsiteX8" fmla="*/ 656636 w 1313270"/>
              <a:gd name="connsiteY8" fmla="*/ 0 h 1313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13270" h="1313272">
                <a:moveTo>
                  <a:pt x="656636" y="0"/>
                </a:moveTo>
                <a:cubicBezTo>
                  <a:pt x="293986" y="0"/>
                  <a:pt x="0" y="293986"/>
                  <a:pt x="0" y="656636"/>
                </a:cubicBezTo>
                <a:lnTo>
                  <a:pt x="0" y="1313272"/>
                </a:lnTo>
                <a:lnTo>
                  <a:pt x="656635" y="1313272"/>
                </a:lnTo>
                <a:cubicBezTo>
                  <a:pt x="973954" y="1313272"/>
                  <a:pt x="1238702" y="1088189"/>
                  <a:pt x="1299931" y="788971"/>
                </a:cubicBezTo>
                <a:lnTo>
                  <a:pt x="1313270" y="656646"/>
                </a:lnTo>
                <a:lnTo>
                  <a:pt x="1313270" y="656617"/>
                </a:lnTo>
                <a:lnTo>
                  <a:pt x="1299932" y="524301"/>
                </a:lnTo>
                <a:cubicBezTo>
                  <a:pt x="1238703" y="225083"/>
                  <a:pt x="973955" y="0"/>
                  <a:pt x="656636" y="0"/>
                </a:cubicBezTo>
                <a:close/>
              </a:path>
            </a:pathLst>
          </a:custGeom>
          <a:noFill/>
          <a:effectLst>
            <a:outerShdw blurRad="190500" dist="38100" sx="102000" sy="102000" algn="ctr" rotWithShape="0">
              <a:schemeClr val="accent1">
                <a:lumMod val="50000"/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组合 11"/>
          <p:cNvGrpSpPr/>
          <p:nvPr/>
        </p:nvGrpSpPr>
        <p:grpSpPr>
          <a:xfrm flipH="1">
            <a:off x="635059" y="6368509"/>
            <a:ext cx="796703" cy="150125"/>
            <a:chOff x="6786801" y="-463403"/>
            <a:chExt cx="796703" cy="150125"/>
          </a:xfrm>
        </p:grpSpPr>
        <p:sp>
          <p:nvSpPr>
            <p:cNvPr id="13" name="椭圆 12"/>
            <p:cNvSpPr/>
            <p:nvPr/>
          </p:nvSpPr>
          <p:spPr>
            <a:xfrm rot="18900000">
              <a:off x="6786801" y="-463403"/>
              <a:ext cx="150125" cy="15012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4" name="椭圆 13"/>
            <p:cNvSpPr/>
            <p:nvPr/>
          </p:nvSpPr>
          <p:spPr>
            <a:xfrm rot="18900000">
              <a:off x="7002327" y="-463403"/>
              <a:ext cx="150125" cy="1501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5" name="椭圆 14"/>
            <p:cNvSpPr/>
            <p:nvPr/>
          </p:nvSpPr>
          <p:spPr>
            <a:xfrm rot="18900000">
              <a:off x="7217853" y="-463403"/>
              <a:ext cx="150125" cy="1501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6" name="椭圆 15"/>
            <p:cNvSpPr/>
            <p:nvPr/>
          </p:nvSpPr>
          <p:spPr>
            <a:xfrm rot="18900000">
              <a:off x="7433379" y="-463403"/>
              <a:ext cx="150125" cy="1501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FFFFFF"/>
                  </a:solidFill>
                  <a:latin typeface="等线" panose="02010600030101010101" charset="-122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18" name="矩形 17"/>
          <p:cNvSpPr/>
          <p:nvPr/>
        </p:nvSpPr>
        <p:spPr>
          <a:xfrm>
            <a:off x="7500571" y="4816405"/>
            <a:ext cx="2139315" cy="51117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19" name="Text1"/>
          <p:cNvSpPr txBox="1"/>
          <p:nvPr>
            <p:custDataLst>
              <p:tags r:id="rId2"/>
            </p:custDataLst>
          </p:nvPr>
        </p:nvSpPr>
        <p:spPr>
          <a:xfrm>
            <a:off x="7647891" y="4893240"/>
            <a:ext cx="1851660" cy="38798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主讲人 罗俊翔</a:t>
            </a:r>
          </a:p>
        </p:txBody>
      </p:sp>
      <p:sp>
        <p:nvSpPr>
          <p:cNvPr id="20" name="矩形 19"/>
          <p:cNvSpPr/>
          <p:nvPr/>
        </p:nvSpPr>
        <p:spPr>
          <a:xfrm>
            <a:off x="9640521" y="4815770"/>
            <a:ext cx="2139315" cy="511175"/>
          </a:xfrm>
          <a:prstGeom prst="rect">
            <a:avLst/>
          </a:prstGeom>
          <a:solidFill>
            <a:schemeClr val="tx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1" name="Text2"/>
          <p:cNvSpPr txBox="1"/>
          <p:nvPr>
            <p:custDataLst>
              <p:tags r:id="rId3"/>
            </p:custDataLst>
          </p:nvPr>
        </p:nvSpPr>
        <p:spPr>
          <a:xfrm>
            <a:off x="5137918" y="990446"/>
            <a:ext cx="6562184" cy="239042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7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谢谢观看</a:t>
            </a:r>
          </a:p>
        </p:txBody>
      </p:sp>
      <p:sp>
        <p:nvSpPr>
          <p:cNvPr id="22" name="Text3"/>
          <p:cNvSpPr txBox="1"/>
          <p:nvPr>
            <p:custDataLst>
              <p:tags r:id="rId4"/>
            </p:custDataLst>
          </p:nvPr>
        </p:nvSpPr>
        <p:spPr>
          <a:xfrm>
            <a:off x="7500570" y="3545258"/>
            <a:ext cx="4199531" cy="1076438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160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Thank You</a:t>
            </a:r>
          </a:p>
        </p:txBody>
      </p:sp>
      <p:sp>
        <p:nvSpPr>
          <p:cNvPr id="23" name="Text4"/>
          <p:cNvSpPr txBox="1"/>
          <p:nvPr>
            <p:custDataLst>
              <p:tags r:id="rId5"/>
            </p:custDataLst>
          </p:nvPr>
        </p:nvSpPr>
        <p:spPr>
          <a:xfrm>
            <a:off x="9780398" y="4871967"/>
            <a:ext cx="1859280" cy="398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>
                <a:solidFill>
                  <a:schemeClr val="accent1"/>
                </a:solidFill>
                <a:effectLst>
                  <a:outerShdw blurRad="76200" dist="38100" dir="2700000" algn="ctr" rotWithShape="0">
                    <a:schemeClr val="accent1">
                      <a:alpha val="0"/>
                    </a:scheme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2026.07.07</a:t>
            </a:r>
          </a:p>
        </p:txBody>
      </p:sp>
      <p:sp>
        <p:nvSpPr>
          <p:cNvPr id="24" name="图形 8"/>
          <p:cNvSpPr/>
          <p:nvPr/>
        </p:nvSpPr>
        <p:spPr>
          <a:xfrm>
            <a:off x="440787" y="357543"/>
            <a:ext cx="1767922" cy="473132"/>
          </a:xfrm>
          <a:custGeom>
            <a:avLst/>
            <a:gdLst>
              <a:gd name="connsiteX0" fmla="*/ 284321 w 2520219"/>
              <a:gd name="connsiteY0" fmla="*/ 0 h 777716"/>
              <a:gd name="connsiteX1" fmla="*/ 2520220 w 2520219"/>
              <a:gd name="connsiteY1" fmla="*/ 0 h 777716"/>
              <a:gd name="connsiteX2" fmla="*/ 2520220 w 2520219"/>
              <a:gd name="connsiteY2" fmla="*/ 0 h 777716"/>
              <a:gd name="connsiteX3" fmla="*/ 2520220 w 2520219"/>
              <a:gd name="connsiteY3" fmla="*/ 493395 h 777716"/>
              <a:gd name="connsiteX4" fmla="*/ 2235899 w 2520219"/>
              <a:gd name="connsiteY4" fmla="*/ 777716 h 777716"/>
              <a:gd name="connsiteX5" fmla="*/ 0 w 2520219"/>
              <a:gd name="connsiteY5" fmla="*/ 777716 h 777716"/>
              <a:gd name="connsiteX6" fmla="*/ 0 w 2520219"/>
              <a:gd name="connsiteY6" fmla="*/ 777716 h 777716"/>
              <a:gd name="connsiteX7" fmla="*/ 0 w 2520219"/>
              <a:gd name="connsiteY7" fmla="*/ 284321 h 777716"/>
              <a:gd name="connsiteX8" fmla="*/ 284321 w 2520219"/>
              <a:gd name="connsiteY8" fmla="*/ 0 h 77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20219" h="777716">
                <a:moveTo>
                  <a:pt x="284321" y="0"/>
                </a:moveTo>
                <a:lnTo>
                  <a:pt x="2520220" y="0"/>
                </a:lnTo>
                <a:lnTo>
                  <a:pt x="2520220" y="0"/>
                </a:lnTo>
                <a:lnTo>
                  <a:pt x="2520220" y="493395"/>
                </a:lnTo>
                <a:cubicBezTo>
                  <a:pt x="2520220" y="650421"/>
                  <a:pt x="2392928" y="777716"/>
                  <a:pt x="2235899" y="777716"/>
                </a:cubicBezTo>
                <a:lnTo>
                  <a:pt x="0" y="777716"/>
                </a:lnTo>
                <a:lnTo>
                  <a:pt x="0" y="777716"/>
                </a:lnTo>
                <a:lnTo>
                  <a:pt x="0" y="284321"/>
                </a:lnTo>
                <a:cubicBezTo>
                  <a:pt x="0" y="127295"/>
                  <a:pt x="127295" y="0"/>
                  <a:pt x="284321" y="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25" name="Text5"/>
          <p:cNvSpPr txBox="1"/>
          <p:nvPr>
            <p:custDataLst>
              <p:tags r:id="rId6"/>
            </p:custDataLst>
          </p:nvPr>
        </p:nvSpPr>
        <p:spPr>
          <a:xfrm>
            <a:off x="584403" y="371528"/>
            <a:ext cx="1543283" cy="414535"/>
          </a:xfrm>
          <a:prstGeom prst="rect">
            <a:avLst/>
          </a:prstGeom>
          <a:noFill/>
        </p:spPr>
        <p:txBody>
          <a:bodyPr wrap="square" rtlCol="0" anchor="ctr">
            <a:normAutofit fontScale="95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400" dirty="0">
              <a:solidFill>
                <a:schemeClr val="tx2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  <p:custDataLst>
      <p:tags r:id="rId1"/>
    </p:custData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39"/>
  <p:tag name="TAG_CHATPAGE_CATALOG" val="项目概述、技术架构、核心数据模型、核心功能实现、项目总结"/>
  <p:tag name="TAG_PPT_THEMETITLE" val="SmartMail AI智能邮件工作台 项目答辩"/>
  <p:tag name="TAG_PPT_THEMEWORD" val="SmartMail AI智能邮件工作台 项目答辩"/>
  <p:tag name="TAG_PRESENTATION_STYLE" val="商务"/>
  <p:tag name="TAG_PRESENTATION_TEMPLATE" val="{&quot;image&quot;:&quot;&quot;,&quot;sub_images&quot;:[],&quot;title&quot;:&quot;&quot;,&quot;style&quot;:&quot;商务&quot;,&quot;template_type&quot;:&quot;插图&quot;,&quot;isVector&quot;:false,&quot;color&quot;:&quot;粉色&quot;,&quot;colorList&quot;:[&quot;#3E0B0E&quot;,&quot;#FFFFFF&quot;,&quot;#FFFFFF&quot;,&quot;#401C22&quot;,&quot;#FF2B40&quot;,&quot;#FE6053&quot;,&quot;#FE8C46&quot;,&quot;#FEC34B&quot;,&quot;#A1C9FD&quot;,&quot;#F76964&quot;,&quot;#000D10&quot;,&quot;#00252E&quot;],&quot;scene&quot;:&quot;&quot;,&quot;group&quot;:&quot;group_1&quot;,&quot;cover_id&quot;:&quot;Fvpu8pvvpm66&quot;,&quot;end_id&quot;:&quot;KWHmb6YWTuMZ&quot;,&quot;catalog_id&quot;:&quot;PRdDG5ccuwzk&quot;,&quot;chapter_id&quot;:&quot;snVMdfZ8rmzt&quot;,&quot;content_ids&quot;:[],&quot;picture_url&quot;:&quot;&quot;,&quot;isuse&quot;:false,&quot;theme_colors&quot;:[],&quot;company&quot;:&quot;&quot;,&quot;logo_left&quot;:false,&quot;logoLight&quot;:&quot;&quot;,&quot;logoDark&quot;:&quot;&quot;,&quot;school&quot;:&quot;&quot;,&quot;isCollect&quot;:false,&quot;data_id&quot;:&quot;&quot;,&quot;userName&quot;:&quot;&quot;,&quot;authorName&quot;:&quot;&quot;,&quot;json&quot;:&quot;&quot;,&quot;index&quot;:0}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YOO_CHATPAGE_TYPE" val="TAG_CHATPAGE_COVER"/>
  <p:tag name="YOO_CHATSHAPE_TITLE" val="SmartMail AI智能邮件工作台 项目答辩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AUTHOR" val="百度文心助手"/>
  <p:tag name="YOO_CHATSHAPE_TYPE" val="YOO_CHATSHAPE_AUTHO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SUBTITLE_TYPE" val="TAG_CHATSHAPE_SUBTITLE_ENGLISH"/>
  <p:tag name="YOO_CHATSHAPE_TYPE" val="YOO_CHATSHAPE_SUB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A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COMPANY" val="百度文心助手 Team"/>
  <p:tag name="YOO_CHATSHAPE_TYPE" val="YOO_CHATSHAPE_COMPANY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29:49"/>
  <p:tag name="TAG_CHAPTER_ID" val="0"/>
  <p:tag name="TAG_CONTENT_TYPE" val="二级大纲2"/>
  <p:tag name="TAG_SECTION_ID" val="0"/>
  <p:tag name="YOO_CHATPAGE_TYPE" val="TAG_CHATPAGE_MULTCONTENT"/>
  <p:tag name="YOO_CHATSHAPE_TITLE" val="封面"/>
  <p:tag name="YOO_PROTECTION_DATA" val="\u007b\u0022\u0049\u0044\u0022\u003a\u0022\u0035\u0066\u0034\u0036\u0062\u0036\u0030\u0063\u0037\u0035\u0034\u0038\u0034\u0066\u0066\u0064\u0039\u0039\u0034\u0037\u0039\u0030\u0061\u0037\u0033\u0062\u0033\u0039\u0064\u0030\u0039\u0063\u0022\u002c\u0022\u0054\u0069\u006d\u0065\u0022\u003a\u0022\u0032\u0030\u0032\u0036\u002f\u0030\u0037\u002f\u0030\u0037\u0020\u0031\u0031\u003a\u0032\u0039\u003a\u0035\u0030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e616ebd4a13d4019a549ecd7a8fde57e"/>
  <p:tag name="TAG_CONTENT_GROUPCOUNT" val="2"/>
  <p:tag name="YOO_CHATSHAPE_TYPE" val="YOO_CHATSHAPE_DECORATI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e616ebd4a13d4019a549ecd7a8fde57e"/>
  <p:tag name="TAG_CONTENT_GROUPCOUNT" val="2"/>
  <p:tag name="TAG_CONTENT_GROUPINDEX" val="1"/>
  <p:tag name="TAG_CONTENT_SUBINDEX" val="1"/>
  <p:tag name="YOO_CHATSHAPE_TYPE" val="YOO_CHATSHAPE_CHILDDECORA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e616ebd4a13d4019a549ecd7a8fde57e"/>
  <p:tag name="TAG_CONTENT_GROUPCOUNT" val="2"/>
  <p:tag name="TAG_CONTENT_GROUPINDEX" val="1"/>
  <p:tag name="TAG_CONTENT_SUBINDEX" val="1"/>
  <p:tag name="YOO_CHATSHAPE_TYPE" val="YOO_CHATSHAPE_CHILDCONTENT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e616ebd4a13d4019a549ecd7a8fde57e"/>
  <p:tag name="TAG_CONTENT_GROUPCOUNT" val="2"/>
  <p:tag name="TAG_CONTENT_GROUPINDEX" val="2"/>
  <p:tag name="TAG_CONTENT_SUBINDEX" val="2"/>
  <p:tag name="YOO_CHATSHAPE_TYPE" val="YOO_CHATSHAPE_CHILDDECORA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e616ebd4a13d4019a549ecd7a8fde57e"/>
  <p:tag name="TAG_CONTENT_GROUPCOUNT" val="2"/>
  <p:tag name="TAG_CONTENT_GROUPINDEX" val="1"/>
  <p:tag name="TAG_CONTENT_SUBINDEX" val="1"/>
  <p:tag name="YOO_CHATSHAPE_TYPE" val="YOO_CHATSHAPE_CHILDTITL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e616ebd4a13d4019a549ecd7a8fde57e"/>
  <p:tag name="TAG_CONTENT_GROUPCOUNT" val="2"/>
  <p:tag name="TAG_CONTENT_GROUPINDEX" val="2"/>
  <p:tag name="TAG_CONTENT_SUBINDEX" val="2"/>
  <p:tag name="YOO_CHATSHAPE_TYPE" val="YOO_CHATSHAPE_CHILD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e616ebd4a13d4019a549ecd7a8fde57e"/>
  <p:tag name="TAG_CONTENT_GROUPCOUNT" val="2"/>
  <p:tag name="TAG_CONTENT_GROUPINDEX" val="1"/>
  <p:tag name="TAG_CONTENT_SUBINDEX" val="1"/>
  <p:tag name="YOO_CHATSHAPE_TYPE" val="YOO_CHATSHAPE_IMAG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e616ebd4a13d4019a549ecd7a8fde57e"/>
  <p:tag name="TAG_CONTENT_GROUPCOUNT" val="2"/>
  <p:tag name="TAG_CONTENT_GROUPINDEX" val="2"/>
  <p:tag name="TAG_CONTENT_SUBINDEX" val="2"/>
  <p:tag name="YOO_CHATSHAPE_TYPE" val="YOO_CHATSHAPE_IMAG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e616ebd4a13d4019a549ecd7a8fde57e"/>
  <p:tag name="TAG_CONTENT_GROUPCOUNT" val="2"/>
  <p:tag name="TAG_CONTENT_GROUPINDEX" val="2"/>
  <p:tag name="TAG_CONTENT_SUBINDEX" val="2"/>
  <p:tag name="YOO_CHATSHAPE_TYPE" val="YOO_CHATSHAPE_CHILDCONTENT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YOO_CHATPAGE_TYPE" val="TAG_CHATPAGE_CATALOG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ITEM" val="1"/>
  <p:tag name="YOO_CHATSHAPE_TYPE" val="YOO_CHATSHAPE_ITEM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ITEM" val="3"/>
  <p:tag name="YOO_CHATSHAPE_TYPE" val="YOO_CHATSHAPE_ITEM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ITEM" val="5"/>
  <p:tag name="YOO_CHATSHAPE_TYPE" val="YOO_CHATSHAPE_ITEM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ITEM" val="2"/>
  <p:tag name="YOO_CHATSHAPE_TYPE" val="YOO_CHATSHAPE_ITEM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ITEM" val="4"/>
  <p:tag name="YOO_CHATSHAPE_TYPE" val="YOO_CHATSHAPE_ITEM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SHAPE_DIAGRAM_TITL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_DIAGRAM_NUM"/>
  <p:tag name="YOO_CHATSHAPE_TYPE" val="YOO_CHATSHAPE_NUM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SHAPE_DIAGRAM_TITL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_DIAGRAM_NUM"/>
  <p:tag name="YOO_CHATSHAPE_TYPE" val="YOO_CHATSHAPE_NUM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SHAPE_DIAGRAM_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_DIAGRAM_NUM"/>
  <p:tag name="YOO_CHATSHAPE_TYPE" val="YOO_CHATSHAPE_NUM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SHAPE_DIAGRAM_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_DIAGRAM_NUM"/>
  <p:tag name="YOO_CHATSHAPE_TYPE" val="YOO_CHATSHAPE_NUM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SHAPE_DIAGRAM_TITL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_DIAGRAM_SHAPETYPE" val="YOO_CHAT_DIAGRAM_NUM"/>
  <p:tag name="YOO_CHATSHAPE_TYPE" val="YOO_CHATSHAPE_NUM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0"/>
  <p:tag name="YOO_CHATPAGE_TYPE" val="TAG_CHATPAGE_CHAPTER"/>
  <p:tag name="YOO_CHATSHAPE_TITLE" val="项目概述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SUBTITLE_TYPE" val="TAG_CHATSHAPE_SUBTITLE_ENGLISH"/>
  <p:tag name="YOO_CHATSHAPE_TYPE" val="YOO_CHATSHAPE_SUB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PAGE_CHAPTER" val="0"/>
  <p:tag name="YOO_CHATSHAPE_TYPE" val="YOO_CHATSHAPE_NUM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0"/>
  <p:tag name="TAG_CONTENT_TYPE" val="1标题1内容2图"/>
  <p:tag name="TAG_SECTION_ID" val="0"/>
  <p:tag name="YOO_CHATPAGE_TYPE" val="TAG_CHATPAGE_CONTENT"/>
  <p:tag name="YOO_CHATSHAPE_TITLE" val="项目基本信息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SUBINDEX" val="2"/>
  <p:tag name="YOO_CHATSHAPE_TYPE" val="YOO_CHATSHAPE_IMAG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CONTENT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PAGEDECORA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SUBINDEX" val="1"/>
  <p:tag name="YOO_CHATSHAPE_TYPE" val="YOO_CHATSHAPE_IMAG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0"/>
  <p:tag name="TAG_CONTENT_TYPE" val="二级大纲3"/>
  <p:tag name="TAG_SECTION_ID" val="1"/>
  <p:tag name="YOO_CHATPAGE_TYPE" val="TAG_CHATPAGE_MULTCONTENT"/>
  <p:tag name="YOO_CHATSHAPE_TITLE" val="核心定位与设计原则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1"/>
  <p:tag name="TAG_CONTENT_SUBINDEX" val="1"/>
  <p:tag name="YOO_CHATSHAPE_TYPE" val="YOO_CHATSHAPE_NUM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2"/>
  <p:tag name="TAG_CONTENT_SUBINDEX" val="2"/>
  <p:tag name="YOO_CHATSHAPE_TYPE" val="YOO_CHATSHAPE_NUM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TAG_CONTENT_SUBINDEX" val="3"/>
  <p:tag name="YOO_CHATSHAPE_TYPE" val="YOO_CHATSHAPE_NUM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1"/>
  <p:tag name="YOO_CHATSHAPE_TYPE" val="YOO_CHATSHAPE_MASK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1"/>
  <p:tag name="TAG_CONTENT_SUBINDEX" val="1"/>
  <p:tag name="YOO_CHATSHAPE_TYPE" val="YOO_CHATSHAPE_ICON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1"/>
  <p:tag name="TAG_CONTENT_SUBINDEX" val="1"/>
  <p:tag name="YOO_CHATSHAPE_TYPE" val="YOO_CHATSHAPE_CHILD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1"/>
  <p:tag name="TAG_CONTENT_SUBINDEX" val="1"/>
  <p:tag name="YOO_CHATSHAPE_TYPE" val="YOO_CHATSHAPE_CHILDCONTENT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2"/>
  <p:tag name="YOO_CHATSHAPE_TYPE" val="YOO_CHATSHAPE_MASK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2"/>
  <p:tag name="TAG_CONTENT_SUBINDEX" val="2"/>
  <p:tag name="YOO_CHATSHAPE_TYPE" val="YOO_CHATSHAPE_ICON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2"/>
  <p:tag name="TAG_CONTENT_SUBINDEX" val="2"/>
  <p:tag name="YOO_CHATSHAPE_TYPE" val="YOO_CHATSHAPE_CHILDTITL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2"/>
  <p:tag name="TAG_CONTENT_SUBINDEX" val="2"/>
  <p:tag name="YOO_CHATSHAPE_TYPE" val="YOO_CHATSHAPE_CHILDCONTENT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YOO_CHATSHAPE_TYPE" val="YOO_CHATSHAPE_MASK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TAG_CONTENT_SUBINDEX" val="3"/>
  <p:tag name="YOO_CHATSHAPE_TYPE" val="YOO_CHATSHAPE_ICON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TAG_CONTENT_SUBINDEX" val="3"/>
  <p:tag name="YOO_CHATSHAPE_TYPE" val="YOO_CHATSHAPE_CHILDTITL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TAG_CONTENT_SUBINDEX" val="3"/>
  <p:tag name="YOO_CHATSHAPE_TYPE" val="YOO_CHATSHAPE_CHILDCONTEN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YOO_CHATSHAPE_TYPE" val="YOO_CHATSHAPE_DECORATION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YOO_CHATSHAPE_TYPE" val="YOO_CHATSHAPE_DECORATION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TAG_CONTENT_SUBINDEX" val="3"/>
  <p:tag name="YOO_CHATSHAPE_TYPE" val="YOO_CHATSHAPE_DECORATION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TAG_CONTENT_SUBINDEX" val="3"/>
  <p:tag name="YOO_CHATSHAPE_TYPE" val="YOO_CHATSHAPE_DECORATION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3"/>
  <p:tag name="TAG_CONTENT_SUBINDEX" val="3"/>
  <p:tag name="YOO_CHATSHAPE_TYPE" val="YOO_CHATSHAPE_DECORATION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2"/>
  <p:tag name="TAG_CONTENT_SUBINDEX" val="2"/>
  <p:tag name="YOO_CHATSHAPE_TYPE" val="YOO_CHATSHAPE_DECORATION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2"/>
  <p:tag name="TAG_CONTENT_SUBINDEX" val="2"/>
  <p:tag name="YOO_CHATSHAPE_TYPE" val="YOO_CHATSHAPE_DECORATION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1"/>
  <p:tag name="TAG_CONTENT_SUBINDEX" val="1"/>
  <p:tag name="YOO_CHATSHAPE_TYPE" val="YOO_CHATSHAPE_DECORATION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67c4e2cd984d4734b8c4b3c05f7d6b48"/>
  <p:tag name="TAG_CONTENT_GROUPCOUNT" val="3"/>
  <p:tag name="TAG_CONTENT_GROUPINDEX" val="1"/>
  <p:tag name="TAG_CONTENT_SUBINDEX" val="1"/>
  <p:tag name="YOO_CHATSHAPE_TYPE" val="YOO_CHATSHAPE_DECORATION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0"/>
  <p:tag name="TAG_CONTENT_TYPE" val="二级大纲2"/>
  <p:tag name="TAG_SECTION_ID" val="2"/>
  <p:tag name="YOO_CHATPAGE_TYPE" val="TAG_CHATPAGE_MULTCONTENT"/>
  <p:tag name="YOO_CHATSHAPE_TITLE" val="答辩目录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948e5f9de8c645c2b22efcd7912aa37c"/>
  <p:tag name="TAG_CONTENT_GROUPCOUNT" val="2"/>
  <p:tag name="TAG_CONTENT_SUBINDEX" val="1"/>
  <p:tag name="YOO_CHATSHAPE_TYPE" val="YOO_CHATSHAPE_DECORATION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948e5f9de8c645c2b22efcd7912aa37c"/>
  <p:tag name="TAG_CONTENT_GROUPCOUNT" val="2"/>
  <p:tag name="TAG_CONTENT_SUBINDEX" val="2"/>
  <p:tag name="YOO_CHATSHAPE_TYPE" val="YOO_CHATSHAPE_DECORATION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948e5f9de8c645c2b22efcd7912aa37c"/>
  <p:tag name="TAG_CONTENT_GROUPCOUNT" val="2"/>
  <p:tag name="TAG_CONTENT_GROUPINDEX" val="1"/>
  <p:tag name="TAG_CONTENT_SUBINDEX" val="1"/>
  <p:tag name="YOO_CHATSHAPE_TYPE" val="YOO_CHATSHAPE_CHILDCONTENT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948e5f9de8c645c2b22efcd7912aa37c"/>
  <p:tag name="TAG_CONTENT_GROUPCOUNT" val="2"/>
  <p:tag name="TAG_CONTENT_GROUPINDEX" val="1"/>
  <p:tag name="TAG_CONTENT_SUBINDEX" val="1"/>
  <p:tag name="YOO_CHATSHAPE_TYPE" val="YOO_CHATSHAPE_CHILDDECORA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948e5f9de8c645c2b22efcd7912aa37c"/>
  <p:tag name="TAG_CONTENT_GROUPCOUNT" val="2"/>
  <p:tag name="TAG_CONTENT_GROUPINDEX" val="1"/>
  <p:tag name="TAG_CONTENT_SUBINDEX" val="1"/>
  <p:tag name="YOO_CHATSHAPE_TYPE" val="YOO_CHATSHAPE_CHILD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948e5f9de8c645c2b22efcd7912aa37c"/>
  <p:tag name="TAG_CONTENT_GROUPCOUNT" val="2"/>
  <p:tag name="TAG_CONTENT_GROUPINDEX" val="2"/>
  <p:tag name="TAG_CONTENT_SUBINDEX" val="2"/>
  <p:tag name="YOO_CHATSHAPE_TYPE" val="YOO_CHATSHAPE_CHILDCONTENT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948e5f9de8c645c2b22efcd7912aa37c"/>
  <p:tag name="TAG_CONTENT_GROUPCOUNT" val="2"/>
  <p:tag name="TAG_CONTENT_GROUPINDEX" val="2"/>
  <p:tag name="TAG_CONTENT_SUBINDEX" val="2"/>
  <p:tag name="YOO_CHATSHAPE_TYPE" val="YOO_CHATSHAPE_CHILDDECORA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948e5f9de8c645c2b22efcd7912aa37c"/>
  <p:tag name="TAG_CONTENT_GROUPCOUNT" val="2"/>
  <p:tag name="TAG_CONTENT_GROUPINDEX" val="2"/>
  <p:tag name="TAG_CONTENT_SUBINDEX" val="2"/>
  <p:tag name="YOO_CHATSHAPE_TYPE" val="YOO_CHATSHAPE_CHILDTITL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948e5f9de8c645c2b22efcd7912aa37c"/>
  <p:tag name="TAG_CONTENT_GROUPCOUNT" val="2"/>
  <p:tag name="TAG_CONTENT_GROUPINDEX" val="1"/>
  <p:tag name="YOO_CHATSHAPE_TYPE" val="YOO_CHATSHAPE_IMAG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1"/>
  <p:tag name="YOO_CHATPAGE_TYPE" val="TAG_CHATPAGE_CHAPTER"/>
  <p:tag name="YOO_CHATSHAPE_TITLE" val="技术架构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SUBTITLE_TYPE" val="TAG_CHATSHAPE_SUBTITLE_ENGLISH"/>
  <p:tag name="YOO_CHATSHAPE_TYPE" val="YOO_CHATSHAPE_SUB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PAGE_CHAPTER" val="1"/>
  <p:tag name="YOO_CHATSHAPE_TYPE" val="YOO_CHATSHAPE_NUM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1"/>
  <p:tag name="TAG_CONTENT_TYPE" val="二级大纲6"/>
  <p:tag name="TAG_SECTION_ID" val="0"/>
  <p:tag name="YOO_CHATPAGE_TYPE" val="TAG_CHATPAGE_MULTCONTENT"/>
  <p:tag name="YOO_CHATSHAPE_TITLE" val="整体三层架构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bf1881f197ca46a88e8dc4613e40daaf"/>
  <p:tag name="TAG_CONTENT_GROUPCOUNT" val="6"/>
  <p:tag name="TAG_CONTENT_GROUPINDEX" val="1"/>
  <p:tag name="TAG_CONTENT_SUBINDEX" val="1"/>
  <p:tag name="YOO_CHATSHAPE_TYPE" val="YOO_CHATSHAPE_CHILDDECORA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bf1881f197ca46a88e8dc4613e40daaf"/>
  <p:tag name="TAG_CONTENT_GROUPCOUNT" val="6"/>
  <p:tag name="TAG_CONTENT_GROUPINDEX" val="2"/>
  <p:tag name="TAG_CONTENT_SUBINDEX" val="2"/>
  <p:tag name="YOO_CHATSHAPE_TYPE" val="YOO_CHATSHAPE_CHILDDECORA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bf1881f197ca46a88e8dc4613e40daaf"/>
  <p:tag name="TAG_CONTENT_GROUPCOUNT" val="6"/>
  <p:tag name="TAG_CONTENT_GROUPINDEX" val="3"/>
  <p:tag name="TAG_CONTENT_SUBINDEX" val="3"/>
  <p:tag name="YOO_CHATSHAPE_TYPE" val="YOO_CHATSHAPE_CHILDDECORA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1"/>
  <p:tag name="TAG_CONTENT_SUBINDEX" val="1"/>
  <p:tag name="YOO_CHATSHAPE_TYPE" val="YOO_CHATSHAPE_CHILDCONTENT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1"/>
  <p:tag name="TAG_CONTENT_SUBINDEX" val="1"/>
  <p:tag name="YOO_CHATSHAPE_TYPE" val="YOO_CHATSHAPE_CHILD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2"/>
  <p:tag name="TAG_CONTENT_SUBINDEX" val="2"/>
  <p:tag name="YOO_CHATSHAPE_TYPE" val="YOO_CHATSHAPE_CHILDCONTENT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2"/>
  <p:tag name="TAG_CONTENT_SUBINDEX" val="2"/>
  <p:tag name="YOO_CHATSHAPE_TYPE" val="YOO_CHATSHAPE_CHILDTITL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3"/>
  <p:tag name="TAG_CONTENT_SUBINDEX" val="3"/>
  <p:tag name="YOO_CHATSHAPE_TYPE" val="YOO_CHATSHAPE_CHILDCONTENT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3"/>
  <p:tag name="TAG_CONTENT_SUBINDEX" val="3"/>
  <p:tag name="YOO_CHATSHAPE_TYPE" val="YOO_CHATSHAPE_CHILD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3"/>
  <p:tag name="TAG_CONTENT_SUBINDEX" val="3"/>
  <p:tag name="YOO_CHATSHAPE_TYPE" val="YOO_CHATSHAPE_ICON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1"/>
  <p:tag name="TAG_CONTENT_SUBINDEX" val="1"/>
  <p:tag name="YOO_CHATSHAPE_TYPE" val="YOO_CHATSHAPE_ICON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2"/>
  <p:tag name="TAG_CONTENT_SUBINDEX" val="2"/>
  <p:tag name="YOO_CHATSHAPE_TYPE" val="YOO_CHATSHAPE_ICON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bf1881f197ca46a88e8dc4613e40daaf"/>
  <p:tag name="TAG_CONTENT_GROUPCOUNT" val="6"/>
  <p:tag name="TAG_CONTENT_GROUPINDEX" val="4"/>
  <p:tag name="TAG_CONTENT_SUBINDEX" val="4"/>
  <p:tag name="YOO_CHATSHAPE_TYPE" val="YOO_CHATSHAPE_CHILDDECORAT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4"/>
  <p:tag name="TAG_CONTENT_SUBINDEX" val="4"/>
  <p:tag name="YOO_CHATSHAPE_TYPE" val="YOO_CHATSHAPE_CHILDCONTENT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4"/>
  <p:tag name="TAG_CONTENT_SUBINDEX" val="4"/>
  <p:tag name="YOO_CHATSHAPE_TYPE" val="YOO_CHATSHAPE_CHILDTITL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4"/>
  <p:tag name="TAG_CONTENT_SUBINDEX" val="4"/>
  <p:tag name="YOO_CHATSHAPE_TYPE" val="YOO_CHATSHAPE_ICON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bf1881f197ca46a88e8dc4613e40daaf"/>
  <p:tag name="TAG_CONTENT_GROUPCOUNT" val="6"/>
  <p:tag name="TAG_CONTENT_GROUPINDEX" val="5"/>
  <p:tag name="TAG_CONTENT_SUBINDEX" val="5"/>
  <p:tag name="YOO_CHATSHAPE_TYPE" val="YOO_CHATSHAPE_CHILDDECORA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5"/>
  <p:tag name="TAG_CONTENT_SUBINDEX" val="5"/>
  <p:tag name="YOO_CHATSHAPE_TYPE" val="YOO_CHATSHAPE_CHILDCONTENT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5"/>
  <p:tag name="TAG_CONTENT_SUBINDEX" val="5"/>
  <p:tag name="YOO_CHATSHAPE_TYPE" val="YOO_CHATSHAPE_CHILDTITL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5"/>
  <p:tag name="TAG_CONTENT_SUBINDEX" val="5"/>
  <p:tag name="YOO_CHATSHAPE_TYPE" val="YOO_CHATSHAPE_ICON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6"/>
  <p:tag name="TAG_CONTENT_DIAGRAM_INDEX" val="bf1881f197ca46a88e8dc4613e40daaf"/>
  <p:tag name="TAG_CONTENT_GROUPCOUNT" val="6"/>
  <p:tag name="TAG_CONTENT_GROUPINDEX" val="6"/>
  <p:tag name="TAG_CONTENT_SUBINDEX" val="6"/>
  <p:tag name="YOO_CHATSHAPE_TYPE" val="YOO_CHATSHAPE_CHILDDECORAT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6"/>
  <p:tag name="TAG_CONTENT_SUBINDEX" val="6"/>
  <p:tag name="YOO_CHATSHAPE_TYPE" val="YOO_CHATSHAPE_CHILDCONTEN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6"/>
  <p:tag name="TAG_CONTENT_SUBINDEX" val="6"/>
  <p:tag name="YOO_CHATSHAPE_TYPE" val="YOO_CHATSHAPE_CHILD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6"/>
  <p:tag name="TAG_CONTENT_SUBINDEX" val="6"/>
  <p:tag name="YOO_CHATSHAPE_TYPE" val="YOO_CHATSHAPE_ICON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6"/>
  <p:tag name="TAG_CONTENT_SUBINDEX" val="6"/>
  <p:tag name="YOO_CHATSHAPE_TYPE" val="YOO_CHATSHAPE_DECORATION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f1881f197ca46a88e8dc4613e40daaf"/>
  <p:tag name="TAG_CONTENT_GROUPCOUNT" val="6"/>
  <p:tag name="TAG_CONTENT_GROUPINDEX" val="6"/>
  <p:tag name="TAG_CONTENT_SUBINDEX" val="6"/>
  <p:tag name="YOO_CHATSHAPE_TYPE" val="YOO_CHATSHAPE_DECORATI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1"/>
  <p:tag name="TAG_CONTENT_TYPE" val="二级大纲5"/>
  <p:tag name="TAG_SECTION_ID" val="1"/>
  <p:tag name="YOO_CHATPAGE_TYPE" val="TAG_CHATPAGE_MULTCONTENT"/>
  <p:tag name="YOO_CHATSHAPE_TITLE" val="技术选型明细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CHILDDECORA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CHILDDECORA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CHILDDECORAT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CHILDDECORAT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CHILDDECORA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CHILDDECORA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CHILDDECORAT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CHILDDECORA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CHILDCONTENT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CHILDTITL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CHILDCONTENT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CHILDTITL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CHILDCONTENT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CHILDTITL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CHILDCONTENT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CHILDTITL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NUM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NUM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NUM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NUM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CHILDDECORAT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CHILDDECORA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CHILDCONTENT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CHILDTITL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NUM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DECORATION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DECORATION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DECORATION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DECORATION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DECORATION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DECORATION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fec1a9ec0284c27a267177ba8d7f30a"/>
  <p:tag name="TAG_CONTENT_GROUPCOUNT" val="5"/>
  <p:tag name="TAG_CONTENT_GROUPINDEX" val="5"/>
  <p:tag name="TAG_CONTENT_SUBINDEX" val="5"/>
  <p:tag name="YOO_CHATSHAPE_TYPE" val="YOO_CHATSHAPE_DECORATION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DECORATION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DECORATION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DECORATION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DECORATION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DECORATION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DECORATION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fec1a9ec0284c27a267177ba8d7f30a"/>
  <p:tag name="TAG_CONTENT_GROUPCOUNT" val="5"/>
  <p:tag name="TAG_CONTENT_GROUPINDEX" val="4"/>
  <p:tag name="TAG_CONTENT_SUBINDEX" val="4"/>
  <p:tag name="YOO_CHATSHAPE_TYPE" val="YOO_CHATSHAPE_DECORATION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DECORATION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DECORATION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DECORATION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DECORATION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DECORATION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DECORATION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fec1a9ec0284c27a267177ba8d7f30a"/>
  <p:tag name="TAG_CONTENT_GROUPCOUNT" val="5"/>
  <p:tag name="TAG_CONTENT_GROUPINDEX" val="3"/>
  <p:tag name="TAG_CONTENT_SUBINDEX" val="3"/>
  <p:tag name="YOO_CHATSHAPE_TYPE" val="YOO_CHATSHAPE_DECORATION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DECORATION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DECORATION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DECORATION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DECORATION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DECORATION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DECORATION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fec1a9ec0284c27a267177ba8d7f30a"/>
  <p:tag name="TAG_CONTENT_GROUPCOUNT" val="5"/>
  <p:tag name="TAG_CONTENT_GROUPINDEX" val="2"/>
  <p:tag name="TAG_CONTENT_SUBINDEX" val="2"/>
  <p:tag name="YOO_CHATSHAPE_TYPE" val="YOO_CHATSHAPE_DECORATION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DECORATION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DECORATION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DECORATION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DECORATION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DECORATION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DECORATION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fec1a9ec0284c27a267177ba8d7f30a"/>
  <p:tag name="TAG_CONTENT_GROUPCOUNT" val="5"/>
  <p:tag name="TAG_CONTENT_GROUPINDEX" val="1"/>
  <p:tag name="TAG_CONTENT_SUBINDEX" val="1"/>
  <p:tag name="YOO_CHATSHAPE_TYPE" val="YOO_CHATSHAPE_DECORATION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2"/>
  <p:tag name="YOO_CHATPAGE_TYPE" val="TAG_CHATPAGE_CHAPTER"/>
  <p:tag name="YOO_CHATSHAPE_TITLE" val="核心数据模型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SUBTITLE_TYPE" val="TAG_CHATSHAPE_SUBTITLE_ENGLISH"/>
  <p:tag name="YOO_CHATSHAPE_TYPE" val="YOO_CHATSHAPE_SUBTITL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PAGE_CHAPTER" val="2"/>
  <p:tag name="YOO_CHATSHAPE_TYPE" val="YOO_CHATSHAPE_NUM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2"/>
  <p:tag name="TAG_CHATPAGE_AS_KEYWORDS" val="TRUE"/>
  <p:tag name="TAG_CONTENT_TYPE" val="二级大纲5"/>
  <p:tag name="TAG_SECTION_ID" val="0"/>
  <p:tag name="YOO_CHATPAGE_TYPE" val="TAG_CHATPAGE_MULTCONTENT"/>
  <p:tag name="YOO_CHATSHAPE_TITLE" val="核心设计：邮件原文与用户视图分离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1"/>
  <p:tag name="YOO_CHATSHAPE_TYPE" val="YOO_CHATSHAPE_DECORATION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1"/>
  <p:tag name="TAG_CONTENT_SUBINDEX" val="1"/>
  <p:tag name="YOO_CHATSHAPE_TYPE" val="YOO_CHATSHAPE_CHILDCONTENT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1"/>
  <p:tag name="TAG_CONTENT_SUBINDEX" val="1"/>
  <p:tag name="YOO_CHATSHAPE_TYPE" val="YOO_CHATSHAPE_CHILDTITL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1"/>
  <p:tag name="TAG_CONTENT_SUBINDEX" val="1"/>
  <p:tag name="YOO_CHATSHAPE_TYPE" val="YOO_CHATSHAPE_ICON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2"/>
  <p:tag name="TAG_CONTENT_SUBINDEX" val="2"/>
  <p:tag name="YOO_CHATSHAPE_TYPE" val="YOO_CHATSHAPE_ICON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2"/>
  <p:tag name="YOO_CHATSHAPE_TYPE" val="YOO_CHATSHAPE_DECORATION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2"/>
  <p:tag name="TAG_CONTENT_SUBINDEX" val="2"/>
  <p:tag name="YOO_CHATSHAPE_TYPE" val="YOO_CHATSHAPE_CHILDCONTENT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2"/>
  <p:tag name="TAG_CONTENT_SUBINDEX" val="2"/>
  <p:tag name="YOO_CHATSHAPE_TYPE" val="YOO_CHATSHAPE_CHILD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3"/>
  <p:tag name="YOO_CHATSHAPE_TYPE" val="YOO_CHATSHAPE_DECORATION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4"/>
  <p:tag name="TAG_CONTENT_SUBINDEX" val="4"/>
  <p:tag name="YOO_CHATSHAPE_TYPE" val="YOO_CHATSHAPE_ICON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4"/>
  <p:tag name="YOO_CHATSHAPE_TYPE" val="YOO_CHATSHAPE_DECORATION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CHILDCONTENT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1302827775b34a2d97904a4eca6c647e"/>
  <p:tag name="TAG_CONTENT_GROUPCOUNT" val="5"/>
  <p:tag name="TAG_CONTENT_GROUPINDEX" val="3"/>
  <p:tag name="YOO_CHATSHAPE_TYPE" val="YOO_CHATSHAPE_KEYWORD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4"/>
  <p:tag name="TAG_CONTENT_SUBINDEX" val="4"/>
  <p:tag name="YOO_CHATSHAPE_TYPE" val="YOO_CHATSHAPE_CHILDCONTEN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4"/>
  <p:tag name="TAG_CONTENT_SUBINDEX" val="4"/>
  <p:tag name="YOO_CHATSHAPE_TYPE" val="YOO_CHATSHAPE_CHILDTITL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5"/>
  <p:tag name="TAG_CONTENT_SUBINDEX" val="5"/>
  <p:tag name="YOO_CHATSHAPE_TYPE" val="YOO_CHATSHAPE_CHILDCONTENT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5"/>
  <p:tag name="TAG_CONTENT_SUBINDEX" val="5"/>
  <p:tag name="YOO_CHATSHAPE_TYPE" val="YOO_CHATSHAPE_CHILD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ICON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5"/>
  <p:tag name="TAG_CONTENT_SUBINDEX" val="5"/>
  <p:tag name="YOO_CHATSHAPE_TYPE" val="YOO_CHATSHAPE_ICON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5"/>
  <p:tag name="TAG_CONTENT_SUBINDEX" val="5"/>
  <p:tag name="YOO_CHATSHAPE_TYPE" val="YOO_CHATSHAPE_DECORATION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5"/>
  <p:tag name="TAG_CONTENT_SUBINDEX" val="5"/>
  <p:tag name="YOO_CHATSHAPE_TYPE" val="YOO_CHATSHAPE_DECORATION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5"/>
  <p:tag name="TAG_CONTENT_SUBINDEX" val="5"/>
  <p:tag name="YOO_CHATSHAPE_TYPE" val="YOO_CHATSHAPE_DECORATION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5"/>
  <p:tag name="TAG_CONTENT_SUBINDEX" val="5"/>
  <p:tag name="YOO_CHATSHAPE_TYPE" val="YOO_CHATSHAPE_DECORATION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DECORATION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DECORATION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DECORATION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DECORATION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DECORATION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GROUPINDEX" val="3"/>
  <p:tag name="TAG_CONTENT_SUBINDEX" val="3"/>
  <p:tag name="YOO_CHATSHAPE_TYPE" val="YOO_CHATSHAPE_DECORATION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4"/>
  <p:tag name="YOO_CHATSHAPE_TYPE" val="YOO_CHATSHAPE_DECORATION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4"/>
  <p:tag name="YOO_CHATSHAPE_TYPE" val="YOO_CHATSHAPE_DECORATION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3"/>
  <p:tag name="YOO_CHATSHAPE_TYPE" val="YOO_CHATSHAPE_DECORATION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3"/>
  <p:tag name="YOO_CHATSHAPE_TYPE" val="YOO_CHATSHAPE_DECORATION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2"/>
  <p:tag name="YOO_CHATSHAPE_TYPE" val="YOO_CHATSHAPE_DECORATION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2"/>
  <p:tag name="YOO_CHATSHAPE_TYPE" val="YOO_CHATSHAPE_DECORATION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1"/>
  <p:tag name="YOO_CHATSHAPE_TYPE" val="YOO_CHATSHAPE_DECORATION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1302827775b34a2d97904a4eca6c647e"/>
  <p:tag name="TAG_CONTENT_GROUPCOUNT" val="5"/>
  <p:tag name="TAG_CONTENT_SUBINDEX" val="1"/>
  <p:tag name="YOO_CHATSHAPE_TYPE" val="YOO_CHATSHAPE_DECORATION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2"/>
  <p:tag name="TAG_CONTENT_TYPE" val="二级大纲4"/>
  <p:tag name="TAG_SECTION_ID" val="1"/>
  <p:tag name="YOO_CHATPAGE_TYPE" val="TAG_CHATPAGE_MULTCONTENT"/>
  <p:tag name="YOO_CHATSHAPE_TITLE" val="AI相关数据模型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4"/>
  <p:tag name="YOO_CHATSHAPE_TYPE" val="YOO_CHATSHAPE_CHILDCONTENT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4"/>
  <p:tag name="YOO_CHATSHAPE_TYPE" val="YOO_CHATSHAPE_CHILDTITL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1"/>
  <p:tag name="YOO_CHATSHAPE_TYPE" val="YOO_CHATSHAPE_CHILDCONTEN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1"/>
  <p:tag name="YOO_CHATSHAPE_TYPE" val="YOO_CHATSHAPE_CHILDTITL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3"/>
  <p:tag name="YOO_CHATSHAPE_TYPE" val="YOO_CHATSHAPE_CHILDCONTENT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3"/>
  <p:tag name="YOO_CHATSHAPE_TYPE" val="YOO_CHATSHAPE_CHILD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CHILDCONTENT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CHILDTITL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3"/>
  <p:tag name="YOO_CHATSHAPE_TYPE" val="YOO_CHATSHAPE_CHILDDECORA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4"/>
  <p:tag name="YOO_CHATSHAPE_TYPE" val="YOO_CHATSHAPE_CHILDDECORAT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1"/>
  <p:tag name="YOO_CHATSHAPE_TYPE" val="YOO_CHATSHAPE_CHILDDECORA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CHILDDECORAT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1"/>
  <p:tag name="YOO_CHATSHAPE_TYPE" val="YOO_CHATSHAPE_ICON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3"/>
  <p:tag name="YOO_CHATSHAPE_TYPE" val="YOO_CHATSHAPE_ICON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ICON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4"/>
  <p:tag name="YOO_CHATSHAPE_TYPE" val="YOO_CHATSHAPE_ICON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标题"/>
  <p:tag name="YOO_CHATSHAPE_TYPE" val="YOO_CHATSHAPE_PAGEDECORAT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标题"/>
  <p:tag name="YOO_CHATSHAPE_TYPE" val="YOO_CHATSHAPE_DECORATION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标题"/>
  <p:tag name="YOO_CHATSHAPE_TYPE" val="YOO_CHATSHAPE_DECORATION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DECORATION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DECORATION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DECORATION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DECORATION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2"/>
  <p:tag name="YOO_CHATSHAPE_TYPE" val="YOO_CHATSHAPE_DECORATION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1"/>
  <p:tag name="YOO_CHATSHAPE_TYPE" val="YOO_CHATSHAPE_DECORATION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1"/>
  <p:tag name="YOO_CHATSHAPE_TYPE" val="YOO_CHATSHAPE_DECORATION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4"/>
  <p:tag name="YOO_CHATSHAPE_TYPE" val="YOO_CHATSHAPE_DECORATION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4"/>
  <p:tag name="YOO_CHATSHAPE_TYPE" val="YOO_CHATSHAPE_DECORATION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3"/>
  <p:tag name="YOO_CHATSHAPE_TYPE" val="YOO_CHATSHAPE_DECORATION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cbdc81d099f2448495b5f01f917c59aa"/>
  <p:tag name="TAG_CONTENT_GROUPCOUNT" val="4"/>
  <p:tag name="TAG_CONTENT_GROUPINDEX" val="3"/>
  <p:tag name="YOO_CHATSHAPE_TYPE" val="YOO_CHATSHAPE_DECORATION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3"/>
  <p:tag name="YOO_CHATPAGE_TYPE" val="TAG_CHATPAGE_CHAPTER"/>
  <p:tag name="YOO_CHATSHAPE_TITLE" val="核心功能实现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SUBTITLE_TYPE" val="TAG_CHATSHAPE_SUBTITLE_ENGLISH"/>
  <p:tag name="YOO_CHATSHAPE_TYPE" val="YOO_CHATSHAPE_SUBTITL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PAGE_CHAPTER" val="3"/>
  <p:tag name="YOO_CHATSHAPE_TYPE" val="YOO_CHATSHAPE_NUM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3"/>
  <p:tag name="TAG_CONTENT_TYPE" val="二级大纲6"/>
  <p:tag name="TAG_SECTION_ID" val="0"/>
  <p:tag name="YOO_CHATPAGE_TYPE" val="TAG_CHATPAGE_MULTCONTENT"/>
  <p:tag name="YOO_CHATSHAPE_TITLE" val="基础邮件核心功能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5d6c6960df904464bf942a5565c72229"/>
  <p:tag name="TAG_CONTENT_GROUPCOUNT" val="6"/>
  <p:tag name="TAG_CONTENT_GROUPINDEX" val="1"/>
  <p:tag name="TAG_CONTENT_SUBINDEX" val="1"/>
  <p:tag name="YOO_CHATSHAPE_TYPE" val="YOO_CHATSHAPE_CHILDDECORAT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5d6c6960df904464bf942a5565c72229"/>
  <p:tag name="TAG_CONTENT_GROUPCOUNT" val="6"/>
  <p:tag name="TAG_CONTENT_GROUPINDEX" val="2"/>
  <p:tag name="TAG_CONTENT_SUBINDEX" val="2"/>
  <p:tag name="YOO_CHATSHAPE_TYPE" val="YOO_CHATSHAPE_CHILDDECORAT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5d6c6960df904464bf942a5565c72229"/>
  <p:tag name="TAG_CONTENT_GROUPCOUNT" val="6"/>
  <p:tag name="TAG_CONTENT_GROUPINDEX" val="3"/>
  <p:tag name="TAG_CONTENT_SUBINDEX" val="3"/>
  <p:tag name="YOO_CHATSHAPE_TYPE" val="YOO_CHATSHAPE_CHILDDECORAT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5d6c6960df904464bf942a5565c72229"/>
  <p:tag name="TAG_CONTENT_GROUPCOUNT" val="6"/>
  <p:tag name="TAG_CONTENT_GROUPINDEX" val="4"/>
  <p:tag name="TAG_CONTENT_SUBINDEX" val="4"/>
  <p:tag name="YOO_CHATSHAPE_TYPE" val="YOO_CHATSHAPE_CHILDDECORA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1"/>
  <p:tag name="TAG_CONTENT_SUBINDEX" val="1"/>
  <p:tag name="YOO_CHATSHAPE_TYPE" val="YOO_CHATSHAPE_CHILD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2"/>
  <p:tag name="TAG_CONTENT_SUBINDEX" val="2"/>
  <p:tag name="YOO_CHATSHAPE_TYPE" val="YOO_CHATSHAPE_CHILDTITL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3"/>
  <p:tag name="TAG_CONTENT_SUBINDEX" val="3"/>
  <p:tag name="YOO_CHATSHAPE_TYPE" val="YOO_CHATSHAPE_CHILD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4"/>
  <p:tag name="TAG_CONTENT_SUBINDEX" val="4"/>
  <p:tag name="YOO_CHATSHAPE_TYPE" val="YOO_CHATSHAPE_CHILDTITL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1"/>
  <p:tag name="TAG_CONTENT_SUBINDEX" val="1"/>
  <p:tag name="YOO_CHATSHAPE_TYPE" val="YOO_CHATSHAPE_CHILDCONTENT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2"/>
  <p:tag name="TAG_CONTENT_SUBINDEX" val="2"/>
  <p:tag name="YOO_CHATSHAPE_TYPE" val="YOO_CHATSHAPE_CHILDCONTENT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3"/>
  <p:tag name="TAG_CONTENT_SUBINDEX" val="3"/>
  <p:tag name="YOO_CHATSHAPE_TYPE" val="YOO_CHATSHAPE_CHILDCONTENT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4"/>
  <p:tag name="TAG_CONTENT_SUBINDEX" val="4"/>
  <p:tag name="YOO_CHATSHAPE_TYPE" val="YOO_CHATSHAPE_CHILDCONTENT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5d6c6960df904464bf942a5565c72229"/>
  <p:tag name="TAG_CONTENT_GROUPCOUNT" val="6"/>
  <p:tag name="TAG_CONTENT_GROUPINDEX" val="5"/>
  <p:tag name="TAG_CONTENT_SUBINDEX" val="5"/>
  <p:tag name="YOO_CHATSHAPE_TYPE" val="YOO_CHATSHAPE_CHILDDECORATE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6"/>
  <p:tag name="TAG_CONTENT_DIAGRAM_INDEX" val="5d6c6960df904464bf942a5565c72229"/>
  <p:tag name="TAG_CONTENT_GROUPCOUNT" val="6"/>
  <p:tag name="TAG_CONTENT_GROUPINDEX" val="6"/>
  <p:tag name="TAG_CONTENT_SUBINDEX" val="6"/>
  <p:tag name="YOO_CHATSHAPE_TYPE" val="YOO_CHATSHAPE_CHILDDECORATE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5"/>
  <p:tag name="TAG_CONTENT_SUBINDEX" val="5"/>
  <p:tag name="YOO_CHATSHAPE_TYPE" val="YOO_CHATSHAPE_CHILDTITL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6"/>
  <p:tag name="TAG_CONTENT_SUBINDEX" val="6"/>
  <p:tag name="YOO_CHATSHAPE_TYPE" val="YOO_CHATSHAPE_CHILDTITLE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5"/>
  <p:tag name="TAG_CONTENT_SUBINDEX" val="5"/>
  <p:tag name="YOO_CHATSHAPE_TYPE" val="YOO_CHATSHAPE_CHILDCONTENT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5d6c6960df904464bf942a5565c72229"/>
  <p:tag name="TAG_CONTENT_GROUPCOUNT" val="6"/>
  <p:tag name="TAG_CONTENT_GROUPINDEX" val="6"/>
  <p:tag name="TAG_CONTENT_SUBINDEX" val="6"/>
  <p:tag name="YOO_CHATSHAPE_TYPE" val="YOO_CHATSHAPE_CHILDCONTENT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3"/>
  <p:tag name="TAG_CONTENT_TYPE" val="二级大纲5"/>
  <p:tag name="TAG_SECTION_ID" val="1"/>
  <p:tag name="YOO_CHATPAGE_TYPE" val="TAG_CHATPAGE_MULTCONTENT"/>
  <p:tag name="YOO_CHATSHAPE_TITLE" val="AI插件核心功能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CHILDDECORAT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CHILDDECORATE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CHILDDECORA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CHILDDECORAT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CHILDDECORA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CHILDDECORA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CHILDDECORATE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CHILDDECORATE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CHILDDECORA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CHILDDECORAT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NUM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NUM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NUM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NUM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NUM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CHILDTITLE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CHILDCONTEN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CHILDTITLE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CHILDCONTENT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CHILDTITLE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CHILDCONTENT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CHILDTITLE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CHILDCONTENT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CHILDTITL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CHILDCONTENT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DECORATI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DECORATION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DECORATION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5"/>
  <p:tag name="TAG_CONTENT_DIAGRAM_INDEX" val="b5bd37c9dfdb43b5b12d335c104cd09b"/>
  <p:tag name="TAG_CONTENT_GROUPCOUNT" val="5"/>
  <p:tag name="TAG_CONTENT_GROUPINDEX" val="5"/>
  <p:tag name="TAG_CONTENT_SUBINDEX" val="5"/>
  <p:tag name="YOO_CHATSHAPE_TYPE" val="YOO_CHATSHAPE_DECORATION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DECORATION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DECORATION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DECORATION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4"/>
  <p:tag name="TAG_CONTENT_DIAGRAM_INDEX" val="b5bd37c9dfdb43b5b12d335c104cd09b"/>
  <p:tag name="TAG_CONTENT_GROUPCOUNT" val="5"/>
  <p:tag name="TAG_CONTENT_GROUPINDEX" val="4"/>
  <p:tag name="TAG_CONTENT_SUBINDEX" val="4"/>
  <p:tag name="YOO_CHATSHAPE_TYPE" val="YOO_CHATSHAPE_DECORATION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DECORATION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DECORATION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DECORATION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3"/>
  <p:tag name="TAG_CONTENT_DIAGRAM_INDEX" val="b5bd37c9dfdb43b5b12d335c104cd09b"/>
  <p:tag name="TAG_CONTENT_GROUPCOUNT" val="5"/>
  <p:tag name="TAG_CONTENT_GROUPINDEX" val="3"/>
  <p:tag name="TAG_CONTENT_SUBINDEX" val="3"/>
  <p:tag name="YOO_CHATSHAPE_TYPE" val="YOO_CHATSHAPE_DECORATION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DECORATION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DECORATI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DECORATION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2"/>
  <p:tag name="TAG_CONTENT_DIAGRAM_INDEX" val="b5bd37c9dfdb43b5b12d335c104cd09b"/>
  <p:tag name="TAG_CONTENT_GROUPCOUNT" val="5"/>
  <p:tag name="TAG_CONTENT_GROUPINDEX" val="2"/>
  <p:tag name="TAG_CONTENT_SUBINDEX" val="2"/>
  <p:tag name="YOO_CHATSHAPE_TYPE" val="YOO_CHATSHAPE_DECORATION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DECORATION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DECORATION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DECORATION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子标题1"/>
  <p:tag name="TAG_CONTENT_DIAGRAM_INDEX" val="b5bd37c9dfdb43b5b12d335c104cd09b"/>
  <p:tag name="TAG_CONTENT_GROUPCOUNT" val="5"/>
  <p:tag name="TAG_CONTENT_GROUPINDEX" val="1"/>
  <p:tag name="TAG_CONTENT_SUBINDEX" val="1"/>
  <p:tag name="YOO_CHATSHAPE_TYPE" val="YOO_CHATSHAPE_DECORATION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3"/>
  <p:tag name="TAG_CONTENT_TYPE" val="二级大纲4"/>
  <p:tag name="TAG_SECTION_ID" val="2"/>
  <p:tag name="YOO_CHATPAGE_TYPE" val="TAG_CHATPAGE_MULTCONTENT"/>
  <p:tag name="YOO_CHATSHAPE_TITLE" val="前端交互设计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3"/>
  <p:tag name="YOO_CHATSHAPE_TYPE" val="YOO_CHATSHAPE_CHILDDECORAT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4"/>
  <p:tag name="YOO_CHATSHAPE_TYPE" val="YOO_CHATSHAPE_CHILDDECORAT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1"/>
  <p:tag name="YOO_CHATSHAPE_TYPE" val="YOO_CHATSHAPE_CHILDDECORAT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2"/>
  <p:tag name="YOO_CHATSHAPE_TYPE" val="YOO_CHATSHAPE_CHILDDECORAT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3"/>
  <p:tag name="YOO_CHATSHAPE_TYPE" val="YOO_CHATSHAPE_CHILDTITL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3"/>
  <p:tag name="YOO_CHATSHAPE_TYPE" val="YOO_CHATSHAPE_CHILDCONTENT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4"/>
  <p:tag name="YOO_CHATSHAPE_TYPE" val="YOO_CHATSHAPE_CHILDTITL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4"/>
  <p:tag name="YOO_CHATSHAPE_TYPE" val="YOO_CHATSHAPE_CHILDCONTENT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2"/>
  <p:tag name="YOO_CHATSHAPE_TYPE" val="YOO_CHATSHAPE_CHILDTITLE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2"/>
  <p:tag name="YOO_CHATSHAPE_TYPE" val="YOO_CHATSHAPE_CHILDCONTENT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1"/>
  <p:tag name="YOO_CHATSHAPE_TYPE" val="YOO_CHATSHAPE_CHILDTITL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ONTENT_DIAGRAM_INDEX" val="bbc174545d9740eba9cd094bb6425fdd"/>
  <p:tag name="TAG_CONTENT_GROUPCOUNT" val="4"/>
  <p:tag name="TAG_CONTENT_GROUPINDEX" val="1"/>
  <p:tag name="YOO_CHATSHAPE_TYPE" val="YOO_CHATSHAPE_CHILDCONTENT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标题"/>
  <p:tag name="YOO_CHATSHAPE_TYPE" val="YOO_CHATSHAPE_PAGEDECORAT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标题"/>
  <p:tag name="YOO_CHATSHAPE_TYPE" val="YOO_CHATSHAPE_DECORATION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LINK" val="sp:标题"/>
  <p:tag name="YOO_CHATSHAPE_TYPE" val="YOO_CHATSHAPE_DECORATION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4"/>
  <p:tag name="YOO_CHATPAGE_TYPE" val="TAG_CHATPAGE_CHAPTER"/>
  <p:tag name="YOO_CHATSHAPE_TITLE" val="项目总结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SHAPE_SUBTITLE_TYPE" val="TAG_CHATSHAPE_SUBTITLE_ENGLISH"/>
  <p:tag name="YOO_CHATSHAPE_TYPE" val="YOO_CHATSHAPE_SUBTITL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CHATPAGE_CHAPTER" val="4"/>
  <p:tag name="YOO_CHATSHAPE_TYPE" val="YOO_CHATSHAPE_NUM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4"/>
  <p:tag name="TAG_CONTENT_TYPE" val="1标题1内容0图"/>
  <p:tag name="TAG_SECTION_ID" val="0"/>
  <p:tag name="YOO_CHATPAGE_TYPE" val="TAG_CHATPAGE_CONTENT"/>
  <p:tag name="YOO_CHATSHAPE_TITLE" val="项目成果与创新点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MASK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CONTENT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TAG_CHAPTER_ID" val="4"/>
  <p:tag name="TAG_CONTENT_TYPE" val="1标题1内容1图"/>
  <p:tag name="TAG_SECTION_ID" val="1"/>
  <p:tag name="YOO_CHATPAGE_TYPE" val="TAG_CHATPAGE_CONTENT"/>
  <p:tag name="YOO_CHATSHAPE_TITLE" val="致谢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IMAGE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CONTENT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ECORATION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G_AIGCCREATORID" val="AIGC生成内容仅供参考-2026/7/7 11:52:52"/>
  <p:tag name="YOO_CHATPAGE_TYPE" val="TAG_CHATPAGE_END"/>
  <p:tag name="YOO_CHATSHAPE_TITLE" val="Thank You"/>
  <p:tag name="YOO_PROTECTION_DATA" val="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AUTHOR" val="百度文心助手"/>
  <p:tag name="YOO_CHATSHAPE_TYPE" val="YOO_CHATSHAPE_AUTHOR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TITLE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SUBTITLE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TYPE" val="YOO_CHATSHAPE_DATE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YOO_CHATSHAPE_COMPANY" val="百度文心助手 Team"/>
  <p:tag name="YOO_CHATSHAPE_TYPE" val="YOO_CHATSHAPE_COMPANY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3E0B0E"/>
      </a:dk1>
      <a:lt1>
        <a:srgbClr val="FFFFFF"/>
      </a:lt1>
      <a:dk2>
        <a:srgbClr val="FFFFFF"/>
      </a:dk2>
      <a:lt2>
        <a:srgbClr val="401C22"/>
      </a:lt2>
      <a:accent1>
        <a:srgbClr val="FF2B40"/>
      </a:accent1>
      <a:accent2>
        <a:srgbClr val="FE6053"/>
      </a:accent2>
      <a:accent3>
        <a:srgbClr val="FE8C46"/>
      </a:accent3>
      <a:accent4>
        <a:srgbClr val="FEC34B"/>
      </a:accent4>
      <a:accent5>
        <a:srgbClr val="A1C9FD"/>
      </a:accent5>
      <a:accent6>
        <a:srgbClr val="F76964"/>
      </a:accent6>
      <a:hlink>
        <a:srgbClr val="000D10"/>
      </a:hlink>
      <a:folHlink>
        <a:srgbClr val="00252E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F4C81A"/>
      </a:accent1>
      <a:accent2>
        <a:srgbClr val="FBDE24"/>
      </a:accent2>
      <a:accent3>
        <a:srgbClr val="F6EA44"/>
      </a:accent3>
      <a:accent4>
        <a:srgbClr val="FFF177"/>
      </a:accent4>
      <a:accent5>
        <a:srgbClr val="FEF8A6"/>
      </a:accent5>
      <a:accent6>
        <a:srgbClr val="FF9900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等线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item1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2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3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4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5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6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7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8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9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0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1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2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3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4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5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6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7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8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19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20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21.xml><?xml version="1.0" encoding="utf-8"?>
<yoo_protection_data>\u007b\u0022\u0049\u0044\u0022\u003a\u0022\u0062\u0066\u0039\u0032\u0065\u0064\u0033\u0066\u0039\u0066\u0064\u0037\u0034\u0038\u0066\u0036\u0039\u0038\u0035\u0030\u0066\u0066\u0034\u0037\u0065\u0033\u0037\u0036\u0062\u0036\u0065\u0039\u0022\u002c\u0022\u0054\u0069\u006d\u0065\u0022\u003a\u0022\u0032\u0030\u0032\u0036\u002f\u0030\u0037\u002f\u0030\u0037\u0020\u0031\u0031\u003a\u0035\u0032\u003a\u0035\u0032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22.xml><?xml version="1.0" encoding="utf-8"?>
<yoo_protection_data>\u007b\u0022\u0049\u0044\u0022\u003a\u0022\u0035\u0066\u0034\u0036\u0062\u0036\u0030\u0063\u0037\u0035\u0034\u0038\u0034\u0066\u0066\u0064\u0039\u0039\u0034\u0037\u0039\u0030\u0061\u0037\u0033\u0062\u0033\u0039\u0064\u0030\u0039\u0063\u0022\u002c\u0022\u0054\u0069\u006d\u0065\u0022\u003a\u0022\u0032\u0030\u0032\u0036\u002f\u0030\u0037\u002f\u0030\u0037\u0020\u0031\u0031\u003a\u0032\u0039\u003a\u0035\u0030\u0022\u002c\u0022\u0055\u0073\u0065\u0072\u0049\u0044\u0022\u003a\u0022\u0038\u0038\u0038\u0038\u0022\u002c\u0022\u0054\u0065\u0061\u006d\u0049\u0044\u0022\u003a\u0022\u0022\u002c\u0022\u0049\u0073\u0053\u0075\u0070\u0065\u0072\u0056\u0069\u0070\u0022\u003a\u0074\u0072\u0075\u0065\u002c\u0022\u0050\u0072\u006f\u0074\u0065\u0063\u0074\u0053\u0074\u0061\u0074\u0075\u0073\u0022\u003a\u0030\u007d</yoo_protection_data>
</file>

<file path=customXml/itemProps1.xml><?xml version="1.0" encoding="utf-8"?>
<ds:datastoreItem xmlns:ds="http://schemas.openxmlformats.org/officeDocument/2006/customXml" ds:itemID="{0F807622-2E8E-4A4D-A577-256826DF9FD1}">
  <ds:schemaRefs/>
</ds:datastoreItem>
</file>

<file path=customXml/itemProps2.xml><?xml version="1.0" encoding="utf-8"?>
<ds:datastoreItem xmlns:ds="http://schemas.openxmlformats.org/officeDocument/2006/customXml" ds:itemID="{A0C5D407-007D-4B4A-817E-8927741443FC}">
  <ds:schemaRefs/>
</ds:datastoreItem>
</file>

<file path=customXml/itemProps3.xml><?xml version="1.0" encoding="utf-8"?>
<ds:datastoreItem xmlns:ds="http://schemas.openxmlformats.org/officeDocument/2006/customXml" ds:itemID="{B00431EC-66AA-46CA-A66B-07A494C0F967}">
  <ds:schemaRefs/>
</ds:datastoreItem>
</file>

<file path=customXml/itemProps4.xml><?xml version="1.0" encoding="utf-8"?>
<ds:datastoreItem xmlns:ds="http://schemas.openxmlformats.org/officeDocument/2006/customXml" ds:itemID="{56F28A97-6C4F-4810-9F28-C651A97C4412}">
  <ds:schemaRefs/>
</ds:datastoreItem>
</file>

<file path=customXml/itemProps5.xml><?xml version="1.0" encoding="utf-8"?>
<ds:datastoreItem xmlns:ds="http://schemas.openxmlformats.org/officeDocument/2006/customXml" ds:itemID="{EC9E3BB1-7742-4531-9FB2-E41B04090E85}">
  <ds:schemaRefs/>
</ds:datastoreItem>
</file>

<file path=customXml/itemProps6.xml><?xml version="1.0" encoding="utf-8"?>
<ds:datastoreItem xmlns:ds="http://schemas.openxmlformats.org/officeDocument/2006/customXml" ds:itemID="{59396D60-0E58-4E2E-90F3-C4ABF3288206}">
  <ds:schemaRefs/>
</ds:datastoreItem>
</file>

<file path=customXml/itemProps7.xml><?xml version="1.0" encoding="utf-8"?>
<ds:datastoreItem xmlns:ds="http://schemas.openxmlformats.org/officeDocument/2006/customXml" ds:itemID="{4B4BE9D2-102F-482A-88CA-8BFAE066D266}">
  <ds:schemaRefs/>
</ds:datastoreItem>
</file>

<file path=customXml/itemProps8.xml><?xml version="1.0" encoding="utf-8"?>
<ds:datastoreItem xmlns:ds="http://schemas.openxmlformats.org/officeDocument/2006/customXml" ds:itemID="{8E960275-9994-4D96-845B-122439D10DEF}">
  <ds:schemaRefs/>
</ds:datastoreItem>
</file>

<file path=customXml/itemProps9.xml><?xml version="1.0" encoding="utf-8"?>
<ds:datastoreItem xmlns:ds="http://schemas.openxmlformats.org/officeDocument/2006/customXml" ds:itemID="{9B7528F2-D57F-4D3B-B94F-F214FBF49C42}">
  <ds:schemaRefs/>
</ds:datastoreItem>
</file>

<file path=customXml/itemProps10.xml><?xml version="1.0" encoding="utf-8"?>
<ds:datastoreItem xmlns:ds="http://schemas.openxmlformats.org/officeDocument/2006/customXml" ds:itemID="{BCBD7B00-2C5B-4770-A4A4-D6EA7118AF1E}">
  <ds:schemaRefs/>
</ds:datastoreItem>
</file>

<file path=customXml/itemProps11.xml><?xml version="1.0" encoding="utf-8"?>
<ds:datastoreItem xmlns:ds="http://schemas.openxmlformats.org/officeDocument/2006/customXml" ds:itemID="{FECF2692-430A-42BC-BB85-B117CC86B9F1}">
  <ds:schemaRefs/>
</ds:datastoreItem>
</file>

<file path=customXml/itemProps12.xml><?xml version="1.0" encoding="utf-8"?>
<ds:datastoreItem xmlns:ds="http://schemas.openxmlformats.org/officeDocument/2006/customXml" ds:itemID="{F13A57AD-65C4-4085-8B5E-63707A0E6155}">
  <ds:schemaRefs/>
</ds:datastoreItem>
</file>

<file path=customXml/itemProps13.xml><?xml version="1.0" encoding="utf-8"?>
<ds:datastoreItem xmlns:ds="http://schemas.openxmlformats.org/officeDocument/2006/customXml" ds:itemID="{1E0AB5BD-B787-4144-8EBB-DFD91DC85CC0}">
  <ds:schemaRefs/>
</ds:datastoreItem>
</file>

<file path=customXml/itemProps14.xml><?xml version="1.0" encoding="utf-8"?>
<ds:datastoreItem xmlns:ds="http://schemas.openxmlformats.org/officeDocument/2006/customXml" ds:itemID="{E912D3B4-F489-4CF7-9CBE-87F774DF80B2}">
  <ds:schemaRefs/>
</ds:datastoreItem>
</file>

<file path=customXml/itemProps15.xml><?xml version="1.0" encoding="utf-8"?>
<ds:datastoreItem xmlns:ds="http://schemas.openxmlformats.org/officeDocument/2006/customXml" ds:itemID="{756E4A9D-5C7B-4D1C-B903-F656C48311A8}">
  <ds:schemaRefs/>
</ds:datastoreItem>
</file>

<file path=customXml/itemProps16.xml><?xml version="1.0" encoding="utf-8"?>
<ds:datastoreItem xmlns:ds="http://schemas.openxmlformats.org/officeDocument/2006/customXml" ds:itemID="{35F97304-7383-436B-8DB6-E87752FC5F3A}">
  <ds:schemaRefs/>
</ds:datastoreItem>
</file>

<file path=customXml/itemProps17.xml><?xml version="1.0" encoding="utf-8"?>
<ds:datastoreItem xmlns:ds="http://schemas.openxmlformats.org/officeDocument/2006/customXml" ds:itemID="{DC77103A-005A-4823-A0B8-99EC7B5F9C4D}">
  <ds:schemaRefs/>
</ds:datastoreItem>
</file>

<file path=customXml/itemProps18.xml><?xml version="1.0" encoding="utf-8"?>
<ds:datastoreItem xmlns:ds="http://schemas.openxmlformats.org/officeDocument/2006/customXml" ds:itemID="{14BE9539-A856-42BC-AA8E-C0E55B9B7B61}">
  <ds:schemaRefs/>
</ds:datastoreItem>
</file>

<file path=customXml/itemProps19.xml><?xml version="1.0" encoding="utf-8"?>
<ds:datastoreItem xmlns:ds="http://schemas.openxmlformats.org/officeDocument/2006/customXml" ds:itemID="{CF3DFB68-B060-4FD2-A5F9-E4E27440B6D6}">
  <ds:schemaRefs/>
</ds:datastoreItem>
</file>

<file path=customXml/itemProps20.xml><?xml version="1.0" encoding="utf-8"?>
<ds:datastoreItem xmlns:ds="http://schemas.openxmlformats.org/officeDocument/2006/customXml" ds:itemID="{66AE6450-FAC4-490C-B054-B300C9474AAE}">
  <ds:schemaRefs/>
</ds:datastoreItem>
</file>

<file path=customXml/itemProps21.xml><?xml version="1.0" encoding="utf-8"?>
<ds:datastoreItem xmlns:ds="http://schemas.openxmlformats.org/officeDocument/2006/customXml" ds:itemID="{7AF8B640-6D32-4953-A890-BB2CFE57D0C2}">
  <ds:schemaRefs/>
</ds:datastoreItem>
</file>

<file path=customXml/itemProps22.xml><?xml version="1.0" encoding="utf-8"?>
<ds:datastoreItem xmlns:ds="http://schemas.openxmlformats.org/officeDocument/2006/customXml" ds:itemID="{DE24356E-72AA-4560-B01B-979B190EC35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SmartMail AI智能邮件工作台 项目答辩</Template>
  <TotalTime>2</TotalTime>
  <Words>2148</Words>
  <Application>Microsoft Office PowerPoint</Application>
  <PresentationFormat>宽屏</PresentationFormat>
  <Paragraphs>204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kitty原始猫咪中文智能手机字体</vt:lpstr>
      <vt:lpstr>等线</vt:lpstr>
      <vt:lpstr>微软雅黑</vt:lpstr>
      <vt:lpstr>Arial</vt:lpstr>
      <vt:lpstr>Calibri</vt:lpstr>
      <vt:lpstr>Open Sans</vt:lpstr>
      <vt:lpstr>Office 主题​​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明轩 李</dc:creator>
  <cp:keywords>AIGC生成内容仅供参考-2026/7/7 11:52:52</cp:keywords>
  <cp:lastModifiedBy>明轩 李</cp:lastModifiedBy>
  <cp:revision>1</cp:revision>
  <cp:lastPrinted>2026-07-07T11:52:00Z</cp:lastPrinted>
  <dcterms:created xsi:type="dcterms:W3CDTF">2026-07-07T04:44:53Z</dcterms:created>
  <dcterms:modified xsi:type="dcterms:W3CDTF">2026-07-07T04:47:36Z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E065B4930812403BA31FCE7CDE69CB2C_13</vt:lpwstr>
  </property>
  <property fmtid="{D5CDD505-2E9C-101B-9397-08002B2CF9AE}" pid="3" name="KSOProductBuildVer">
    <vt:lpwstr>2052-12.1.0.26895</vt:lpwstr>
  </property>
</Properties>
</file>