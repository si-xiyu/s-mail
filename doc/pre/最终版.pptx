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6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11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12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notesSlides/notesSlide13.xml" ContentType="application/vnd.openxmlformats-officedocument.presentationml.notesSlide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14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notesSlides/notesSlide15.xml" ContentType="application/vnd.openxmlformats-officedocument.presentationml.notesSlide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notesSlides/notesSlide16.xml" ContentType="application/vnd.openxmlformats-officedocument.presentationml.notesSlide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notesSlides/notesSlide17.xml" ContentType="application/vnd.openxmlformats-officedocument.presentationml.notesSlide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2"/>
  </p:sldMasterIdLst>
  <p:notesMasterIdLst>
    <p:notesMasterId r:id="rId42"/>
  </p:notesMasterIdLst>
  <p:sldIdLst>
    <p:sldId id="256" r:id="rId23"/>
    <p:sldId id="262" r:id="rId24"/>
    <p:sldId id="265" r:id="rId25"/>
    <p:sldId id="280" r:id="rId26"/>
    <p:sldId id="259" r:id="rId27"/>
    <p:sldId id="268" r:id="rId28"/>
    <p:sldId id="292" r:id="rId29"/>
    <p:sldId id="318" r:id="rId30"/>
    <p:sldId id="261" r:id="rId31"/>
    <p:sldId id="319" r:id="rId32"/>
    <p:sldId id="271" r:id="rId33"/>
    <p:sldId id="295" r:id="rId34"/>
    <p:sldId id="298" r:id="rId35"/>
    <p:sldId id="274" r:id="rId36"/>
    <p:sldId id="301" r:id="rId37"/>
    <p:sldId id="304" r:id="rId38"/>
    <p:sldId id="307" r:id="rId39"/>
    <p:sldId id="277" r:id="rId40"/>
    <p:sldId id="320" r:id="rId41"/>
  </p:sldIdLst>
  <p:sldSz cx="12192000" cy="6858000"/>
  <p:notesSz cx="6858000" cy="91440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21E6E86-B254-5D9A-C3B5-045F9BD0045E}" name="明轩 李" initials="明李" userId="56b70a7bcc4e201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0"/>
  </p:normalViewPr>
  <p:slideViewPr>
    <p:cSldViewPr>
      <p:cViewPr varScale="1">
        <p:scale>
          <a:sx n="107" d="100"/>
          <a:sy n="107" d="100"/>
        </p:scale>
        <p:origin x="8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4.xml"/><Relationship Id="rId39" Type="http://schemas.openxmlformats.org/officeDocument/2006/relationships/slide" Target="slides/slide17.xml"/><Relationship Id="rId21" Type="http://schemas.openxmlformats.org/officeDocument/2006/relationships/customXml" Target="../customXml/item21.xml"/><Relationship Id="rId34" Type="http://schemas.openxmlformats.org/officeDocument/2006/relationships/slide" Target="slides/slide1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slide" Target="slides/slide7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2.xml"/><Relationship Id="rId32" Type="http://schemas.openxmlformats.org/officeDocument/2006/relationships/slide" Target="slides/slide10.xml"/><Relationship Id="rId37" Type="http://schemas.openxmlformats.org/officeDocument/2006/relationships/slide" Target="slides/slide15.xml"/><Relationship Id="rId40" Type="http://schemas.openxmlformats.org/officeDocument/2006/relationships/slide" Target="slides/slide18.xml"/><Relationship Id="rId45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slide" Target="slides/slide14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9.xml"/><Relationship Id="rId44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Master" Target="slideMasters/slideMaster1.xml"/><Relationship Id="rId27" Type="http://schemas.openxmlformats.org/officeDocument/2006/relationships/slide" Target="slides/slide5.xml"/><Relationship Id="rId30" Type="http://schemas.openxmlformats.org/officeDocument/2006/relationships/slide" Target="slides/slide8.xml"/><Relationship Id="rId35" Type="http://schemas.openxmlformats.org/officeDocument/2006/relationships/slide" Target="slides/slide13.xml"/><Relationship Id="rId43" Type="http://schemas.openxmlformats.org/officeDocument/2006/relationships/tags" Target="tags/tag1.xml"/><Relationship Id="rId48" Type="http://schemas.microsoft.com/office/2018/10/relationships/authors" Target="author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3.xml"/><Relationship Id="rId33" Type="http://schemas.openxmlformats.org/officeDocument/2006/relationships/slide" Target="slides/slide11.xml"/><Relationship Id="rId38" Type="http://schemas.openxmlformats.org/officeDocument/2006/relationships/slide" Target="slides/slide16.xml"/><Relationship Id="rId46" Type="http://schemas.openxmlformats.org/officeDocument/2006/relationships/theme" Target="theme/theme1.xml"/><Relationship Id="rId20" Type="http://schemas.openxmlformats.org/officeDocument/2006/relationships/customXml" Target="../customXml/item20.xml"/><Relationship Id="rId41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3DE94-F472-490C-B9F4-239AB0BE02D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6F0FF-101C-41B4-BFB0-3CD02ACFD7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82DE00-4109-40E5-B40D-FF6F448FE8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E8DDB-6DA6-4A94-BAC1-E344D99C9F52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E8DDB-6DA6-4A94-BAC1-E344D99C9F52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2026/7/7 11:52:52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B24501F-E9A0-42CF-9D08-0CD1229F841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AE8225B-040A-410C-91C1-36C2C433CBB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F9F92F9-916C-4080-B0F3-84602F227B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B798370-B4FA-4A19-9FC9-27ACA9B4644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FB2C5E87-27EB-4796-97EC-FB2C95C468E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B7959EF5-535A-4502-8A16-A8AC27FA92F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4D7DFDBA-DFD6-4FB1-87A9-3EF81411B7F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8F887F8-B736-4CD8-BAB2-31A8564733D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30BE019-E1AE-44E0-A31B-74839FDA4DC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CDD873F-7308-478F-999E-F2EEBDD6FE9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E1ACCD2-3B95-4E1D-9699-8FFE918C1DF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RM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382512"/>
            <a:ext cx="10881360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8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4" r:id="rId12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2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2" Type="http://schemas.openxmlformats.org/officeDocument/2006/relationships/tags" Target="../tags/tag23.xml"/><Relationship Id="rId16" Type="http://schemas.openxmlformats.org/officeDocument/2006/relationships/image" Target="../media/image4.jpeg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image" Target="../media/image3.jpeg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7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50.xml"/><Relationship Id="rId18" Type="http://schemas.openxmlformats.org/officeDocument/2006/relationships/tags" Target="../tags/tag55.xml"/><Relationship Id="rId26" Type="http://schemas.openxmlformats.org/officeDocument/2006/relationships/tags" Target="../tags/tag63.xml"/><Relationship Id="rId39" Type="http://schemas.openxmlformats.org/officeDocument/2006/relationships/tags" Target="../tags/tag76.xml"/><Relationship Id="rId21" Type="http://schemas.openxmlformats.org/officeDocument/2006/relationships/tags" Target="../tags/tag58.xml"/><Relationship Id="rId34" Type="http://schemas.openxmlformats.org/officeDocument/2006/relationships/tags" Target="../tags/tag71.xml"/><Relationship Id="rId42" Type="http://schemas.openxmlformats.org/officeDocument/2006/relationships/tags" Target="../tags/tag79.xml"/><Relationship Id="rId47" Type="http://schemas.openxmlformats.org/officeDocument/2006/relationships/tags" Target="../tags/tag84.xml"/><Relationship Id="rId50" Type="http://schemas.openxmlformats.org/officeDocument/2006/relationships/tags" Target="../tags/tag87.xml"/><Relationship Id="rId55" Type="http://schemas.openxmlformats.org/officeDocument/2006/relationships/tags" Target="../tags/tag92.xml"/><Relationship Id="rId63" Type="http://schemas.openxmlformats.org/officeDocument/2006/relationships/slideLayout" Target="../slideLayouts/slideLayout7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29" Type="http://schemas.openxmlformats.org/officeDocument/2006/relationships/tags" Target="../tags/tag66.xml"/><Relationship Id="rId11" Type="http://schemas.openxmlformats.org/officeDocument/2006/relationships/tags" Target="../tags/tag48.xml"/><Relationship Id="rId24" Type="http://schemas.openxmlformats.org/officeDocument/2006/relationships/tags" Target="../tags/tag61.xml"/><Relationship Id="rId32" Type="http://schemas.openxmlformats.org/officeDocument/2006/relationships/tags" Target="../tags/tag69.xml"/><Relationship Id="rId37" Type="http://schemas.openxmlformats.org/officeDocument/2006/relationships/tags" Target="../tags/tag74.xml"/><Relationship Id="rId40" Type="http://schemas.openxmlformats.org/officeDocument/2006/relationships/tags" Target="../tags/tag77.xml"/><Relationship Id="rId45" Type="http://schemas.openxmlformats.org/officeDocument/2006/relationships/tags" Target="../tags/tag82.xml"/><Relationship Id="rId53" Type="http://schemas.openxmlformats.org/officeDocument/2006/relationships/tags" Target="../tags/tag90.xml"/><Relationship Id="rId58" Type="http://schemas.openxmlformats.org/officeDocument/2006/relationships/tags" Target="../tags/tag95.xml"/><Relationship Id="rId5" Type="http://schemas.openxmlformats.org/officeDocument/2006/relationships/tags" Target="../tags/tag42.xml"/><Relationship Id="rId61" Type="http://schemas.openxmlformats.org/officeDocument/2006/relationships/tags" Target="../tags/tag98.xml"/><Relationship Id="rId19" Type="http://schemas.openxmlformats.org/officeDocument/2006/relationships/tags" Target="../tags/tag56.xml"/><Relationship Id="rId14" Type="http://schemas.openxmlformats.org/officeDocument/2006/relationships/tags" Target="../tags/tag51.xml"/><Relationship Id="rId22" Type="http://schemas.openxmlformats.org/officeDocument/2006/relationships/tags" Target="../tags/tag59.xml"/><Relationship Id="rId27" Type="http://schemas.openxmlformats.org/officeDocument/2006/relationships/tags" Target="../tags/tag64.xml"/><Relationship Id="rId30" Type="http://schemas.openxmlformats.org/officeDocument/2006/relationships/tags" Target="../tags/tag67.xml"/><Relationship Id="rId35" Type="http://schemas.openxmlformats.org/officeDocument/2006/relationships/tags" Target="../tags/tag72.xml"/><Relationship Id="rId43" Type="http://schemas.openxmlformats.org/officeDocument/2006/relationships/tags" Target="../tags/tag80.xml"/><Relationship Id="rId48" Type="http://schemas.openxmlformats.org/officeDocument/2006/relationships/tags" Target="../tags/tag85.xml"/><Relationship Id="rId56" Type="http://schemas.openxmlformats.org/officeDocument/2006/relationships/tags" Target="../tags/tag93.xml"/><Relationship Id="rId64" Type="http://schemas.openxmlformats.org/officeDocument/2006/relationships/notesSlide" Target="../notesSlides/notesSlide7.xml"/><Relationship Id="rId8" Type="http://schemas.openxmlformats.org/officeDocument/2006/relationships/tags" Target="../tags/tag45.xml"/><Relationship Id="rId51" Type="http://schemas.openxmlformats.org/officeDocument/2006/relationships/tags" Target="../tags/tag88.xml"/><Relationship Id="rId3" Type="http://schemas.openxmlformats.org/officeDocument/2006/relationships/tags" Target="../tags/tag40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5" Type="http://schemas.openxmlformats.org/officeDocument/2006/relationships/tags" Target="../tags/tag62.xml"/><Relationship Id="rId33" Type="http://schemas.openxmlformats.org/officeDocument/2006/relationships/tags" Target="../tags/tag70.xml"/><Relationship Id="rId38" Type="http://schemas.openxmlformats.org/officeDocument/2006/relationships/tags" Target="../tags/tag75.xml"/><Relationship Id="rId46" Type="http://schemas.openxmlformats.org/officeDocument/2006/relationships/tags" Target="../tags/tag83.xml"/><Relationship Id="rId59" Type="http://schemas.openxmlformats.org/officeDocument/2006/relationships/tags" Target="../tags/tag96.xml"/><Relationship Id="rId20" Type="http://schemas.openxmlformats.org/officeDocument/2006/relationships/tags" Target="../tags/tag57.xml"/><Relationship Id="rId41" Type="http://schemas.openxmlformats.org/officeDocument/2006/relationships/tags" Target="../tags/tag78.xml"/><Relationship Id="rId54" Type="http://schemas.openxmlformats.org/officeDocument/2006/relationships/tags" Target="../tags/tag91.xml"/><Relationship Id="rId62" Type="http://schemas.openxmlformats.org/officeDocument/2006/relationships/tags" Target="../tags/tag9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5" Type="http://schemas.openxmlformats.org/officeDocument/2006/relationships/tags" Target="../tags/tag52.xml"/><Relationship Id="rId23" Type="http://schemas.openxmlformats.org/officeDocument/2006/relationships/tags" Target="../tags/tag60.xml"/><Relationship Id="rId28" Type="http://schemas.openxmlformats.org/officeDocument/2006/relationships/tags" Target="../tags/tag65.xml"/><Relationship Id="rId36" Type="http://schemas.openxmlformats.org/officeDocument/2006/relationships/tags" Target="../tags/tag73.xml"/><Relationship Id="rId49" Type="http://schemas.openxmlformats.org/officeDocument/2006/relationships/tags" Target="../tags/tag86.xml"/><Relationship Id="rId57" Type="http://schemas.openxmlformats.org/officeDocument/2006/relationships/tags" Target="../tags/tag94.xml"/><Relationship Id="rId10" Type="http://schemas.openxmlformats.org/officeDocument/2006/relationships/tags" Target="../tags/tag47.xml"/><Relationship Id="rId31" Type="http://schemas.openxmlformats.org/officeDocument/2006/relationships/tags" Target="../tags/tag68.xml"/><Relationship Id="rId44" Type="http://schemas.openxmlformats.org/officeDocument/2006/relationships/tags" Target="../tags/tag81.xml"/><Relationship Id="rId52" Type="http://schemas.openxmlformats.org/officeDocument/2006/relationships/tags" Target="../tags/tag89.xml"/><Relationship Id="rId60" Type="http://schemas.openxmlformats.org/officeDocument/2006/relationships/tags" Target="../tags/tag97.xml"/><Relationship Id="rId4" Type="http://schemas.openxmlformats.org/officeDocument/2006/relationships/tags" Target="../tags/tag41.xml"/><Relationship Id="rId9" Type="http://schemas.openxmlformats.org/officeDocument/2006/relationships/tags" Target="../tags/tag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03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116.xml"/><Relationship Id="rId18" Type="http://schemas.openxmlformats.org/officeDocument/2006/relationships/tags" Target="../tags/tag121.xml"/><Relationship Id="rId26" Type="http://schemas.openxmlformats.org/officeDocument/2006/relationships/tags" Target="../tags/tag129.xml"/><Relationship Id="rId39" Type="http://schemas.openxmlformats.org/officeDocument/2006/relationships/tags" Target="../tags/tag142.xml"/><Relationship Id="rId21" Type="http://schemas.openxmlformats.org/officeDocument/2006/relationships/tags" Target="../tags/tag124.xml"/><Relationship Id="rId34" Type="http://schemas.openxmlformats.org/officeDocument/2006/relationships/tags" Target="../tags/tag137.xml"/><Relationship Id="rId42" Type="http://schemas.openxmlformats.org/officeDocument/2006/relationships/image" Target="../media/image5.png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6" Type="http://schemas.openxmlformats.org/officeDocument/2006/relationships/tags" Target="../tags/tag119.xml"/><Relationship Id="rId20" Type="http://schemas.openxmlformats.org/officeDocument/2006/relationships/tags" Target="../tags/tag123.xml"/><Relationship Id="rId29" Type="http://schemas.openxmlformats.org/officeDocument/2006/relationships/tags" Target="../tags/tag132.xml"/><Relationship Id="rId41" Type="http://schemas.openxmlformats.org/officeDocument/2006/relationships/notesSlide" Target="../notesSlides/notesSlide12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24" Type="http://schemas.openxmlformats.org/officeDocument/2006/relationships/tags" Target="../tags/tag127.xml"/><Relationship Id="rId32" Type="http://schemas.openxmlformats.org/officeDocument/2006/relationships/tags" Target="../tags/tag135.xml"/><Relationship Id="rId37" Type="http://schemas.openxmlformats.org/officeDocument/2006/relationships/tags" Target="../tags/tag140.xml"/><Relationship Id="rId40" Type="http://schemas.openxmlformats.org/officeDocument/2006/relationships/slideLayout" Target="../slideLayouts/slideLayout7.xml"/><Relationship Id="rId5" Type="http://schemas.openxmlformats.org/officeDocument/2006/relationships/tags" Target="../tags/tag108.xml"/><Relationship Id="rId15" Type="http://schemas.openxmlformats.org/officeDocument/2006/relationships/tags" Target="../tags/tag118.xml"/><Relationship Id="rId23" Type="http://schemas.openxmlformats.org/officeDocument/2006/relationships/tags" Target="../tags/tag126.xml"/><Relationship Id="rId28" Type="http://schemas.openxmlformats.org/officeDocument/2006/relationships/tags" Target="../tags/tag131.xml"/><Relationship Id="rId36" Type="http://schemas.openxmlformats.org/officeDocument/2006/relationships/tags" Target="../tags/tag139.xml"/><Relationship Id="rId10" Type="http://schemas.openxmlformats.org/officeDocument/2006/relationships/tags" Target="../tags/tag113.xml"/><Relationship Id="rId19" Type="http://schemas.openxmlformats.org/officeDocument/2006/relationships/tags" Target="../tags/tag122.xml"/><Relationship Id="rId31" Type="http://schemas.openxmlformats.org/officeDocument/2006/relationships/tags" Target="../tags/tag134.xml"/><Relationship Id="rId44" Type="http://schemas.openxmlformats.org/officeDocument/2006/relationships/image" Target="../media/image7.png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tags" Target="../tags/tag117.xml"/><Relationship Id="rId22" Type="http://schemas.openxmlformats.org/officeDocument/2006/relationships/tags" Target="../tags/tag125.xml"/><Relationship Id="rId27" Type="http://schemas.openxmlformats.org/officeDocument/2006/relationships/tags" Target="../tags/tag130.xml"/><Relationship Id="rId30" Type="http://schemas.openxmlformats.org/officeDocument/2006/relationships/tags" Target="../tags/tag133.xml"/><Relationship Id="rId35" Type="http://schemas.openxmlformats.org/officeDocument/2006/relationships/tags" Target="../tags/tag138.xml"/><Relationship Id="rId43" Type="http://schemas.openxmlformats.org/officeDocument/2006/relationships/image" Target="../media/image6.png"/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12" Type="http://schemas.openxmlformats.org/officeDocument/2006/relationships/tags" Target="../tags/tag115.xml"/><Relationship Id="rId17" Type="http://schemas.openxmlformats.org/officeDocument/2006/relationships/tags" Target="../tags/tag120.xml"/><Relationship Id="rId25" Type="http://schemas.openxmlformats.org/officeDocument/2006/relationships/tags" Target="../tags/tag128.xml"/><Relationship Id="rId33" Type="http://schemas.openxmlformats.org/officeDocument/2006/relationships/tags" Target="../tags/tag136.xml"/><Relationship Id="rId38" Type="http://schemas.openxmlformats.org/officeDocument/2006/relationships/tags" Target="../tags/tag141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55.xml"/><Relationship Id="rId18" Type="http://schemas.openxmlformats.org/officeDocument/2006/relationships/tags" Target="../tags/tag160.xml"/><Relationship Id="rId26" Type="http://schemas.openxmlformats.org/officeDocument/2006/relationships/tags" Target="../tags/tag168.xml"/><Relationship Id="rId3" Type="http://schemas.openxmlformats.org/officeDocument/2006/relationships/tags" Target="../tags/tag145.xml"/><Relationship Id="rId21" Type="http://schemas.openxmlformats.org/officeDocument/2006/relationships/tags" Target="../tags/tag163.xml"/><Relationship Id="rId34" Type="http://schemas.openxmlformats.org/officeDocument/2006/relationships/tags" Target="../tags/tag176.xml"/><Relationship Id="rId7" Type="http://schemas.openxmlformats.org/officeDocument/2006/relationships/tags" Target="../tags/tag149.xml"/><Relationship Id="rId12" Type="http://schemas.openxmlformats.org/officeDocument/2006/relationships/tags" Target="../tags/tag154.xml"/><Relationship Id="rId17" Type="http://schemas.openxmlformats.org/officeDocument/2006/relationships/tags" Target="../tags/tag159.xml"/><Relationship Id="rId25" Type="http://schemas.openxmlformats.org/officeDocument/2006/relationships/tags" Target="../tags/tag167.xml"/><Relationship Id="rId33" Type="http://schemas.openxmlformats.org/officeDocument/2006/relationships/tags" Target="../tags/tag175.xml"/><Relationship Id="rId2" Type="http://schemas.openxmlformats.org/officeDocument/2006/relationships/tags" Target="../tags/tag144.xml"/><Relationship Id="rId16" Type="http://schemas.openxmlformats.org/officeDocument/2006/relationships/tags" Target="../tags/tag158.xml"/><Relationship Id="rId20" Type="http://schemas.openxmlformats.org/officeDocument/2006/relationships/tags" Target="../tags/tag162.xml"/><Relationship Id="rId29" Type="http://schemas.openxmlformats.org/officeDocument/2006/relationships/tags" Target="../tags/tag171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11" Type="http://schemas.openxmlformats.org/officeDocument/2006/relationships/tags" Target="../tags/tag153.xml"/><Relationship Id="rId24" Type="http://schemas.openxmlformats.org/officeDocument/2006/relationships/tags" Target="../tags/tag166.xml"/><Relationship Id="rId32" Type="http://schemas.openxmlformats.org/officeDocument/2006/relationships/tags" Target="../tags/tag174.xml"/><Relationship Id="rId5" Type="http://schemas.openxmlformats.org/officeDocument/2006/relationships/tags" Target="../tags/tag147.xml"/><Relationship Id="rId15" Type="http://schemas.openxmlformats.org/officeDocument/2006/relationships/tags" Target="../tags/tag157.xml"/><Relationship Id="rId23" Type="http://schemas.openxmlformats.org/officeDocument/2006/relationships/tags" Target="../tags/tag165.xml"/><Relationship Id="rId28" Type="http://schemas.openxmlformats.org/officeDocument/2006/relationships/tags" Target="../tags/tag170.xml"/><Relationship Id="rId36" Type="http://schemas.openxmlformats.org/officeDocument/2006/relationships/notesSlide" Target="../notesSlides/notesSlide13.xml"/><Relationship Id="rId10" Type="http://schemas.openxmlformats.org/officeDocument/2006/relationships/tags" Target="../tags/tag152.xml"/><Relationship Id="rId19" Type="http://schemas.openxmlformats.org/officeDocument/2006/relationships/tags" Target="../tags/tag161.xml"/><Relationship Id="rId31" Type="http://schemas.openxmlformats.org/officeDocument/2006/relationships/tags" Target="../tags/tag173.xml"/><Relationship Id="rId4" Type="http://schemas.openxmlformats.org/officeDocument/2006/relationships/tags" Target="../tags/tag146.xml"/><Relationship Id="rId9" Type="http://schemas.openxmlformats.org/officeDocument/2006/relationships/tags" Target="../tags/tag151.xml"/><Relationship Id="rId14" Type="http://schemas.openxmlformats.org/officeDocument/2006/relationships/tags" Target="../tags/tag156.xml"/><Relationship Id="rId22" Type="http://schemas.openxmlformats.org/officeDocument/2006/relationships/tags" Target="../tags/tag164.xml"/><Relationship Id="rId27" Type="http://schemas.openxmlformats.org/officeDocument/2006/relationships/tags" Target="../tags/tag169.xml"/><Relationship Id="rId30" Type="http://schemas.openxmlformats.org/officeDocument/2006/relationships/tags" Target="../tags/tag172.xml"/><Relationship Id="rId35" Type="http://schemas.openxmlformats.org/officeDocument/2006/relationships/slideLayout" Target="../slideLayouts/slideLayout7.xml"/><Relationship Id="rId8" Type="http://schemas.openxmlformats.org/officeDocument/2006/relationships/tags" Target="../tags/tag15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8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88.xml"/><Relationship Id="rId13" Type="http://schemas.openxmlformats.org/officeDocument/2006/relationships/tags" Target="../tags/tag193.xml"/><Relationship Id="rId18" Type="http://schemas.openxmlformats.org/officeDocument/2006/relationships/tags" Target="../tags/tag198.xml"/><Relationship Id="rId3" Type="http://schemas.openxmlformats.org/officeDocument/2006/relationships/tags" Target="../tags/tag183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187.xml"/><Relationship Id="rId12" Type="http://schemas.openxmlformats.org/officeDocument/2006/relationships/tags" Target="../tags/tag192.xml"/><Relationship Id="rId17" Type="http://schemas.openxmlformats.org/officeDocument/2006/relationships/tags" Target="../tags/tag197.xml"/><Relationship Id="rId2" Type="http://schemas.openxmlformats.org/officeDocument/2006/relationships/tags" Target="../tags/tag182.xml"/><Relationship Id="rId16" Type="http://schemas.openxmlformats.org/officeDocument/2006/relationships/tags" Target="../tags/tag196.xml"/><Relationship Id="rId20" Type="http://schemas.openxmlformats.org/officeDocument/2006/relationships/tags" Target="../tags/tag200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11" Type="http://schemas.openxmlformats.org/officeDocument/2006/relationships/tags" Target="../tags/tag191.xml"/><Relationship Id="rId5" Type="http://schemas.openxmlformats.org/officeDocument/2006/relationships/tags" Target="../tags/tag185.xml"/><Relationship Id="rId15" Type="http://schemas.openxmlformats.org/officeDocument/2006/relationships/tags" Target="../tags/tag195.xml"/><Relationship Id="rId10" Type="http://schemas.openxmlformats.org/officeDocument/2006/relationships/tags" Target="../tags/tag190.xml"/><Relationship Id="rId19" Type="http://schemas.openxmlformats.org/officeDocument/2006/relationships/tags" Target="../tags/tag199.xml"/><Relationship Id="rId4" Type="http://schemas.openxmlformats.org/officeDocument/2006/relationships/tags" Target="../tags/tag184.xml"/><Relationship Id="rId9" Type="http://schemas.openxmlformats.org/officeDocument/2006/relationships/tags" Target="../tags/tag189.xml"/><Relationship Id="rId14" Type="http://schemas.openxmlformats.org/officeDocument/2006/relationships/tags" Target="../tags/tag194.xml"/><Relationship Id="rId2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213.xml"/><Relationship Id="rId18" Type="http://schemas.openxmlformats.org/officeDocument/2006/relationships/tags" Target="../tags/tag218.xml"/><Relationship Id="rId26" Type="http://schemas.openxmlformats.org/officeDocument/2006/relationships/tags" Target="../tags/tag226.xml"/><Relationship Id="rId39" Type="http://schemas.openxmlformats.org/officeDocument/2006/relationships/tags" Target="../tags/tag239.xml"/><Relationship Id="rId21" Type="http://schemas.openxmlformats.org/officeDocument/2006/relationships/tags" Target="../tags/tag221.xml"/><Relationship Id="rId34" Type="http://schemas.openxmlformats.org/officeDocument/2006/relationships/tags" Target="../tags/tag234.xml"/><Relationship Id="rId42" Type="http://schemas.openxmlformats.org/officeDocument/2006/relationships/tags" Target="../tags/tag242.xml"/><Relationship Id="rId47" Type="http://schemas.openxmlformats.org/officeDocument/2006/relationships/tags" Target="../tags/tag247.xml"/><Relationship Id="rId7" Type="http://schemas.openxmlformats.org/officeDocument/2006/relationships/tags" Target="../tags/tag207.xml"/><Relationship Id="rId2" Type="http://schemas.openxmlformats.org/officeDocument/2006/relationships/tags" Target="../tags/tag202.xml"/><Relationship Id="rId16" Type="http://schemas.openxmlformats.org/officeDocument/2006/relationships/tags" Target="../tags/tag216.xml"/><Relationship Id="rId29" Type="http://schemas.openxmlformats.org/officeDocument/2006/relationships/tags" Target="../tags/tag229.xml"/><Relationship Id="rId11" Type="http://schemas.openxmlformats.org/officeDocument/2006/relationships/tags" Target="../tags/tag211.xml"/><Relationship Id="rId24" Type="http://schemas.openxmlformats.org/officeDocument/2006/relationships/tags" Target="../tags/tag224.xml"/><Relationship Id="rId32" Type="http://schemas.openxmlformats.org/officeDocument/2006/relationships/tags" Target="../tags/tag232.xml"/><Relationship Id="rId37" Type="http://schemas.openxmlformats.org/officeDocument/2006/relationships/tags" Target="../tags/tag237.xml"/><Relationship Id="rId40" Type="http://schemas.openxmlformats.org/officeDocument/2006/relationships/tags" Target="../tags/tag240.xml"/><Relationship Id="rId45" Type="http://schemas.openxmlformats.org/officeDocument/2006/relationships/tags" Target="../tags/tag245.xml"/><Relationship Id="rId5" Type="http://schemas.openxmlformats.org/officeDocument/2006/relationships/tags" Target="../tags/tag205.xml"/><Relationship Id="rId15" Type="http://schemas.openxmlformats.org/officeDocument/2006/relationships/tags" Target="../tags/tag215.xml"/><Relationship Id="rId23" Type="http://schemas.openxmlformats.org/officeDocument/2006/relationships/tags" Target="../tags/tag223.xml"/><Relationship Id="rId28" Type="http://schemas.openxmlformats.org/officeDocument/2006/relationships/tags" Target="../tags/tag228.xml"/><Relationship Id="rId36" Type="http://schemas.openxmlformats.org/officeDocument/2006/relationships/tags" Target="../tags/tag236.xml"/><Relationship Id="rId49" Type="http://schemas.openxmlformats.org/officeDocument/2006/relationships/notesSlide" Target="../notesSlides/notesSlide16.xml"/><Relationship Id="rId10" Type="http://schemas.openxmlformats.org/officeDocument/2006/relationships/tags" Target="../tags/tag210.xml"/><Relationship Id="rId19" Type="http://schemas.openxmlformats.org/officeDocument/2006/relationships/tags" Target="../tags/tag219.xml"/><Relationship Id="rId31" Type="http://schemas.openxmlformats.org/officeDocument/2006/relationships/tags" Target="../tags/tag231.xml"/><Relationship Id="rId44" Type="http://schemas.openxmlformats.org/officeDocument/2006/relationships/tags" Target="../tags/tag244.xml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tags" Target="../tags/tag214.xml"/><Relationship Id="rId22" Type="http://schemas.openxmlformats.org/officeDocument/2006/relationships/tags" Target="../tags/tag222.xml"/><Relationship Id="rId27" Type="http://schemas.openxmlformats.org/officeDocument/2006/relationships/tags" Target="../tags/tag227.xml"/><Relationship Id="rId30" Type="http://schemas.openxmlformats.org/officeDocument/2006/relationships/tags" Target="../tags/tag230.xml"/><Relationship Id="rId35" Type="http://schemas.openxmlformats.org/officeDocument/2006/relationships/tags" Target="../tags/tag235.xml"/><Relationship Id="rId43" Type="http://schemas.openxmlformats.org/officeDocument/2006/relationships/tags" Target="../tags/tag243.xml"/><Relationship Id="rId48" Type="http://schemas.openxmlformats.org/officeDocument/2006/relationships/slideLayout" Target="../slideLayouts/slideLayout7.xml"/><Relationship Id="rId8" Type="http://schemas.openxmlformats.org/officeDocument/2006/relationships/tags" Target="../tags/tag208.xml"/><Relationship Id="rId3" Type="http://schemas.openxmlformats.org/officeDocument/2006/relationships/tags" Target="../tags/tag203.xml"/><Relationship Id="rId12" Type="http://schemas.openxmlformats.org/officeDocument/2006/relationships/tags" Target="../tags/tag212.xml"/><Relationship Id="rId17" Type="http://schemas.openxmlformats.org/officeDocument/2006/relationships/tags" Target="../tags/tag217.xml"/><Relationship Id="rId25" Type="http://schemas.openxmlformats.org/officeDocument/2006/relationships/tags" Target="../tags/tag225.xml"/><Relationship Id="rId33" Type="http://schemas.openxmlformats.org/officeDocument/2006/relationships/tags" Target="../tags/tag233.xml"/><Relationship Id="rId38" Type="http://schemas.openxmlformats.org/officeDocument/2006/relationships/tags" Target="../tags/tag238.xml"/><Relationship Id="rId46" Type="http://schemas.openxmlformats.org/officeDocument/2006/relationships/tags" Target="../tags/tag246.xml"/><Relationship Id="rId20" Type="http://schemas.openxmlformats.org/officeDocument/2006/relationships/tags" Target="../tags/tag220.xml"/><Relationship Id="rId41" Type="http://schemas.openxmlformats.org/officeDocument/2006/relationships/tags" Target="../tags/tag241.xml"/><Relationship Id="rId1" Type="http://schemas.openxmlformats.org/officeDocument/2006/relationships/tags" Target="../tags/tag201.xml"/><Relationship Id="rId6" Type="http://schemas.openxmlformats.org/officeDocument/2006/relationships/tags" Target="../tags/tag20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55.xml"/><Relationship Id="rId13" Type="http://schemas.openxmlformats.org/officeDocument/2006/relationships/tags" Target="../tags/tag260.xml"/><Relationship Id="rId18" Type="http://schemas.openxmlformats.org/officeDocument/2006/relationships/tags" Target="../tags/tag265.xml"/><Relationship Id="rId26" Type="http://schemas.openxmlformats.org/officeDocument/2006/relationships/notesSlide" Target="../notesSlides/notesSlide17.xml"/><Relationship Id="rId3" Type="http://schemas.openxmlformats.org/officeDocument/2006/relationships/tags" Target="../tags/tag250.xml"/><Relationship Id="rId21" Type="http://schemas.openxmlformats.org/officeDocument/2006/relationships/tags" Target="../tags/tag268.xml"/><Relationship Id="rId7" Type="http://schemas.openxmlformats.org/officeDocument/2006/relationships/tags" Target="../tags/tag254.xml"/><Relationship Id="rId12" Type="http://schemas.openxmlformats.org/officeDocument/2006/relationships/tags" Target="../tags/tag259.xml"/><Relationship Id="rId17" Type="http://schemas.openxmlformats.org/officeDocument/2006/relationships/tags" Target="../tags/tag264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49.xml"/><Relationship Id="rId16" Type="http://schemas.openxmlformats.org/officeDocument/2006/relationships/tags" Target="../tags/tag263.xml"/><Relationship Id="rId20" Type="http://schemas.openxmlformats.org/officeDocument/2006/relationships/tags" Target="../tags/tag267.xml"/><Relationship Id="rId1" Type="http://schemas.openxmlformats.org/officeDocument/2006/relationships/tags" Target="../tags/tag248.xml"/><Relationship Id="rId6" Type="http://schemas.openxmlformats.org/officeDocument/2006/relationships/tags" Target="../tags/tag253.xml"/><Relationship Id="rId11" Type="http://schemas.openxmlformats.org/officeDocument/2006/relationships/tags" Target="../tags/tag258.xml"/><Relationship Id="rId24" Type="http://schemas.openxmlformats.org/officeDocument/2006/relationships/tags" Target="../tags/tag271.xml"/><Relationship Id="rId5" Type="http://schemas.openxmlformats.org/officeDocument/2006/relationships/tags" Target="../tags/tag252.xml"/><Relationship Id="rId15" Type="http://schemas.openxmlformats.org/officeDocument/2006/relationships/tags" Target="../tags/tag262.xml"/><Relationship Id="rId23" Type="http://schemas.openxmlformats.org/officeDocument/2006/relationships/tags" Target="../tags/tag270.xml"/><Relationship Id="rId10" Type="http://schemas.openxmlformats.org/officeDocument/2006/relationships/tags" Target="../tags/tag257.xml"/><Relationship Id="rId19" Type="http://schemas.openxmlformats.org/officeDocument/2006/relationships/tags" Target="../tags/tag266.xml"/><Relationship Id="rId4" Type="http://schemas.openxmlformats.org/officeDocument/2006/relationships/tags" Target="../tags/tag251.xml"/><Relationship Id="rId9" Type="http://schemas.openxmlformats.org/officeDocument/2006/relationships/tags" Target="../tags/tag256.xml"/><Relationship Id="rId14" Type="http://schemas.openxmlformats.org/officeDocument/2006/relationships/tags" Target="../tags/tag261.xml"/><Relationship Id="rId22" Type="http://schemas.openxmlformats.org/officeDocument/2006/relationships/tags" Target="../tags/tag269.xml"/><Relationship Id="rId27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7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2D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27432"/>
          </a:xfrm>
          <a:prstGeom prst="rect">
            <a:avLst/>
          </a:prstGeom>
          <a:solidFill>
            <a:srgbClr val="2F6F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143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F2D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SmartMail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77824" y="190195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智能邮件工作台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96112" y="254203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课程实训项目答辩 · 基础邮件系统 + 可插拔 AI 插件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96112" y="3035808"/>
            <a:ext cx="621792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310128"/>
            <a:ext cx="68580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主讲人：罗俊翔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团队成员：罗俊翔、李明轩、金智涵、吴子颢、唐瑞、钟杰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开源地址：https://github.com/Si-xiyu/S-mail.git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2026.07.07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6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SmartMail AI智能邮件工作台 · 课程实训答辩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E696349-B58F-A3D9-52EF-10E3122C0D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3035808"/>
            <a:ext cx="6382912" cy="32639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shape 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8"/>
          <a:stretch>
            <a:fillRect/>
          </a:stretch>
        </p:blipFill>
        <p:spPr bwMode="auto">
          <a:xfrm>
            <a:off x="0" y="16042"/>
            <a:ext cx="10837654" cy="683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2245895" y="6032"/>
            <a:ext cx="9946105" cy="68586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17773" y="550042"/>
            <a:ext cx="4305300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000" b="1" kern="10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目录</a:t>
            </a:r>
            <a:endParaRPr lang="en-US" altLang="zh-CN" sz="4000" b="1" kern="10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7" name="Text3"/>
          <p:cNvGrpSpPr/>
          <p:nvPr>
            <p:custDataLst>
              <p:tags r:id="rId2"/>
            </p:custDataLst>
          </p:nvPr>
        </p:nvGrpSpPr>
        <p:grpSpPr>
          <a:xfrm>
            <a:off x="3209777" y="2052100"/>
            <a:ext cx="3545624" cy="693049"/>
            <a:chOff x="4578696" y="-967917"/>
            <a:chExt cx="3545624" cy="693049"/>
          </a:xfrm>
        </p:grpSpPr>
        <p:sp>
          <p:nvSpPr>
            <p:cNvPr id="28" name="矩形 27"/>
            <p:cNvSpPr/>
            <p:nvPr/>
          </p:nvSpPr>
          <p:spPr>
            <a:xfrm>
              <a:off x="4578696" y="-900235"/>
              <a:ext cx="625367" cy="62536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" name="Text1"/>
            <p:cNvSpPr txBox="1"/>
            <p:nvPr>
              <p:custDataLst>
                <p:tags r:id="rId15"/>
              </p:custDataLst>
            </p:nvPr>
          </p:nvSpPr>
          <p:spPr>
            <a:xfrm>
              <a:off x="5460427" y="-967917"/>
              <a:ext cx="2663893" cy="679939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项目概述</a:t>
              </a:r>
            </a:p>
          </p:txBody>
        </p:sp>
        <p:sp>
          <p:nvSpPr>
            <p:cNvPr id="30" name="Text2"/>
            <p:cNvSpPr txBox="1"/>
            <p:nvPr>
              <p:custDataLst>
                <p:tags r:id="rId16"/>
              </p:custDataLst>
            </p:nvPr>
          </p:nvSpPr>
          <p:spPr>
            <a:xfrm>
              <a:off x="4578696" y="-900235"/>
              <a:ext cx="625367" cy="625366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</a:p>
          </p:txBody>
        </p:sp>
      </p:grpSp>
      <p:grpSp>
        <p:nvGrpSpPr>
          <p:cNvPr id="8" name="Text6"/>
          <p:cNvGrpSpPr/>
          <p:nvPr>
            <p:custDataLst>
              <p:tags r:id="rId3"/>
            </p:custDataLst>
          </p:nvPr>
        </p:nvGrpSpPr>
        <p:grpSpPr>
          <a:xfrm>
            <a:off x="3209777" y="3577634"/>
            <a:ext cx="3545624" cy="692785"/>
            <a:chOff x="4578696" y="-967917"/>
            <a:chExt cx="3545624" cy="693049"/>
          </a:xfrm>
        </p:grpSpPr>
        <p:sp>
          <p:nvSpPr>
            <p:cNvPr id="25" name="矩形 24"/>
            <p:cNvSpPr/>
            <p:nvPr/>
          </p:nvSpPr>
          <p:spPr>
            <a:xfrm>
              <a:off x="4578696" y="-900235"/>
              <a:ext cx="625367" cy="62536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" name="Text4"/>
            <p:cNvSpPr txBox="1"/>
            <p:nvPr>
              <p:custDataLst>
                <p:tags r:id="rId13"/>
              </p:custDataLst>
            </p:nvPr>
          </p:nvSpPr>
          <p:spPr>
            <a:xfrm>
              <a:off x="5460428" y="-967917"/>
              <a:ext cx="2663892" cy="679939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核心数据模型</a:t>
              </a:r>
            </a:p>
          </p:txBody>
        </p:sp>
        <p:sp>
          <p:nvSpPr>
            <p:cNvPr id="27" name="Text5"/>
            <p:cNvSpPr txBox="1"/>
            <p:nvPr>
              <p:custDataLst>
                <p:tags r:id="rId14"/>
              </p:custDataLst>
            </p:nvPr>
          </p:nvSpPr>
          <p:spPr>
            <a:xfrm>
              <a:off x="4578696" y="-900235"/>
              <a:ext cx="625367" cy="625366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</a:p>
          </p:txBody>
        </p:sp>
      </p:grpSp>
      <p:grpSp>
        <p:nvGrpSpPr>
          <p:cNvPr id="9" name="Text9"/>
          <p:cNvGrpSpPr/>
          <p:nvPr>
            <p:custDataLst>
              <p:tags r:id="rId4"/>
            </p:custDataLst>
          </p:nvPr>
        </p:nvGrpSpPr>
        <p:grpSpPr>
          <a:xfrm>
            <a:off x="3209777" y="5102904"/>
            <a:ext cx="3545624" cy="692785"/>
            <a:chOff x="4578696" y="-967917"/>
            <a:chExt cx="3545624" cy="693049"/>
          </a:xfrm>
        </p:grpSpPr>
        <p:sp>
          <p:nvSpPr>
            <p:cNvPr id="22" name="矩形 21"/>
            <p:cNvSpPr/>
            <p:nvPr/>
          </p:nvSpPr>
          <p:spPr>
            <a:xfrm>
              <a:off x="4578696" y="-900235"/>
              <a:ext cx="625367" cy="62536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" name="Text7"/>
            <p:cNvSpPr txBox="1"/>
            <p:nvPr>
              <p:custDataLst>
                <p:tags r:id="rId11"/>
              </p:custDataLst>
            </p:nvPr>
          </p:nvSpPr>
          <p:spPr>
            <a:xfrm>
              <a:off x="5460428" y="-967917"/>
              <a:ext cx="2663892" cy="679939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项目总结</a:t>
              </a:r>
            </a:p>
          </p:txBody>
        </p:sp>
        <p:sp>
          <p:nvSpPr>
            <p:cNvPr id="24" name="Text8"/>
            <p:cNvSpPr txBox="1"/>
            <p:nvPr>
              <p:custDataLst>
                <p:tags r:id="rId12"/>
              </p:custDataLst>
            </p:nvPr>
          </p:nvSpPr>
          <p:spPr>
            <a:xfrm>
              <a:off x="4578696" y="-900235"/>
              <a:ext cx="625367" cy="625366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05</a:t>
              </a:r>
            </a:p>
          </p:txBody>
        </p:sp>
      </p:grpSp>
      <p:grpSp>
        <p:nvGrpSpPr>
          <p:cNvPr id="10" name="Text12"/>
          <p:cNvGrpSpPr/>
          <p:nvPr>
            <p:custDataLst>
              <p:tags r:id="rId5"/>
            </p:custDataLst>
          </p:nvPr>
        </p:nvGrpSpPr>
        <p:grpSpPr>
          <a:xfrm>
            <a:off x="7497185" y="2048107"/>
            <a:ext cx="3545624" cy="693049"/>
            <a:chOff x="4578696" y="-967917"/>
            <a:chExt cx="3545624" cy="693049"/>
          </a:xfrm>
        </p:grpSpPr>
        <p:sp>
          <p:nvSpPr>
            <p:cNvPr id="19" name="矩形 18"/>
            <p:cNvSpPr/>
            <p:nvPr/>
          </p:nvSpPr>
          <p:spPr>
            <a:xfrm>
              <a:off x="4578696" y="-900235"/>
              <a:ext cx="625367" cy="62536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" name="Text10"/>
            <p:cNvSpPr txBox="1"/>
            <p:nvPr>
              <p:custDataLst>
                <p:tags r:id="rId9"/>
              </p:custDataLst>
            </p:nvPr>
          </p:nvSpPr>
          <p:spPr>
            <a:xfrm>
              <a:off x="5460427" y="-967917"/>
              <a:ext cx="2663893" cy="679939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技术架构</a:t>
              </a:r>
            </a:p>
          </p:txBody>
        </p:sp>
        <p:sp>
          <p:nvSpPr>
            <p:cNvPr id="21" name="Text11"/>
            <p:cNvSpPr txBox="1"/>
            <p:nvPr>
              <p:custDataLst>
                <p:tags r:id="rId10"/>
              </p:custDataLst>
            </p:nvPr>
          </p:nvSpPr>
          <p:spPr>
            <a:xfrm>
              <a:off x="4578696" y="-900235"/>
              <a:ext cx="625367" cy="625366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</a:p>
          </p:txBody>
        </p:sp>
      </p:grpSp>
      <p:grpSp>
        <p:nvGrpSpPr>
          <p:cNvPr id="11" name="Text15"/>
          <p:cNvGrpSpPr/>
          <p:nvPr>
            <p:custDataLst>
              <p:tags r:id="rId6"/>
            </p:custDataLst>
          </p:nvPr>
        </p:nvGrpSpPr>
        <p:grpSpPr>
          <a:xfrm>
            <a:off x="7497185" y="3573641"/>
            <a:ext cx="3545624" cy="692785"/>
            <a:chOff x="4578696" y="-967917"/>
            <a:chExt cx="3545624" cy="693049"/>
          </a:xfrm>
        </p:grpSpPr>
        <p:sp>
          <p:nvSpPr>
            <p:cNvPr id="16" name="矩形 15"/>
            <p:cNvSpPr/>
            <p:nvPr/>
          </p:nvSpPr>
          <p:spPr>
            <a:xfrm>
              <a:off x="4578696" y="-900235"/>
              <a:ext cx="625367" cy="62536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Text13"/>
            <p:cNvSpPr txBox="1"/>
            <p:nvPr>
              <p:custDataLst>
                <p:tags r:id="rId7"/>
              </p:custDataLst>
            </p:nvPr>
          </p:nvSpPr>
          <p:spPr>
            <a:xfrm>
              <a:off x="5460428" y="-967917"/>
              <a:ext cx="2663892" cy="679939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核心功能实现</a:t>
              </a:r>
            </a:p>
          </p:txBody>
        </p:sp>
        <p:sp>
          <p:nvSpPr>
            <p:cNvPr id="18" name="Text14"/>
            <p:cNvSpPr txBox="1"/>
            <p:nvPr>
              <p:custDataLst>
                <p:tags r:id="rId8"/>
              </p:custDataLst>
            </p:nvPr>
          </p:nvSpPr>
          <p:spPr>
            <a:xfrm>
              <a:off x="4578696" y="-900235"/>
              <a:ext cx="625367" cy="625366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</a:p>
          </p:txBody>
        </p:sp>
      </p:grp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角星"/>
          <p:cNvSpPr/>
          <p:nvPr/>
        </p:nvSpPr>
        <p:spPr>
          <a:xfrm>
            <a:off x="5840730" y="2882582"/>
            <a:ext cx="301625" cy="300355"/>
          </a:xfrm>
          <a:custGeom>
            <a:avLst/>
            <a:gdLst>
              <a:gd name="T0" fmla="*/ 11209 w 11256"/>
              <a:gd name="T1" fmla="*/ 4253 h 11213"/>
              <a:gd name="T2" fmla="*/ 10891 w 11256"/>
              <a:gd name="T3" fmla="*/ 3984 h 11213"/>
              <a:gd name="T4" fmla="*/ 7510 w 11256"/>
              <a:gd name="T5" fmla="*/ 3462 h 11213"/>
              <a:gd name="T6" fmla="*/ 6001 w 11256"/>
              <a:gd name="T7" fmla="*/ 230 h 11213"/>
              <a:gd name="T8" fmla="*/ 5640 w 11256"/>
              <a:gd name="T9" fmla="*/ 0 h 11213"/>
              <a:gd name="T10" fmla="*/ 5640 w 11256"/>
              <a:gd name="T11" fmla="*/ 0 h 11213"/>
              <a:gd name="T12" fmla="*/ 5279 w 11256"/>
              <a:gd name="T13" fmla="*/ 230 h 11213"/>
              <a:gd name="T14" fmla="*/ 3756 w 11256"/>
              <a:gd name="T15" fmla="*/ 3455 h 11213"/>
              <a:gd name="T16" fmla="*/ 370 w 11256"/>
              <a:gd name="T17" fmla="*/ 3965 h 11213"/>
              <a:gd name="T18" fmla="*/ 49 w 11256"/>
              <a:gd name="T19" fmla="*/ 4231 h 11213"/>
              <a:gd name="T20" fmla="*/ 142 w 11256"/>
              <a:gd name="T21" fmla="*/ 4638 h 11213"/>
              <a:gd name="T22" fmla="*/ 2597 w 11256"/>
              <a:gd name="T23" fmla="*/ 7164 h 11213"/>
              <a:gd name="T24" fmla="*/ 2010 w 11256"/>
              <a:gd name="T25" fmla="*/ 10725 h 11213"/>
              <a:gd name="T26" fmla="*/ 2174 w 11256"/>
              <a:gd name="T27" fmla="*/ 11116 h 11213"/>
              <a:gd name="T28" fmla="*/ 2597 w 11256"/>
              <a:gd name="T29" fmla="*/ 11140 h 11213"/>
              <a:gd name="T30" fmla="*/ 5620 w 11256"/>
              <a:gd name="T31" fmla="*/ 9478 h 11213"/>
              <a:gd name="T32" fmla="*/ 8637 w 11256"/>
              <a:gd name="T33" fmla="*/ 11151 h 11213"/>
              <a:gd name="T34" fmla="*/ 8831 w 11256"/>
              <a:gd name="T35" fmla="*/ 11200 h 11213"/>
              <a:gd name="T36" fmla="*/ 8839 w 11256"/>
              <a:gd name="T37" fmla="*/ 11200 h 11213"/>
              <a:gd name="T38" fmla="*/ 9239 w 11256"/>
              <a:gd name="T39" fmla="*/ 10800 h 11213"/>
              <a:gd name="T40" fmla="*/ 9213 w 11256"/>
              <a:gd name="T41" fmla="*/ 10658 h 11213"/>
              <a:gd name="T42" fmla="*/ 8652 w 11256"/>
              <a:gd name="T43" fmla="*/ 7175 h 11213"/>
              <a:gd name="T44" fmla="*/ 11114 w 11256"/>
              <a:gd name="T45" fmla="*/ 4659 h 11213"/>
              <a:gd name="T46" fmla="*/ 11209 w 11256"/>
              <a:gd name="T47" fmla="*/ 4253 h 1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256" h="11213">
                <a:moveTo>
                  <a:pt x="11209" y="4253"/>
                </a:moveTo>
                <a:cubicBezTo>
                  <a:pt x="11161" y="4111"/>
                  <a:pt x="11039" y="4008"/>
                  <a:pt x="10891" y="3984"/>
                </a:cubicBezTo>
                <a:lnTo>
                  <a:pt x="7510" y="3462"/>
                </a:lnTo>
                <a:lnTo>
                  <a:pt x="6001" y="230"/>
                </a:lnTo>
                <a:cubicBezTo>
                  <a:pt x="5934" y="90"/>
                  <a:pt x="5795" y="0"/>
                  <a:pt x="5640" y="0"/>
                </a:cubicBezTo>
                <a:lnTo>
                  <a:pt x="5640" y="0"/>
                </a:lnTo>
                <a:cubicBezTo>
                  <a:pt x="5485" y="0"/>
                  <a:pt x="5345" y="88"/>
                  <a:pt x="5279" y="230"/>
                </a:cubicBezTo>
                <a:lnTo>
                  <a:pt x="3756" y="3455"/>
                </a:lnTo>
                <a:lnTo>
                  <a:pt x="370" y="3965"/>
                </a:lnTo>
                <a:cubicBezTo>
                  <a:pt x="221" y="3986"/>
                  <a:pt x="99" y="4090"/>
                  <a:pt x="49" y="4231"/>
                </a:cubicBezTo>
                <a:cubicBezTo>
                  <a:pt x="0" y="4373"/>
                  <a:pt x="36" y="4530"/>
                  <a:pt x="142" y="4638"/>
                </a:cubicBezTo>
                <a:lnTo>
                  <a:pt x="2597" y="7164"/>
                </a:lnTo>
                <a:lnTo>
                  <a:pt x="2010" y="10725"/>
                </a:lnTo>
                <a:cubicBezTo>
                  <a:pt x="1984" y="10875"/>
                  <a:pt x="2049" y="11028"/>
                  <a:pt x="2174" y="11116"/>
                </a:cubicBezTo>
                <a:cubicBezTo>
                  <a:pt x="2298" y="11204"/>
                  <a:pt x="2464" y="11213"/>
                  <a:pt x="2597" y="11140"/>
                </a:cubicBezTo>
                <a:lnTo>
                  <a:pt x="5620" y="9478"/>
                </a:lnTo>
                <a:lnTo>
                  <a:pt x="8637" y="11151"/>
                </a:lnTo>
                <a:cubicBezTo>
                  <a:pt x="8697" y="11183"/>
                  <a:pt x="8764" y="11200"/>
                  <a:pt x="8831" y="11200"/>
                </a:cubicBezTo>
                <a:lnTo>
                  <a:pt x="8839" y="11200"/>
                </a:lnTo>
                <a:cubicBezTo>
                  <a:pt x="9061" y="11200"/>
                  <a:pt x="9239" y="11022"/>
                  <a:pt x="9239" y="10800"/>
                </a:cubicBezTo>
                <a:cubicBezTo>
                  <a:pt x="9239" y="10751"/>
                  <a:pt x="9231" y="10703"/>
                  <a:pt x="9213" y="10658"/>
                </a:cubicBezTo>
                <a:lnTo>
                  <a:pt x="8652" y="7175"/>
                </a:lnTo>
                <a:lnTo>
                  <a:pt x="11114" y="4659"/>
                </a:lnTo>
                <a:cubicBezTo>
                  <a:pt x="11219" y="4552"/>
                  <a:pt x="11256" y="4395"/>
                  <a:pt x="11209" y="425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99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组合 6"/>
          <p:cNvGrpSpPr/>
          <p:nvPr/>
        </p:nvGrpSpPr>
        <p:grpSpPr>
          <a:xfrm flipH="1">
            <a:off x="6198870" y="2958147"/>
            <a:ext cx="777240" cy="156845"/>
            <a:chOff x="4887865" y="3342962"/>
            <a:chExt cx="713775" cy="156845"/>
          </a:xfrm>
        </p:grpSpPr>
        <p:sp>
          <p:nvSpPr>
            <p:cNvPr id="14" name="平行四边形 13"/>
            <p:cNvSpPr/>
            <p:nvPr/>
          </p:nvSpPr>
          <p:spPr>
            <a:xfrm flipH="1">
              <a:off x="5032872" y="3412812"/>
              <a:ext cx="568768" cy="86995"/>
            </a:xfrm>
            <a:prstGeom prst="parallelogram">
              <a:avLst>
                <a:gd name="adj" fmla="val 90891"/>
              </a:avLst>
            </a:prstGeom>
            <a:gradFill flip="none" rotWithShape="1">
              <a:gsLst>
                <a:gs pos="41000">
                  <a:schemeClr val="accent1">
                    <a:lumMod val="75000"/>
                    <a:alpha val="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平行四边形 14"/>
            <p:cNvSpPr/>
            <p:nvPr/>
          </p:nvSpPr>
          <p:spPr>
            <a:xfrm flipH="1">
              <a:off x="4887865" y="3342962"/>
              <a:ext cx="568768" cy="86995"/>
            </a:xfrm>
            <a:prstGeom prst="parallelogram">
              <a:avLst>
                <a:gd name="adj" fmla="val 99126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8" name="Text1"/>
          <p:cNvSpPr txBox="1"/>
          <p:nvPr>
            <p:custDataLst>
              <p:tags r:id="rId2"/>
            </p:custDataLst>
          </p:nvPr>
        </p:nvSpPr>
        <p:spPr>
          <a:xfrm>
            <a:off x="527050" y="3327717"/>
            <a:ext cx="11137900" cy="135064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项目概述</a:t>
            </a:r>
          </a:p>
        </p:txBody>
      </p:sp>
      <p:sp>
        <p:nvSpPr>
          <p:cNvPr id="9" name="Text2"/>
          <p:cNvSpPr txBox="1"/>
          <p:nvPr>
            <p:custDataLst>
              <p:tags r:id="rId3"/>
            </p:custDataLst>
          </p:nvPr>
        </p:nvSpPr>
        <p:spPr>
          <a:xfrm>
            <a:off x="528955" y="4815522"/>
            <a:ext cx="11135360" cy="87820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Project Overview</a:t>
            </a:r>
          </a:p>
        </p:txBody>
      </p:sp>
      <p:sp>
        <p:nvSpPr>
          <p:cNvPr id="10" name="Text3"/>
          <p:cNvSpPr txBox="1"/>
          <p:nvPr>
            <p:custDataLst>
              <p:tags r:id="rId4"/>
            </p:custDataLst>
          </p:nvPr>
        </p:nvSpPr>
        <p:spPr>
          <a:xfrm>
            <a:off x="5006975" y="1164272"/>
            <a:ext cx="2095500" cy="1833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006975" y="2958147"/>
            <a:ext cx="777240" cy="156845"/>
            <a:chOff x="4887865" y="3342962"/>
            <a:chExt cx="713775" cy="156845"/>
          </a:xfrm>
        </p:grpSpPr>
        <p:sp>
          <p:nvSpPr>
            <p:cNvPr id="12" name="平行四边形 11"/>
            <p:cNvSpPr/>
            <p:nvPr/>
          </p:nvSpPr>
          <p:spPr>
            <a:xfrm flipH="1">
              <a:off x="5032872" y="3412812"/>
              <a:ext cx="568768" cy="86995"/>
            </a:xfrm>
            <a:prstGeom prst="parallelogram">
              <a:avLst>
                <a:gd name="adj" fmla="val 90891"/>
              </a:avLst>
            </a:prstGeom>
            <a:gradFill flip="none" rotWithShape="1">
              <a:gsLst>
                <a:gs pos="41000">
                  <a:schemeClr val="accent1">
                    <a:lumMod val="75000"/>
                    <a:alpha val="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/>
          </p:nvSpPr>
          <p:spPr>
            <a:xfrm flipH="1">
              <a:off x="4887865" y="3342962"/>
              <a:ext cx="568768" cy="86995"/>
            </a:xfrm>
            <a:prstGeom prst="parallelogram">
              <a:avLst>
                <a:gd name="adj" fmla="val 99126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0" y="-4011"/>
            <a:ext cx="8037095" cy="6858000"/>
          </a:xfrm>
          <a:prstGeom prst="rect">
            <a:avLst/>
          </a:prstGeom>
          <a:gradFill flip="none" rotWithShape="1">
            <a:gsLst>
              <a:gs pos="1000">
                <a:schemeClr val="accent1">
                  <a:alpha val="5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Shape1"/>
          <p:cNvSpPr/>
          <p:nvPr>
            <p:custDataLst>
              <p:tags r:id="rId3"/>
            </p:custDataLst>
          </p:nvPr>
        </p:nvSpPr>
        <p:spPr>
          <a:xfrm>
            <a:off x="0" y="-4011"/>
            <a:ext cx="3958812" cy="6858000"/>
          </a:xfrm>
          <a:custGeom>
            <a:avLst/>
            <a:gdLst>
              <a:gd name="connsiteX0" fmla="*/ 0 w 3958812"/>
              <a:gd name="connsiteY0" fmla="*/ 0 h 6858000"/>
              <a:gd name="connsiteX1" fmla="*/ 2633070 w 3958812"/>
              <a:gd name="connsiteY1" fmla="*/ 0 h 6858000"/>
              <a:gd name="connsiteX2" fmla="*/ 3958812 w 3958812"/>
              <a:gd name="connsiteY2" fmla="*/ 6858000 h 6858000"/>
              <a:gd name="connsiteX3" fmla="*/ 0 w 395881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8812" h="6858000">
                <a:moveTo>
                  <a:pt x="0" y="0"/>
                </a:moveTo>
                <a:lnTo>
                  <a:pt x="2633070" y="0"/>
                </a:lnTo>
                <a:lnTo>
                  <a:pt x="395881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5"/>
            <a:stretch>
              <a:fillRect l="-72643" r="-7264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>
            <p:custDataLst>
              <p:tags r:id="rId4"/>
            </p:custDataLst>
          </p:nvPr>
        </p:nvSpPr>
        <p:spPr>
          <a:xfrm flipH="1">
            <a:off x="1604211" y="1288284"/>
            <a:ext cx="2871538" cy="3975617"/>
          </a:xfrm>
          <a:custGeom>
            <a:avLst/>
            <a:gdLst>
              <a:gd name="connsiteX0" fmla="*/ 0 w 3449053"/>
              <a:gd name="connsiteY0" fmla="*/ 0 h 6858000"/>
              <a:gd name="connsiteX1" fmla="*/ 3449053 w 3449053"/>
              <a:gd name="connsiteY1" fmla="*/ 0 h 6858000"/>
              <a:gd name="connsiteX2" fmla="*/ 2294021 w 3449053"/>
              <a:gd name="connsiteY2" fmla="*/ 6858000 h 6858000"/>
              <a:gd name="connsiteX3" fmla="*/ 0 w 344905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9053" h="6858000">
                <a:moveTo>
                  <a:pt x="0" y="0"/>
                </a:moveTo>
                <a:lnTo>
                  <a:pt x="3449053" y="0"/>
                </a:lnTo>
                <a:lnTo>
                  <a:pt x="229402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  <a:effectLst>
            <a:outerShdw blurRad="76200" dist="88900" sx="99000" sy="99000" algn="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r>
              <a:rPr lang="en-US" altLang="zh-CN"/>
              <a:t>z</a:t>
            </a:r>
            <a:endParaRPr lang="zh-CN" altLang="en-US"/>
          </a:p>
        </p:txBody>
      </p:sp>
      <p:sp>
        <p:nvSpPr>
          <p:cNvPr id="7" name="Text1"/>
          <p:cNvSpPr txBox="1"/>
          <p:nvPr>
            <p:custDataLst>
              <p:tags r:id="rId5"/>
            </p:custDataLst>
          </p:nvPr>
        </p:nvSpPr>
        <p:spPr>
          <a:xfrm>
            <a:off x="6096174" y="962525"/>
            <a:ext cx="5201604" cy="112158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项目基本信息</a:t>
            </a:r>
          </a:p>
        </p:txBody>
      </p:sp>
      <p:sp>
        <p:nvSpPr>
          <p:cNvPr id="8" name="Text2"/>
          <p:cNvSpPr txBox="1"/>
          <p:nvPr>
            <p:custDataLst>
              <p:tags r:id="rId6"/>
            </p:custDataLst>
          </p:nvPr>
        </p:nvSpPr>
        <p:spPr>
          <a:xfrm>
            <a:off x="6096000" y="2486527"/>
            <a:ext cx="5208310" cy="340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1.项目基本概况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本项目为课程实训项目，名称为SmartMail AI智能邮件工作台，核心定位是完整可独立运行的基础邮件系统搭配可插拔AI插件，关闭插件后系统仍可正常提供邮件服务。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2.核心设计理念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遵循AI是增强而非依赖的设计原则，核心邮件投递流程同步完成，AI分析任务采用异步处理方式，绝不阻塞邮件入箱的核心流程，保证基础功能的稳定性。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3.项目解决痛点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针对传统邮件系统信息分类杂乱、垃圾邮件占比高、重要邮件易遗漏、内容梳理成本高的问题，通过AI能力提升邮件处理效率，同时保留基础功能的独立性。</a:t>
            </a:r>
          </a:p>
        </p:txBody>
      </p:sp>
      <p:sp>
        <p:nvSpPr>
          <p:cNvPr id="23" name="Shape2"/>
          <p:cNvSpPr txBox="1"/>
          <p:nvPr>
            <p:custDataLst>
              <p:tags r:id="rId7"/>
            </p:custDataLst>
          </p:nvPr>
        </p:nvSpPr>
        <p:spPr>
          <a:xfrm>
            <a:off x="4475749" y="6290213"/>
            <a:ext cx="1163894" cy="2512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</p:spPr>
        <p:txBody>
          <a:bodyPr wrap="square" lIns="9144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>
                <a:latin typeface="微软雅黑" panose="020B0503020204020204" charset="-122"/>
                <a:ea typeface="微软雅黑" panose="020B0503020204020204" charset="-122"/>
                <a:sym typeface="思源黑体 CN" panose="020B0500000000000000" pitchFamily="34" charset="-122"/>
              </a:rPr>
              <a:t>Read more &gt;&gt;</a:t>
            </a:r>
          </a:p>
        </p:txBody>
      </p:sp>
      <p:grpSp>
        <p:nvGrpSpPr>
          <p:cNvPr id="5" name="平滑1"/>
          <p:cNvGrpSpPr/>
          <p:nvPr>
            <p:custDataLst>
              <p:tags r:id="rId8"/>
            </p:custDataLst>
          </p:nvPr>
        </p:nvGrpSpPr>
        <p:grpSpPr>
          <a:xfrm flipV="1">
            <a:off x="10969780" y="633491"/>
            <a:ext cx="669060" cy="66675"/>
            <a:chOff x="6413567" y="3799683"/>
            <a:chExt cx="954185" cy="95089"/>
          </a:xfrm>
          <a:solidFill>
            <a:schemeClr val="accent1"/>
          </a:solidFill>
        </p:grpSpPr>
        <p:sp>
          <p:nvSpPr>
            <p:cNvPr id="9" name="Oval 6"/>
            <p:cNvSpPr/>
            <p:nvPr>
              <p:custDataLst>
                <p:tags r:id="rId10"/>
              </p:custDataLst>
            </p:nvPr>
          </p:nvSpPr>
          <p:spPr>
            <a:xfrm>
              <a:off x="6413567" y="3799683"/>
              <a:ext cx="95089" cy="9508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Oval 7"/>
            <p:cNvSpPr/>
            <p:nvPr>
              <p:custDataLst>
                <p:tags r:id="rId11"/>
              </p:custDataLst>
            </p:nvPr>
          </p:nvSpPr>
          <p:spPr>
            <a:xfrm>
              <a:off x="6558841" y="3799683"/>
              <a:ext cx="95089" cy="9508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Rounded Rectangle 8"/>
            <p:cNvSpPr/>
            <p:nvPr>
              <p:custDataLst>
                <p:tags r:id="rId12"/>
              </p:custDataLst>
            </p:nvPr>
          </p:nvSpPr>
          <p:spPr>
            <a:xfrm>
              <a:off x="6704115" y="3799683"/>
              <a:ext cx="663637" cy="9508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5" name="Shape3"/>
          <p:cNvSpPr/>
          <p:nvPr>
            <p:custDataLst>
              <p:tags r:id="rId9"/>
            </p:custDataLst>
          </p:nvPr>
        </p:nvSpPr>
        <p:spPr>
          <a:xfrm>
            <a:off x="1804165" y="1425656"/>
            <a:ext cx="2665052" cy="3774077"/>
          </a:xfrm>
          <a:custGeom>
            <a:avLst/>
            <a:gdLst>
              <a:gd name="connsiteX0" fmla="*/ 0 w 2665052"/>
              <a:gd name="connsiteY0" fmla="*/ 0 h 3774077"/>
              <a:gd name="connsiteX1" fmla="*/ 2665052 w 2665052"/>
              <a:gd name="connsiteY1" fmla="*/ 0 h 3774077"/>
              <a:gd name="connsiteX2" fmla="*/ 2665052 w 2665052"/>
              <a:gd name="connsiteY2" fmla="*/ 3774077 h 3774077"/>
              <a:gd name="connsiteX3" fmla="*/ 892483 w 2665052"/>
              <a:gd name="connsiteY3" fmla="*/ 3774077 h 3774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5052" h="3774077">
                <a:moveTo>
                  <a:pt x="0" y="0"/>
                </a:moveTo>
                <a:lnTo>
                  <a:pt x="2665052" y="0"/>
                </a:lnTo>
                <a:lnTo>
                  <a:pt x="2665052" y="3774077"/>
                </a:lnTo>
                <a:lnTo>
                  <a:pt x="892483" y="3774077"/>
                </a:lnTo>
                <a:close/>
              </a:path>
            </a:pathLst>
          </a:custGeom>
          <a:blipFill>
            <a:blip r:embed="rId16"/>
            <a:stretch>
              <a:fillRect l="-56157" r="-5615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384048"/>
          </a:xfrm>
          <a:prstGeom prst="rect">
            <a:avLst/>
          </a:prstGeom>
          <a:solidFill>
            <a:srgbClr val="2F6F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661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PROJECT POSITIONING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产品定位：一个系统，两种运行形态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5448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EEF4F8"/>
          </a:solidFill>
          <a:ln w="10160">
            <a:solidFill>
              <a:srgbClr val="B9CC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Basic Mail Mode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基础邮件模式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59168" y="155448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7F1E7"/>
          </a:solidFill>
          <a:ln w="10160">
            <a:solidFill>
              <a:srgbClr val="D8C69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Mail Workspace Mode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智能工作台模式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0432" y="2606040"/>
            <a:ext cx="3657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注册与登录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站内收发与附件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文件夹、分类、搜索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同步、通知、草稿保存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269480" y="2606040"/>
            <a:ext cx="3657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摘要、分类与优先级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垃圾邮件与风险提示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当前邮件 Agent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全局问答接口预留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376672" y="2157984"/>
            <a:ext cx="1207008" cy="0"/>
          </a:xfrm>
          <a:prstGeom prst="line">
            <a:avLst/>
          </a:prstGeom>
          <a:noFill/>
          <a:ln w="26670">
            <a:solidFill>
              <a:srgbClr val="2F6F7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983480" y="2423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增强，不替代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4892040"/>
            <a:ext cx="10241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核心原则：AI 是增强层，而不是基础邮箱的单点依赖。关闭 AI 插件后，系统仍能完成完整邮件工作流。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6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SmartMail AI智能邮件工作台 · 课程实训答辩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角星"/>
          <p:cNvSpPr/>
          <p:nvPr/>
        </p:nvSpPr>
        <p:spPr>
          <a:xfrm>
            <a:off x="5840730" y="2882582"/>
            <a:ext cx="301625" cy="300355"/>
          </a:xfrm>
          <a:custGeom>
            <a:avLst/>
            <a:gdLst>
              <a:gd name="T0" fmla="*/ 11209 w 11256"/>
              <a:gd name="T1" fmla="*/ 4253 h 11213"/>
              <a:gd name="T2" fmla="*/ 10891 w 11256"/>
              <a:gd name="T3" fmla="*/ 3984 h 11213"/>
              <a:gd name="T4" fmla="*/ 7510 w 11256"/>
              <a:gd name="T5" fmla="*/ 3462 h 11213"/>
              <a:gd name="T6" fmla="*/ 6001 w 11256"/>
              <a:gd name="T7" fmla="*/ 230 h 11213"/>
              <a:gd name="T8" fmla="*/ 5640 w 11256"/>
              <a:gd name="T9" fmla="*/ 0 h 11213"/>
              <a:gd name="T10" fmla="*/ 5640 w 11256"/>
              <a:gd name="T11" fmla="*/ 0 h 11213"/>
              <a:gd name="T12" fmla="*/ 5279 w 11256"/>
              <a:gd name="T13" fmla="*/ 230 h 11213"/>
              <a:gd name="T14" fmla="*/ 3756 w 11256"/>
              <a:gd name="T15" fmla="*/ 3455 h 11213"/>
              <a:gd name="T16" fmla="*/ 370 w 11256"/>
              <a:gd name="T17" fmla="*/ 3965 h 11213"/>
              <a:gd name="T18" fmla="*/ 49 w 11256"/>
              <a:gd name="T19" fmla="*/ 4231 h 11213"/>
              <a:gd name="T20" fmla="*/ 142 w 11256"/>
              <a:gd name="T21" fmla="*/ 4638 h 11213"/>
              <a:gd name="T22" fmla="*/ 2597 w 11256"/>
              <a:gd name="T23" fmla="*/ 7164 h 11213"/>
              <a:gd name="T24" fmla="*/ 2010 w 11256"/>
              <a:gd name="T25" fmla="*/ 10725 h 11213"/>
              <a:gd name="T26" fmla="*/ 2174 w 11256"/>
              <a:gd name="T27" fmla="*/ 11116 h 11213"/>
              <a:gd name="T28" fmla="*/ 2597 w 11256"/>
              <a:gd name="T29" fmla="*/ 11140 h 11213"/>
              <a:gd name="T30" fmla="*/ 5620 w 11256"/>
              <a:gd name="T31" fmla="*/ 9478 h 11213"/>
              <a:gd name="T32" fmla="*/ 8637 w 11256"/>
              <a:gd name="T33" fmla="*/ 11151 h 11213"/>
              <a:gd name="T34" fmla="*/ 8831 w 11256"/>
              <a:gd name="T35" fmla="*/ 11200 h 11213"/>
              <a:gd name="T36" fmla="*/ 8839 w 11256"/>
              <a:gd name="T37" fmla="*/ 11200 h 11213"/>
              <a:gd name="T38" fmla="*/ 9239 w 11256"/>
              <a:gd name="T39" fmla="*/ 10800 h 11213"/>
              <a:gd name="T40" fmla="*/ 9213 w 11256"/>
              <a:gd name="T41" fmla="*/ 10658 h 11213"/>
              <a:gd name="T42" fmla="*/ 8652 w 11256"/>
              <a:gd name="T43" fmla="*/ 7175 h 11213"/>
              <a:gd name="T44" fmla="*/ 11114 w 11256"/>
              <a:gd name="T45" fmla="*/ 4659 h 11213"/>
              <a:gd name="T46" fmla="*/ 11209 w 11256"/>
              <a:gd name="T47" fmla="*/ 4253 h 1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256" h="11213">
                <a:moveTo>
                  <a:pt x="11209" y="4253"/>
                </a:moveTo>
                <a:cubicBezTo>
                  <a:pt x="11161" y="4111"/>
                  <a:pt x="11039" y="4008"/>
                  <a:pt x="10891" y="3984"/>
                </a:cubicBezTo>
                <a:lnTo>
                  <a:pt x="7510" y="3462"/>
                </a:lnTo>
                <a:lnTo>
                  <a:pt x="6001" y="230"/>
                </a:lnTo>
                <a:cubicBezTo>
                  <a:pt x="5934" y="90"/>
                  <a:pt x="5795" y="0"/>
                  <a:pt x="5640" y="0"/>
                </a:cubicBezTo>
                <a:lnTo>
                  <a:pt x="5640" y="0"/>
                </a:lnTo>
                <a:cubicBezTo>
                  <a:pt x="5485" y="0"/>
                  <a:pt x="5345" y="88"/>
                  <a:pt x="5279" y="230"/>
                </a:cubicBezTo>
                <a:lnTo>
                  <a:pt x="3756" y="3455"/>
                </a:lnTo>
                <a:lnTo>
                  <a:pt x="370" y="3965"/>
                </a:lnTo>
                <a:cubicBezTo>
                  <a:pt x="221" y="3986"/>
                  <a:pt x="99" y="4090"/>
                  <a:pt x="49" y="4231"/>
                </a:cubicBezTo>
                <a:cubicBezTo>
                  <a:pt x="0" y="4373"/>
                  <a:pt x="36" y="4530"/>
                  <a:pt x="142" y="4638"/>
                </a:cubicBezTo>
                <a:lnTo>
                  <a:pt x="2597" y="7164"/>
                </a:lnTo>
                <a:lnTo>
                  <a:pt x="2010" y="10725"/>
                </a:lnTo>
                <a:cubicBezTo>
                  <a:pt x="1984" y="10875"/>
                  <a:pt x="2049" y="11028"/>
                  <a:pt x="2174" y="11116"/>
                </a:cubicBezTo>
                <a:cubicBezTo>
                  <a:pt x="2298" y="11204"/>
                  <a:pt x="2464" y="11213"/>
                  <a:pt x="2597" y="11140"/>
                </a:cubicBezTo>
                <a:lnTo>
                  <a:pt x="5620" y="9478"/>
                </a:lnTo>
                <a:lnTo>
                  <a:pt x="8637" y="11151"/>
                </a:lnTo>
                <a:cubicBezTo>
                  <a:pt x="8697" y="11183"/>
                  <a:pt x="8764" y="11200"/>
                  <a:pt x="8831" y="11200"/>
                </a:cubicBezTo>
                <a:lnTo>
                  <a:pt x="8839" y="11200"/>
                </a:lnTo>
                <a:cubicBezTo>
                  <a:pt x="9061" y="11200"/>
                  <a:pt x="9239" y="11022"/>
                  <a:pt x="9239" y="10800"/>
                </a:cubicBezTo>
                <a:cubicBezTo>
                  <a:pt x="9239" y="10751"/>
                  <a:pt x="9231" y="10703"/>
                  <a:pt x="9213" y="10658"/>
                </a:cubicBezTo>
                <a:lnTo>
                  <a:pt x="8652" y="7175"/>
                </a:lnTo>
                <a:lnTo>
                  <a:pt x="11114" y="4659"/>
                </a:lnTo>
                <a:cubicBezTo>
                  <a:pt x="11219" y="4552"/>
                  <a:pt x="11256" y="4395"/>
                  <a:pt x="11209" y="425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99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组合 6"/>
          <p:cNvGrpSpPr/>
          <p:nvPr/>
        </p:nvGrpSpPr>
        <p:grpSpPr>
          <a:xfrm flipH="1">
            <a:off x="6198870" y="2958147"/>
            <a:ext cx="777240" cy="156845"/>
            <a:chOff x="4887865" y="3342962"/>
            <a:chExt cx="713775" cy="156845"/>
          </a:xfrm>
        </p:grpSpPr>
        <p:sp>
          <p:nvSpPr>
            <p:cNvPr id="14" name="平行四边形 13"/>
            <p:cNvSpPr/>
            <p:nvPr/>
          </p:nvSpPr>
          <p:spPr>
            <a:xfrm flipH="1">
              <a:off x="5032872" y="3412812"/>
              <a:ext cx="568768" cy="86995"/>
            </a:xfrm>
            <a:prstGeom prst="parallelogram">
              <a:avLst>
                <a:gd name="adj" fmla="val 90891"/>
              </a:avLst>
            </a:prstGeom>
            <a:gradFill flip="none" rotWithShape="1">
              <a:gsLst>
                <a:gs pos="41000">
                  <a:schemeClr val="accent1">
                    <a:lumMod val="75000"/>
                    <a:alpha val="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平行四边形 14"/>
            <p:cNvSpPr/>
            <p:nvPr/>
          </p:nvSpPr>
          <p:spPr>
            <a:xfrm flipH="1">
              <a:off x="4887865" y="3342962"/>
              <a:ext cx="568768" cy="86995"/>
            </a:xfrm>
            <a:prstGeom prst="parallelogram">
              <a:avLst>
                <a:gd name="adj" fmla="val 99126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8" name="Text1"/>
          <p:cNvSpPr txBox="1"/>
          <p:nvPr>
            <p:custDataLst>
              <p:tags r:id="rId2"/>
            </p:custDataLst>
          </p:nvPr>
        </p:nvSpPr>
        <p:spPr>
          <a:xfrm>
            <a:off x="527050" y="3327717"/>
            <a:ext cx="11137900" cy="135064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技术架构</a:t>
            </a:r>
          </a:p>
        </p:txBody>
      </p:sp>
      <p:sp>
        <p:nvSpPr>
          <p:cNvPr id="9" name="Text2"/>
          <p:cNvSpPr txBox="1"/>
          <p:nvPr>
            <p:custDataLst>
              <p:tags r:id="rId3"/>
            </p:custDataLst>
          </p:nvPr>
        </p:nvSpPr>
        <p:spPr>
          <a:xfrm>
            <a:off x="528955" y="4815522"/>
            <a:ext cx="11135360" cy="87820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Technical Architecture</a:t>
            </a:r>
          </a:p>
        </p:txBody>
      </p:sp>
      <p:sp>
        <p:nvSpPr>
          <p:cNvPr id="10" name="Text3"/>
          <p:cNvSpPr txBox="1"/>
          <p:nvPr>
            <p:custDataLst>
              <p:tags r:id="rId4"/>
            </p:custDataLst>
          </p:nvPr>
        </p:nvSpPr>
        <p:spPr>
          <a:xfrm>
            <a:off x="5006975" y="1164272"/>
            <a:ext cx="2095500" cy="1833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006975" y="2958147"/>
            <a:ext cx="777240" cy="156845"/>
            <a:chOff x="4887865" y="3342962"/>
            <a:chExt cx="713775" cy="156845"/>
          </a:xfrm>
        </p:grpSpPr>
        <p:sp>
          <p:nvSpPr>
            <p:cNvPr id="12" name="平行四边形 11"/>
            <p:cNvSpPr/>
            <p:nvPr/>
          </p:nvSpPr>
          <p:spPr>
            <a:xfrm flipH="1">
              <a:off x="5032872" y="3412812"/>
              <a:ext cx="568768" cy="86995"/>
            </a:xfrm>
            <a:prstGeom prst="parallelogram">
              <a:avLst>
                <a:gd name="adj" fmla="val 90891"/>
              </a:avLst>
            </a:prstGeom>
            <a:gradFill flip="none" rotWithShape="1">
              <a:gsLst>
                <a:gs pos="41000">
                  <a:schemeClr val="accent1">
                    <a:lumMod val="75000"/>
                    <a:alpha val="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/>
          </p:nvSpPr>
          <p:spPr>
            <a:xfrm flipH="1">
              <a:off x="4887865" y="3342962"/>
              <a:ext cx="568768" cy="86995"/>
            </a:xfrm>
            <a:prstGeom prst="parallelogram">
              <a:avLst>
                <a:gd name="adj" fmla="val 99126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1"/>
          <p:cNvSpPr txBox="1"/>
          <p:nvPr>
            <p:custDataLst>
              <p:tags r:id="rId2"/>
            </p:custDataLst>
          </p:nvPr>
        </p:nvSpPr>
        <p:spPr>
          <a:xfrm>
            <a:off x="345096" y="287410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技术选型明细</a:t>
            </a:r>
          </a:p>
        </p:txBody>
      </p:sp>
      <p:sp>
        <p:nvSpPr>
          <p:cNvPr id="5" name="Text2"/>
          <p:cNvSpPr/>
          <p:nvPr>
            <p:custDataLst>
              <p:tags r:id="rId3"/>
            </p:custDataLst>
          </p:nvPr>
        </p:nvSpPr>
        <p:spPr>
          <a:xfrm>
            <a:off x="947391" y="2719827"/>
            <a:ext cx="2543185" cy="2022583"/>
          </a:xfrm>
          <a:custGeom>
            <a:avLst/>
            <a:gdLst>
              <a:gd name="connsiteX0" fmla="*/ 1715196 w 2742832"/>
              <a:gd name="connsiteY0" fmla="*/ 2181363 h 2181362"/>
              <a:gd name="connsiteX1" fmla="*/ 1700086 w 2742832"/>
              <a:gd name="connsiteY1" fmla="*/ 2178504 h 2181362"/>
              <a:gd name="connsiteX2" fmla="*/ 1674358 w 2742832"/>
              <a:gd name="connsiteY2" fmla="*/ 2140525 h 2181362"/>
              <a:gd name="connsiteX3" fmla="*/ 1674358 w 2742832"/>
              <a:gd name="connsiteY3" fmla="*/ 1766245 h 2181362"/>
              <a:gd name="connsiteX4" fmla="*/ 1715196 w 2742832"/>
              <a:gd name="connsiteY4" fmla="*/ 1725407 h 2181362"/>
              <a:gd name="connsiteX5" fmla="*/ 1756034 w 2742832"/>
              <a:gd name="connsiteY5" fmla="*/ 1766245 h 2181362"/>
              <a:gd name="connsiteX6" fmla="*/ 1756034 w 2742832"/>
              <a:gd name="connsiteY6" fmla="*/ 2037613 h 2181362"/>
              <a:gd name="connsiteX7" fmla="*/ 2646097 w 2742832"/>
              <a:gd name="connsiteY7" fmla="*/ 1092418 h 2181362"/>
              <a:gd name="connsiteX8" fmla="*/ 1752562 w 2742832"/>
              <a:gd name="connsiteY8" fmla="*/ 143753 h 2181362"/>
              <a:gd name="connsiteX9" fmla="*/ 1752562 w 2742832"/>
              <a:gd name="connsiteY9" fmla="*/ 428801 h 2181362"/>
              <a:gd name="connsiteX10" fmla="*/ 1711724 w 2742832"/>
              <a:gd name="connsiteY10" fmla="*/ 469639 h 2181362"/>
              <a:gd name="connsiteX11" fmla="*/ 40838 w 2742832"/>
              <a:gd name="connsiteY11" fmla="*/ 469639 h 2181362"/>
              <a:gd name="connsiteX12" fmla="*/ 0 w 2742832"/>
              <a:gd name="connsiteY12" fmla="*/ 428801 h 2181362"/>
              <a:gd name="connsiteX13" fmla="*/ 40838 w 2742832"/>
              <a:gd name="connsiteY13" fmla="*/ 387964 h 2181362"/>
              <a:gd name="connsiteX14" fmla="*/ 1670886 w 2742832"/>
              <a:gd name="connsiteY14" fmla="*/ 387964 h 2181362"/>
              <a:gd name="connsiteX15" fmla="*/ 1670886 w 2742832"/>
              <a:gd name="connsiteY15" fmla="*/ 40841 h 2181362"/>
              <a:gd name="connsiteX16" fmla="*/ 1696614 w 2742832"/>
              <a:gd name="connsiteY16" fmla="*/ 2862 h 2181362"/>
              <a:gd name="connsiteX17" fmla="*/ 1741332 w 2742832"/>
              <a:gd name="connsiteY17" fmla="*/ 12867 h 2181362"/>
              <a:gd name="connsiteX18" fmla="*/ 2731653 w 2742832"/>
              <a:gd name="connsiteY18" fmla="*/ 1064444 h 2181362"/>
              <a:gd name="connsiteX19" fmla="*/ 2731653 w 2742832"/>
              <a:gd name="connsiteY19" fmla="*/ 1120392 h 2181362"/>
              <a:gd name="connsiteX20" fmla="*/ 1744803 w 2742832"/>
              <a:gd name="connsiteY20" fmla="*/ 2168499 h 2181362"/>
              <a:gd name="connsiteX21" fmla="*/ 1714991 w 2742832"/>
              <a:gd name="connsiteY21" fmla="*/ 2181363 h 218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42832" h="2181362">
                <a:moveTo>
                  <a:pt x="1715196" y="2181363"/>
                </a:moveTo>
                <a:cubicBezTo>
                  <a:pt x="1710091" y="2181363"/>
                  <a:pt x="1704986" y="2180342"/>
                  <a:pt x="1700086" y="2178504"/>
                </a:cubicBezTo>
                <a:cubicBezTo>
                  <a:pt x="1684567" y="2172378"/>
                  <a:pt x="1674358" y="2157268"/>
                  <a:pt x="1674358" y="2140525"/>
                </a:cubicBezTo>
                <a:lnTo>
                  <a:pt x="1674358" y="1766245"/>
                </a:lnTo>
                <a:cubicBezTo>
                  <a:pt x="1674358" y="1743784"/>
                  <a:pt x="1692735" y="1725407"/>
                  <a:pt x="1715196" y="1725407"/>
                </a:cubicBezTo>
                <a:cubicBezTo>
                  <a:pt x="1737656" y="1725407"/>
                  <a:pt x="1756034" y="1743784"/>
                  <a:pt x="1756034" y="1766245"/>
                </a:cubicBezTo>
                <a:lnTo>
                  <a:pt x="1756034" y="2037613"/>
                </a:lnTo>
                <a:lnTo>
                  <a:pt x="2646097" y="1092418"/>
                </a:lnTo>
                <a:lnTo>
                  <a:pt x="1752562" y="143753"/>
                </a:lnTo>
                <a:lnTo>
                  <a:pt x="1752562" y="428801"/>
                </a:lnTo>
                <a:cubicBezTo>
                  <a:pt x="1752562" y="451262"/>
                  <a:pt x="1734185" y="469639"/>
                  <a:pt x="1711724" y="469639"/>
                </a:cubicBezTo>
                <a:lnTo>
                  <a:pt x="40838" y="469639"/>
                </a:lnTo>
                <a:cubicBezTo>
                  <a:pt x="18377" y="469639"/>
                  <a:pt x="0" y="451262"/>
                  <a:pt x="0" y="428801"/>
                </a:cubicBezTo>
                <a:cubicBezTo>
                  <a:pt x="0" y="406341"/>
                  <a:pt x="18377" y="387964"/>
                  <a:pt x="40838" y="387964"/>
                </a:cubicBezTo>
                <a:lnTo>
                  <a:pt x="1670886" y="387964"/>
                </a:lnTo>
                <a:lnTo>
                  <a:pt x="1670886" y="40841"/>
                </a:lnTo>
                <a:cubicBezTo>
                  <a:pt x="1670886" y="24097"/>
                  <a:pt x="1681096" y="8987"/>
                  <a:pt x="1696614" y="2862"/>
                </a:cubicBezTo>
                <a:cubicBezTo>
                  <a:pt x="1712133" y="-3264"/>
                  <a:pt x="1729897" y="615"/>
                  <a:pt x="1741332" y="12867"/>
                </a:cubicBezTo>
                <a:lnTo>
                  <a:pt x="2731653" y="1064444"/>
                </a:lnTo>
                <a:cubicBezTo>
                  <a:pt x="2746559" y="1080167"/>
                  <a:pt x="2746559" y="1104670"/>
                  <a:pt x="2731653" y="1120392"/>
                </a:cubicBezTo>
                <a:lnTo>
                  <a:pt x="1744803" y="2168499"/>
                </a:lnTo>
                <a:cubicBezTo>
                  <a:pt x="1736840" y="2176870"/>
                  <a:pt x="1726018" y="2181363"/>
                  <a:pt x="1714991" y="2181363"/>
                </a:cubicBezTo>
                <a:close/>
              </a:path>
            </a:pathLst>
          </a:custGeom>
          <a:solidFill>
            <a:schemeClr val="accent1"/>
          </a:solidFill>
          <a:ln w="20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Text3"/>
          <p:cNvSpPr/>
          <p:nvPr>
            <p:custDataLst>
              <p:tags r:id="rId4"/>
            </p:custDataLst>
          </p:nvPr>
        </p:nvSpPr>
        <p:spPr>
          <a:xfrm>
            <a:off x="3086789" y="2719830"/>
            <a:ext cx="2543185" cy="2022583"/>
          </a:xfrm>
          <a:custGeom>
            <a:avLst/>
            <a:gdLst>
              <a:gd name="connsiteX0" fmla="*/ 1715196 w 2742832"/>
              <a:gd name="connsiteY0" fmla="*/ 0 h 2181362"/>
              <a:gd name="connsiteX1" fmla="*/ 1700085 w 2742832"/>
              <a:gd name="connsiteY1" fmla="*/ 2859 h 2181362"/>
              <a:gd name="connsiteX2" fmla="*/ 1674358 w 2742832"/>
              <a:gd name="connsiteY2" fmla="*/ 40838 h 2181362"/>
              <a:gd name="connsiteX3" fmla="*/ 1674358 w 2742832"/>
              <a:gd name="connsiteY3" fmla="*/ 415118 h 2181362"/>
              <a:gd name="connsiteX4" fmla="*/ 1715196 w 2742832"/>
              <a:gd name="connsiteY4" fmla="*/ 455956 h 2181362"/>
              <a:gd name="connsiteX5" fmla="*/ 1756034 w 2742832"/>
              <a:gd name="connsiteY5" fmla="*/ 415118 h 2181362"/>
              <a:gd name="connsiteX6" fmla="*/ 1756034 w 2742832"/>
              <a:gd name="connsiteY6" fmla="*/ 143750 h 2181362"/>
              <a:gd name="connsiteX7" fmla="*/ 2646097 w 2742832"/>
              <a:gd name="connsiteY7" fmla="*/ 1088944 h 2181362"/>
              <a:gd name="connsiteX8" fmla="*/ 1752766 w 2742832"/>
              <a:gd name="connsiteY8" fmla="*/ 2037610 h 2181362"/>
              <a:gd name="connsiteX9" fmla="*/ 1752766 w 2742832"/>
              <a:gd name="connsiteY9" fmla="*/ 1752561 h 2181362"/>
              <a:gd name="connsiteX10" fmla="*/ 1711928 w 2742832"/>
              <a:gd name="connsiteY10" fmla="*/ 1711723 h 2181362"/>
              <a:gd name="connsiteX11" fmla="*/ 40838 w 2742832"/>
              <a:gd name="connsiteY11" fmla="*/ 1711723 h 2181362"/>
              <a:gd name="connsiteX12" fmla="*/ 0 w 2742832"/>
              <a:gd name="connsiteY12" fmla="*/ 1752561 h 2181362"/>
              <a:gd name="connsiteX13" fmla="*/ 40838 w 2742832"/>
              <a:gd name="connsiteY13" fmla="*/ 1793399 h 2181362"/>
              <a:gd name="connsiteX14" fmla="*/ 1670886 w 2742832"/>
              <a:gd name="connsiteY14" fmla="*/ 1793399 h 2181362"/>
              <a:gd name="connsiteX15" fmla="*/ 1670886 w 2742832"/>
              <a:gd name="connsiteY15" fmla="*/ 2140522 h 2181362"/>
              <a:gd name="connsiteX16" fmla="*/ 1696614 w 2742832"/>
              <a:gd name="connsiteY16" fmla="*/ 2178501 h 2181362"/>
              <a:gd name="connsiteX17" fmla="*/ 1741332 w 2742832"/>
              <a:gd name="connsiteY17" fmla="*/ 2168496 h 2181362"/>
              <a:gd name="connsiteX18" fmla="*/ 2731653 w 2742832"/>
              <a:gd name="connsiteY18" fmla="*/ 1116918 h 2181362"/>
              <a:gd name="connsiteX19" fmla="*/ 2731653 w 2742832"/>
              <a:gd name="connsiteY19" fmla="*/ 1060970 h 2181362"/>
              <a:gd name="connsiteX20" fmla="*/ 1744803 w 2742832"/>
              <a:gd name="connsiteY20" fmla="*/ 12864 h 2181362"/>
              <a:gd name="connsiteX21" fmla="*/ 1714991 w 2742832"/>
              <a:gd name="connsiteY21" fmla="*/ 0 h 218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42832" h="2181362">
                <a:moveTo>
                  <a:pt x="1715196" y="0"/>
                </a:moveTo>
                <a:cubicBezTo>
                  <a:pt x="1710091" y="0"/>
                  <a:pt x="1704986" y="1021"/>
                  <a:pt x="1700085" y="2859"/>
                </a:cubicBezTo>
                <a:cubicBezTo>
                  <a:pt x="1684567" y="8984"/>
                  <a:pt x="1674358" y="24094"/>
                  <a:pt x="1674358" y="40838"/>
                </a:cubicBezTo>
                <a:lnTo>
                  <a:pt x="1674358" y="415118"/>
                </a:lnTo>
                <a:cubicBezTo>
                  <a:pt x="1674358" y="437579"/>
                  <a:pt x="1692735" y="455956"/>
                  <a:pt x="1715196" y="455956"/>
                </a:cubicBezTo>
                <a:cubicBezTo>
                  <a:pt x="1737657" y="455956"/>
                  <a:pt x="1756034" y="437579"/>
                  <a:pt x="1756034" y="415118"/>
                </a:cubicBezTo>
                <a:lnTo>
                  <a:pt x="1756034" y="143750"/>
                </a:lnTo>
                <a:lnTo>
                  <a:pt x="2646097" y="1088944"/>
                </a:lnTo>
                <a:lnTo>
                  <a:pt x="1752766" y="2037610"/>
                </a:lnTo>
                <a:lnTo>
                  <a:pt x="1752766" y="1752561"/>
                </a:lnTo>
                <a:cubicBezTo>
                  <a:pt x="1752766" y="1730100"/>
                  <a:pt x="1734389" y="1711723"/>
                  <a:pt x="1711928" y="1711723"/>
                </a:cubicBezTo>
                <a:lnTo>
                  <a:pt x="40838" y="1711723"/>
                </a:lnTo>
                <a:cubicBezTo>
                  <a:pt x="18377" y="1711723"/>
                  <a:pt x="0" y="1730100"/>
                  <a:pt x="0" y="1752561"/>
                </a:cubicBezTo>
                <a:cubicBezTo>
                  <a:pt x="0" y="1775022"/>
                  <a:pt x="18377" y="1793399"/>
                  <a:pt x="40838" y="1793399"/>
                </a:cubicBezTo>
                <a:lnTo>
                  <a:pt x="1670886" y="1793399"/>
                </a:lnTo>
                <a:lnTo>
                  <a:pt x="1670886" y="2140522"/>
                </a:lnTo>
                <a:cubicBezTo>
                  <a:pt x="1670886" y="2157265"/>
                  <a:pt x="1681096" y="2172375"/>
                  <a:pt x="1696614" y="2178501"/>
                </a:cubicBezTo>
                <a:cubicBezTo>
                  <a:pt x="1712133" y="2184627"/>
                  <a:pt x="1729897" y="2180747"/>
                  <a:pt x="1741332" y="2168496"/>
                </a:cubicBezTo>
                <a:lnTo>
                  <a:pt x="2731653" y="1116918"/>
                </a:lnTo>
                <a:cubicBezTo>
                  <a:pt x="2746559" y="1101196"/>
                  <a:pt x="2746559" y="1076693"/>
                  <a:pt x="2731653" y="1060970"/>
                </a:cubicBezTo>
                <a:lnTo>
                  <a:pt x="1744803" y="12864"/>
                </a:lnTo>
                <a:cubicBezTo>
                  <a:pt x="1736840" y="4492"/>
                  <a:pt x="1726018" y="0"/>
                  <a:pt x="1714991" y="0"/>
                </a:cubicBezTo>
                <a:close/>
              </a:path>
            </a:pathLst>
          </a:custGeom>
          <a:solidFill>
            <a:schemeClr val="accent2"/>
          </a:solidFill>
          <a:ln w="20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Text4"/>
          <p:cNvSpPr/>
          <p:nvPr>
            <p:custDataLst>
              <p:tags r:id="rId5"/>
            </p:custDataLst>
          </p:nvPr>
        </p:nvSpPr>
        <p:spPr>
          <a:xfrm>
            <a:off x="5216153" y="2719827"/>
            <a:ext cx="2543185" cy="2022583"/>
          </a:xfrm>
          <a:custGeom>
            <a:avLst/>
            <a:gdLst>
              <a:gd name="connsiteX0" fmla="*/ 1714991 w 2742832"/>
              <a:gd name="connsiteY0" fmla="*/ 2181363 h 2181362"/>
              <a:gd name="connsiteX1" fmla="*/ 1699881 w 2742832"/>
              <a:gd name="connsiteY1" fmla="*/ 2178504 h 2181362"/>
              <a:gd name="connsiteX2" fmla="*/ 1674153 w 2742832"/>
              <a:gd name="connsiteY2" fmla="*/ 2140525 h 2181362"/>
              <a:gd name="connsiteX3" fmla="*/ 1674153 w 2742832"/>
              <a:gd name="connsiteY3" fmla="*/ 1766245 h 2181362"/>
              <a:gd name="connsiteX4" fmla="*/ 1714991 w 2742832"/>
              <a:gd name="connsiteY4" fmla="*/ 1725407 h 2181362"/>
              <a:gd name="connsiteX5" fmla="*/ 1755829 w 2742832"/>
              <a:gd name="connsiteY5" fmla="*/ 1766245 h 2181362"/>
              <a:gd name="connsiteX6" fmla="*/ 1755829 w 2742832"/>
              <a:gd name="connsiteY6" fmla="*/ 2037613 h 2181362"/>
              <a:gd name="connsiteX7" fmla="*/ 2645893 w 2742832"/>
              <a:gd name="connsiteY7" fmla="*/ 1092418 h 2181362"/>
              <a:gd name="connsiteX8" fmla="*/ 1752562 w 2742832"/>
              <a:gd name="connsiteY8" fmla="*/ 143753 h 2181362"/>
              <a:gd name="connsiteX9" fmla="*/ 1752562 w 2742832"/>
              <a:gd name="connsiteY9" fmla="*/ 428801 h 2181362"/>
              <a:gd name="connsiteX10" fmla="*/ 1711724 w 2742832"/>
              <a:gd name="connsiteY10" fmla="*/ 469639 h 2181362"/>
              <a:gd name="connsiteX11" fmla="*/ 40838 w 2742832"/>
              <a:gd name="connsiteY11" fmla="*/ 469639 h 2181362"/>
              <a:gd name="connsiteX12" fmla="*/ 0 w 2742832"/>
              <a:gd name="connsiteY12" fmla="*/ 428801 h 2181362"/>
              <a:gd name="connsiteX13" fmla="*/ 40838 w 2742832"/>
              <a:gd name="connsiteY13" fmla="*/ 387964 h 2181362"/>
              <a:gd name="connsiteX14" fmla="*/ 1670886 w 2742832"/>
              <a:gd name="connsiteY14" fmla="*/ 387964 h 2181362"/>
              <a:gd name="connsiteX15" fmla="*/ 1670886 w 2742832"/>
              <a:gd name="connsiteY15" fmla="*/ 40841 h 2181362"/>
              <a:gd name="connsiteX16" fmla="*/ 1696614 w 2742832"/>
              <a:gd name="connsiteY16" fmla="*/ 2862 h 2181362"/>
              <a:gd name="connsiteX17" fmla="*/ 1741332 w 2742832"/>
              <a:gd name="connsiteY17" fmla="*/ 12867 h 2181362"/>
              <a:gd name="connsiteX18" fmla="*/ 2731653 w 2742832"/>
              <a:gd name="connsiteY18" fmla="*/ 1064444 h 2181362"/>
              <a:gd name="connsiteX19" fmla="*/ 2731653 w 2742832"/>
              <a:gd name="connsiteY19" fmla="*/ 1120392 h 2181362"/>
              <a:gd name="connsiteX20" fmla="*/ 1744803 w 2742832"/>
              <a:gd name="connsiteY20" fmla="*/ 2168499 h 2181362"/>
              <a:gd name="connsiteX21" fmla="*/ 1714991 w 2742832"/>
              <a:gd name="connsiteY21" fmla="*/ 2181363 h 218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42832" h="2181362">
                <a:moveTo>
                  <a:pt x="1714991" y="2181363"/>
                </a:moveTo>
                <a:cubicBezTo>
                  <a:pt x="1709886" y="2181363"/>
                  <a:pt x="1704782" y="2180342"/>
                  <a:pt x="1699881" y="2178504"/>
                </a:cubicBezTo>
                <a:cubicBezTo>
                  <a:pt x="1684363" y="2172378"/>
                  <a:pt x="1674153" y="2157268"/>
                  <a:pt x="1674153" y="2140525"/>
                </a:cubicBezTo>
                <a:lnTo>
                  <a:pt x="1674153" y="1766245"/>
                </a:lnTo>
                <a:cubicBezTo>
                  <a:pt x="1674153" y="1743784"/>
                  <a:pt x="1692530" y="1725407"/>
                  <a:pt x="1714991" y="1725407"/>
                </a:cubicBezTo>
                <a:cubicBezTo>
                  <a:pt x="1737452" y="1725407"/>
                  <a:pt x="1755829" y="1743784"/>
                  <a:pt x="1755829" y="1766245"/>
                </a:cubicBezTo>
                <a:lnTo>
                  <a:pt x="1755829" y="2037613"/>
                </a:lnTo>
                <a:lnTo>
                  <a:pt x="2645893" y="1092418"/>
                </a:lnTo>
                <a:lnTo>
                  <a:pt x="1752562" y="143753"/>
                </a:lnTo>
                <a:lnTo>
                  <a:pt x="1752562" y="428801"/>
                </a:lnTo>
                <a:cubicBezTo>
                  <a:pt x="1752562" y="451262"/>
                  <a:pt x="1734185" y="469639"/>
                  <a:pt x="1711724" y="469639"/>
                </a:cubicBezTo>
                <a:lnTo>
                  <a:pt x="40838" y="469639"/>
                </a:lnTo>
                <a:cubicBezTo>
                  <a:pt x="18377" y="469639"/>
                  <a:pt x="0" y="451262"/>
                  <a:pt x="0" y="428801"/>
                </a:cubicBezTo>
                <a:cubicBezTo>
                  <a:pt x="0" y="406341"/>
                  <a:pt x="18377" y="387964"/>
                  <a:pt x="40838" y="387964"/>
                </a:cubicBezTo>
                <a:lnTo>
                  <a:pt x="1670886" y="387964"/>
                </a:lnTo>
                <a:lnTo>
                  <a:pt x="1670886" y="40841"/>
                </a:lnTo>
                <a:cubicBezTo>
                  <a:pt x="1670886" y="24097"/>
                  <a:pt x="1681096" y="8987"/>
                  <a:pt x="1696614" y="2862"/>
                </a:cubicBezTo>
                <a:cubicBezTo>
                  <a:pt x="1712133" y="-3264"/>
                  <a:pt x="1729897" y="615"/>
                  <a:pt x="1741332" y="12867"/>
                </a:cubicBezTo>
                <a:lnTo>
                  <a:pt x="2731653" y="1064444"/>
                </a:lnTo>
                <a:cubicBezTo>
                  <a:pt x="2746559" y="1080167"/>
                  <a:pt x="2746559" y="1104670"/>
                  <a:pt x="2731653" y="1120392"/>
                </a:cubicBezTo>
                <a:lnTo>
                  <a:pt x="1744803" y="2168499"/>
                </a:lnTo>
                <a:cubicBezTo>
                  <a:pt x="1736840" y="2176870"/>
                  <a:pt x="1726018" y="2181363"/>
                  <a:pt x="1714991" y="2181363"/>
                </a:cubicBezTo>
                <a:close/>
              </a:path>
            </a:pathLst>
          </a:custGeom>
          <a:solidFill>
            <a:schemeClr val="accent3"/>
          </a:solidFill>
          <a:ln w="20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Text5"/>
          <p:cNvSpPr/>
          <p:nvPr>
            <p:custDataLst>
              <p:tags r:id="rId6"/>
            </p:custDataLst>
          </p:nvPr>
        </p:nvSpPr>
        <p:spPr>
          <a:xfrm>
            <a:off x="7355551" y="2719830"/>
            <a:ext cx="2543185" cy="2022583"/>
          </a:xfrm>
          <a:custGeom>
            <a:avLst/>
            <a:gdLst>
              <a:gd name="connsiteX0" fmla="*/ 1714991 w 2742832"/>
              <a:gd name="connsiteY0" fmla="*/ 0 h 2181362"/>
              <a:gd name="connsiteX1" fmla="*/ 1699881 w 2742832"/>
              <a:gd name="connsiteY1" fmla="*/ 2859 h 2181362"/>
              <a:gd name="connsiteX2" fmla="*/ 1674153 w 2742832"/>
              <a:gd name="connsiteY2" fmla="*/ 40838 h 2181362"/>
              <a:gd name="connsiteX3" fmla="*/ 1674153 w 2742832"/>
              <a:gd name="connsiteY3" fmla="*/ 415118 h 2181362"/>
              <a:gd name="connsiteX4" fmla="*/ 1714991 w 2742832"/>
              <a:gd name="connsiteY4" fmla="*/ 455956 h 2181362"/>
              <a:gd name="connsiteX5" fmla="*/ 1755829 w 2742832"/>
              <a:gd name="connsiteY5" fmla="*/ 415118 h 2181362"/>
              <a:gd name="connsiteX6" fmla="*/ 1755829 w 2742832"/>
              <a:gd name="connsiteY6" fmla="*/ 143750 h 2181362"/>
              <a:gd name="connsiteX7" fmla="*/ 2645893 w 2742832"/>
              <a:gd name="connsiteY7" fmla="*/ 1088944 h 2181362"/>
              <a:gd name="connsiteX8" fmla="*/ 1752562 w 2742832"/>
              <a:gd name="connsiteY8" fmla="*/ 2037610 h 2181362"/>
              <a:gd name="connsiteX9" fmla="*/ 1752562 w 2742832"/>
              <a:gd name="connsiteY9" fmla="*/ 1752561 h 2181362"/>
              <a:gd name="connsiteX10" fmla="*/ 1711724 w 2742832"/>
              <a:gd name="connsiteY10" fmla="*/ 1711723 h 2181362"/>
              <a:gd name="connsiteX11" fmla="*/ 40838 w 2742832"/>
              <a:gd name="connsiteY11" fmla="*/ 1711723 h 2181362"/>
              <a:gd name="connsiteX12" fmla="*/ 0 w 2742832"/>
              <a:gd name="connsiteY12" fmla="*/ 1752561 h 2181362"/>
              <a:gd name="connsiteX13" fmla="*/ 40838 w 2742832"/>
              <a:gd name="connsiteY13" fmla="*/ 1793399 h 2181362"/>
              <a:gd name="connsiteX14" fmla="*/ 1670886 w 2742832"/>
              <a:gd name="connsiteY14" fmla="*/ 1793399 h 2181362"/>
              <a:gd name="connsiteX15" fmla="*/ 1670886 w 2742832"/>
              <a:gd name="connsiteY15" fmla="*/ 2140522 h 2181362"/>
              <a:gd name="connsiteX16" fmla="*/ 1696614 w 2742832"/>
              <a:gd name="connsiteY16" fmla="*/ 2178501 h 2181362"/>
              <a:gd name="connsiteX17" fmla="*/ 1741332 w 2742832"/>
              <a:gd name="connsiteY17" fmla="*/ 2168496 h 2181362"/>
              <a:gd name="connsiteX18" fmla="*/ 2731653 w 2742832"/>
              <a:gd name="connsiteY18" fmla="*/ 1116918 h 2181362"/>
              <a:gd name="connsiteX19" fmla="*/ 2731653 w 2742832"/>
              <a:gd name="connsiteY19" fmla="*/ 1060970 h 2181362"/>
              <a:gd name="connsiteX20" fmla="*/ 1744803 w 2742832"/>
              <a:gd name="connsiteY20" fmla="*/ 12864 h 2181362"/>
              <a:gd name="connsiteX21" fmla="*/ 1714991 w 2742832"/>
              <a:gd name="connsiteY21" fmla="*/ 0 h 218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42832" h="2181362">
                <a:moveTo>
                  <a:pt x="1714991" y="0"/>
                </a:moveTo>
                <a:cubicBezTo>
                  <a:pt x="1709886" y="0"/>
                  <a:pt x="1704782" y="1021"/>
                  <a:pt x="1699881" y="2859"/>
                </a:cubicBezTo>
                <a:cubicBezTo>
                  <a:pt x="1684363" y="8984"/>
                  <a:pt x="1674153" y="24094"/>
                  <a:pt x="1674153" y="40838"/>
                </a:cubicBezTo>
                <a:lnTo>
                  <a:pt x="1674153" y="415118"/>
                </a:lnTo>
                <a:cubicBezTo>
                  <a:pt x="1674153" y="437579"/>
                  <a:pt x="1692530" y="455956"/>
                  <a:pt x="1714991" y="455956"/>
                </a:cubicBezTo>
                <a:cubicBezTo>
                  <a:pt x="1737452" y="455956"/>
                  <a:pt x="1755829" y="437579"/>
                  <a:pt x="1755829" y="415118"/>
                </a:cubicBezTo>
                <a:lnTo>
                  <a:pt x="1755829" y="143750"/>
                </a:lnTo>
                <a:lnTo>
                  <a:pt x="2645893" y="1088944"/>
                </a:lnTo>
                <a:lnTo>
                  <a:pt x="1752562" y="2037610"/>
                </a:lnTo>
                <a:lnTo>
                  <a:pt x="1752562" y="1752561"/>
                </a:lnTo>
                <a:cubicBezTo>
                  <a:pt x="1752562" y="1730100"/>
                  <a:pt x="1734185" y="1711723"/>
                  <a:pt x="1711724" y="1711723"/>
                </a:cubicBezTo>
                <a:lnTo>
                  <a:pt x="40838" y="1711723"/>
                </a:lnTo>
                <a:cubicBezTo>
                  <a:pt x="18377" y="1711723"/>
                  <a:pt x="0" y="1730100"/>
                  <a:pt x="0" y="1752561"/>
                </a:cubicBezTo>
                <a:cubicBezTo>
                  <a:pt x="0" y="1775022"/>
                  <a:pt x="18377" y="1793399"/>
                  <a:pt x="40838" y="1793399"/>
                </a:cubicBezTo>
                <a:lnTo>
                  <a:pt x="1670886" y="1793399"/>
                </a:lnTo>
                <a:lnTo>
                  <a:pt x="1670886" y="2140522"/>
                </a:lnTo>
                <a:cubicBezTo>
                  <a:pt x="1670886" y="2157265"/>
                  <a:pt x="1681096" y="2172375"/>
                  <a:pt x="1696614" y="2178501"/>
                </a:cubicBezTo>
                <a:cubicBezTo>
                  <a:pt x="1712133" y="2184627"/>
                  <a:pt x="1729897" y="2180747"/>
                  <a:pt x="1741332" y="2168496"/>
                </a:cubicBezTo>
                <a:lnTo>
                  <a:pt x="2731653" y="1116918"/>
                </a:lnTo>
                <a:cubicBezTo>
                  <a:pt x="2746559" y="1101196"/>
                  <a:pt x="2746559" y="1076693"/>
                  <a:pt x="2731653" y="1060970"/>
                </a:cubicBezTo>
                <a:lnTo>
                  <a:pt x="1744803" y="12864"/>
                </a:lnTo>
                <a:cubicBezTo>
                  <a:pt x="1736840" y="4492"/>
                  <a:pt x="1726018" y="0"/>
                  <a:pt x="1714991" y="0"/>
                </a:cubicBezTo>
                <a:close/>
              </a:path>
            </a:pathLst>
          </a:custGeom>
          <a:solidFill>
            <a:schemeClr val="accent4"/>
          </a:solidFill>
          <a:ln w="20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9" name="Text6"/>
          <p:cNvGrpSpPr/>
          <p:nvPr>
            <p:custDataLst>
              <p:tags r:id="rId7"/>
            </p:custDataLst>
          </p:nvPr>
        </p:nvGrpSpPr>
        <p:grpSpPr>
          <a:xfrm>
            <a:off x="1709433" y="4281400"/>
            <a:ext cx="102614" cy="864656"/>
            <a:chOff x="2088772" y="4313499"/>
            <a:chExt cx="110670" cy="932534"/>
          </a:xfr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70000"/>
                </a:schemeClr>
              </a:gs>
            </a:gsLst>
            <a:lin ang="5400000" scaled="1"/>
          </a:gradFill>
        </p:grpSpPr>
        <p:sp>
          <p:nvSpPr>
            <p:cNvPr id="10" name="任意多边形: 形状 9"/>
            <p:cNvSpPr/>
            <p:nvPr>
              <p:custDataLst>
                <p:tags r:id="rId56"/>
              </p:custDataLst>
            </p:nvPr>
          </p:nvSpPr>
          <p:spPr>
            <a:xfrm>
              <a:off x="2117767" y="4313499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57"/>
              </p:custDataLst>
            </p:nvPr>
          </p:nvSpPr>
          <p:spPr>
            <a:xfrm>
              <a:off x="2117767" y="445643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>
              <p:custDataLst>
                <p:tags r:id="rId58"/>
              </p:custDataLst>
            </p:nvPr>
          </p:nvSpPr>
          <p:spPr>
            <a:xfrm>
              <a:off x="2117767" y="4592626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>
              <p:custDataLst>
                <p:tags r:id="rId59"/>
              </p:custDataLst>
            </p:nvPr>
          </p:nvSpPr>
          <p:spPr>
            <a:xfrm>
              <a:off x="2117767" y="4735559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>
              <p:custDataLst>
                <p:tags r:id="rId60"/>
              </p:custDataLst>
            </p:nvPr>
          </p:nvSpPr>
          <p:spPr>
            <a:xfrm>
              <a:off x="2117767" y="4871754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>
              <p:custDataLst>
                <p:tags r:id="rId61"/>
              </p:custDataLst>
            </p:nvPr>
          </p:nvSpPr>
          <p:spPr>
            <a:xfrm>
              <a:off x="2117767" y="5014687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>
              <p:custDataLst>
                <p:tags r:id="rId62"/>
              </p:custDataLst>
            </p:nvPr>
          </p:nvSpPr>
          <p:spPr>
            <a:xfrm>
              <a:off x="2088772" y="5135363"/>
              <a:ext cx="110670" cy="110670"/>
            </a:xfrm>
            <a:custGeom>
              <a:avLst/>
              <a:gdLst>
                <a:gd name="connsiteX0" fmla="*/ 110671 w 110670"/>
                <a:gd name="connsiteY0" fmla="*/ 55335 h 110670"/>
                <a:gd name="connsiteX1" fmla="*/ 55335 w 110670"/>
                <a:gd name="connsiteY1" fmla="*/ 110671 h 110670"/>
                <a:gd name="connsiteX2" fmla="*/ 0 w 110670"/>
                <a:gd name="connsiteY2" fmla="*/ 55335 h 110670"/>
                <a:gd name="connsiteX3" fmla="*/ 55335 w 110670"/>
                <a:gd name="connsiteY3" fmla="*/ 0 h 110670"/>
                <a:gd name="connsiteX4" fmla="*/ 110671 w 110670"/>
                <a:gd name="connsiteY4" fmla="*/ 55335 h 11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70" h="110670">
                  <a:moveTo>
                    <a:pt x="110671" y="55335"/>
                  </a:moveTo>
                  <a:cubicBezTo>
                    <a:pt x="110671" y="85896"/>
                    <a:pt x="85896" y="110671"/>
                    <a:pt x="55335" y="110671"/>
                  </a:cubicBezTo>
                  <a:cubicBezTo>
                    <a:pt x="24774" y="110671"/>
                    <a:pt x="0" y="85897"/>
                    <a:pt x="0" y="55335"/>
                  </a:cubicBezTo>
                  <a:cubicBezTo>
                    <a:pt x="0" y="24774"/>
                    <a:pt x="24774" y="0"/>
                    <a:pt x="55335" y="0"/>
                  </a:cubicBezTo>
                  <a:cubicBezTo>
                    <a:pt x="85896" y="0"/>
                    <a:pt x="110671" y="24774"/>
                    <a:pt x="110671" y="55335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7" name="Text7"/>
          <p:cNvGrpSpPr/>
          <p:nvPr>
            <p:custDataLst>
              <p:tags r:id="rId8"/>
            </p:custDataLst>
          </p:nvPr>
        </p:nvGrpSpPr>
        <p:grpSpPr>
          <a:xfrm>
            <a:off x="3847127" y="2330952"/>
            <a:ext cx="102614" cy="864467"/>
            <a:chOff x="4394281" y="2209936"/>
            <a:chExt cx="110670" cy="932330"/>
          </a:xfr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70000"/>
                </a:schemeClr>
              </a:gs>
            </a:gsLst>
            <a:lin ang="16200000" scaled="0"/>
          </a:gradFill>
        </p:grpSpPr>
        <p:sp>
          <p:nvSpPr>
            <p:cNvPr id="31" name="任意多边形: 形状 30"/>
            <p:cNvSpPr/>
            <p:nvPr>
              <p:custDataLst>
                <p:tags r:id="rId49"/>
              </p:custDataLst>
            </p:nvPr>
          </p:nvSpPr>
          <p:spPr>
            <a:xfrm>
              <a:off x="4423276" y="3089585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>
              <p:custDataLst>
                <p:tags r:id="rId50"/>
              </p:custDataLst>
            </p:nvPr>
          </p:nvSpPr>
          <p:spPr>
            <a:xfrm>
              <a:off x="4423276" y="294665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>
              <p:custDataLst>
                <p:tags r:id="rId51"/>
              </p:custDataLst>
            </p:nvPr>
          </p:nvSpPr>
          <p:spPr>
            <a:xfrm>
              <a:off x="4423276" y="281066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>
              <p:custDataLst>
                <p:tags r:id="rId52"/>
              </p:custDataLst>
            </p:nvPr>
          </p:nvSpPr>
          <p:spPr>
            <a:xfrm>
              <a:off x="4423276" y="2667729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>
              <p:custDataLst>
                <p:tags r:id="rId53"/>
              </p:custDataLst>
            </p:nvPr>
          </p:nvSpPr>
          <p:spPr>
            <a:xfrm>
              <a:off x="4423276" y="2531534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1 w 52681"/>
                <a:gd name="connsiteY1" fmla="*/ 52681 h 52680"/>
                <a:gd name="connsiteX2" fmla="*/ 0 w 52681"/>
                <a:gd name="connsiteY2" fmla="*/ 26341 h 52680"/>
                <a:gd name="connsiteX3" fmla="*/ 26341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>
              <p:custDataLst>
                <p:tags r:id="rId54"/>
              </p:custDataLst>
            </p:nvPr>
          </p:nvSpPr>
          <p:spPr>
            <a:xfrm>
              <a:off x="4423276" y="238860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1 w 52681"/>
                <a:gd name="connsiteY1" fmla="*/ 52681 h 52680"/>
                <a:gd name="connsiteX2" fmla="*/ 0 w 52681"/>
                <a:gd name="connsiteY2" fmla="*/ 26340 h 52680"/>
                <a:gd name="connsiteX3" fmla="*/ 26341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1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1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>
              <p:custDataLst>
                <p:tags r:id="rId55"/>
              </p:custDataLst>
            </p:nvPr>
          </p:nvSpPr>
          <p:spPr>
            <a:xfrm>
              <a:off x="4394281" y="2209936"/>
              <a:ext cx="110670" cy="110670"/>
            </a:xfrm>
            <a:custGeom>
              <a:avLst/>
              <a:gdLst>
                <a:gd name="connsiteX0" fmla="*/ 110671 w 110670"/>
                <a:gd name="connsiteY0" fmla="*/ 55335 h 110670"/>
                <a:gd name="connsiteX1" fmla="*/ 55335 w 110670"/>
                <a:gd name="connsiteY1" fmla="*/ 110671 h 110670"/>
                <a:gd name="connsiteX2" fmla="*/ 0 w 110670"/>
                <a:gd name="connsiteY2" fmla="*/ 55335 h 110670"/>
                <a:gd name="connsiteX3" fmla="*/ 55335 w 110670"/>
                <a:gd name="connsiteY3" fmla="*/ 0 h 110670"/>
                <a:gd name="connsiteX4" fmla="*/ 110671 w 110670"/>
                <a:gd name="connsiteY4" fmla="*/ 55335 h 11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70" h="110670">
                  <a:moveTo>
                    <a:pt x="110671" y="55335"/>
                  </a:moveTo>
                  <a:cubicBezTo>
                    <a:pt x="110671" y="85896"/>
                    <a:pt x="85897" y="110671"/>
                    <a:pt x="55335" y="110671"/>
                  </a:cubicBezTo>
                  <a:cubicBezTo>
                    <a:pt x="24774" y="110671"/>
                    <a:pt x="0" y="85896"/>
                    <a:pt x="0" y="55335"/>
                  </a:cubicBezTo>
                  <a:cubicBezTo>
                    <a:pt x="0" y="24775"/>
                    <a:pt x="24774" y="0"/>
                    <a:pt x="55335" y="0"/>
                  </a:cubicBezTo>
                  <a:cubicBezTo>
                    <a:pt x="85896" y="0"/>
                    <a:pt x="110671" y="24775"/>
                    <a:pt x="110671" y="55335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46" name="Text8"/>
          <p:cNvGrpSpPr/>
          <p:nvPr>
            <p:custDataLst>
              <p:tags r:id="rId9"/>
            </p:custDataLst>
          </p:nvPr>
        </p:nvGrpSpPr>
        <p:grpSpPr>
          <a:xfrm>
            <a:off x="5991637" y="4281400"/>
            <a:ext cx="102614" cy="864656"/>
            <a:chOff x="6707140" y="4313499"/>
            <a:chExt cx="110670" cy="932534"/>
          </a:xfr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5400000" scaled="0"/>
          </a:gradFill>
        </p:grpSpPr>
        <p:sp>
          <p:nvSpPr>
            <p:cNvPr id="47" name="任意多边形: 形状 46"/>
            <p:cNvSpPr/>
            <p:nvPr>
              <p:custDataLst>
                <p:tags r:id="rId42"/>
              </p:custDataLst>
            </p:nvPr>
          </p:nvSpPr>
          <p:spPr>
            <a:xfrm>
              <a:off x="6736135" y="4313499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2" y="0"/>
                    <a:pt x="26340" y="0"/>
                  </a:cubicBezTo>
                  <a:cubicBezTo>
                    <a:pt x="40887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>
              <p:custDataLst>
                <p:tags r:id="rId43"/>
              </p:custDataLst>
            </p:nvPr>
          </p:nvSpPr>
          <p:spPr>
            <a:xfrm>
              <a:off x="6736135" y="445643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2" y="0"/>
                    <a:pt x="26340" y="0"/>
                  </a:cubicBezTo>
                  <a:cubicBezTo>
                    <a:pt x="40887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>
              <p:custDataLst>
                <p:tags r:id="rId44"/>
              </p:custDataLst>
            </p:nvPr>
          </p:nvSpPr>
          <p:spPr>
            <a:xfrm>
              <a:off x="6736135" y="4592626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2" y="0"/>
                    <a:pt x="26340" y="0"/>
                  </a:cubicBezTo>
                  <a:cubicBezTo>
                    <a:pt x="40887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>
              <p:custDataLst>
                <p:tags r:id="rId45"/>
              </p:custDataLst>
            </p:nvPr>
          </p:nvSpPr>
          <p:spPr>
            <a:xfrm>
              <a:off x="6736135" y="4735559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2" y="0"/>
                    <a:pt x="26340" y="0"/>
                  </a:cubicBezTo>
                  <a:cubicBezTo>
                    <a:pt x="40887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>
              <p:custDataLst>
                <p:tags r:id="rId46"/>
              </p:custDataLst>
            </p:nvPr>
          </p:nvSpPr>
          <p:spPr>
            <a:xfrm>
              <a:off x="6736135" y="4871754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2" y="0"/>
                    <a:pt x="26340" y="0"/>
                  </a:cubicBezTo>
                  <a:cubicBezTo>
                    <a:pt x="40887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>
              <p:custDataLst>
                <p:tags r:id="rId47"/>
              </p:custDataLst>
            </p:nvPr>
          </p:nvSpPr>
          <p:spPr>
            <a:xfrm>
              <a:off x="6736135" y="5014687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2" y="0"/>
                    <a:pt x="26340" y="0"/>
                  </a:cubicBezTo>
                  <a:cubicBezTo>
                    <a:pt x="40887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>
              <p:custDataLst>
                <p:tags r:id="rId48"/>
              </p:custDataLst>
            </p:nvPr>
          </p:nvSpPr>
          <p:spPr>
            <a:xfrm>
              <a:off x="6707140" y="5135363"/>
              <a:ext cx="110670" cy="110670"/>
            </a:xfrm>
            <a:custGeom>
              <a:avLst/>
              <a:gdLst>
                <a:gd name="connsiteX0" fmla="*/ 110671 w 110670"/>
                <a:gd name="connsiteY0" fmla="*/ 55335 h 110670"/>
                <a:gd name="connsiteX1" fmla="*/ 55336 w 110670"/>
                <a:gd name="connsiteY1" fmla="*/ 110671 h 110670"/>
                <a:gd name="connsiteX2" fmla="*/ 0 w 110670"/>
                <a:gd name="connsiteY2" fmla="*/ 55335 h 110670"/>
                <a:gd name="connsiteX3" fmla="*/ 55336 w 110670"/>
                <a:gd name="connsiteY3" fmla="*/ 0 h 110670"/>
                <a:gd name="connsiteX4" fmla="*/ 110671 w 110670"/>
                <a:gd name="connsiteY4" fmla="*/ 55335 h 11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70" h="110670">
                  <a:moveTo>
                    <a:pt x="110671" y="55335"/>
                  </a:moveTo>
                  <a:cubicBezTo>
                    <a:pt x="110671" y="85896"/>
                    <a:pt x="85896" y="110671"/>
                    <a:pt x="55336" y="110671"/>
                  </a:cubicBezTo>
                  <a:cubicBezTo>
                    <a:pt x="24775" y="110671"/>
                    <a:pt x="0" y="85897"/>
                    <a:pt x="0" y="55335"/>
                  </a:cubicBezTo>
                  <a:cubicBezTo>
                    <a:pt x="0" y="24774"/>
                    <a:pt x="24775" y="0"/>
                    <a:pt x="55336" y="0"/>
                  </a:cubicBezTo>
                  <a:cubicBezTo>
                    <a:pt x="85897" y="0"/>
                    <a:pt x="110671" y="24774"/>
                    <a:pt x="110671" y="55335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54" name="Text9"/>
          <p:cNvGrpSpPr/>
          <p:nvPr>
            <p:custDataLst>
              <p:tags r:id="rId10"/>
            </p:custDataLst>
          </p:nvPr>
        </p:nvGrpSpPr>
        <p:grpSpPr>
          <a:xfrm>
            <a:off x="8129520" y="2330952"/>
            <a:ext cx="102614" cy="864467"/>
            <a:chOff x="9012853" y="2209936"/>
            <a:chExt cx="110670" cy="932330"/>
          </a:xfr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4">
                  <a:alpha val="70000"/>
                </a:schemeClr>
              </a:gs>
            </a:gsLst>
            <a:lin ang="16200000" scaled="0"/>
          </a:gradFill>
        </p:grpSpPr>
        <p:sp>
          <p:nvSpPr>
            <p:cNvPr id="55" name="任意多边形: 形状 54"/>
            <p:cNvSpPr/>
            <p:nvPr>
              <p:custDataLst>
                <p:tags r:id="rId35"/>
              </p:custDataLst>
            </p:nvPr>
          </p:nvSpPr>
          <p:spPr>
            <a:xfrm>
              <a:off x="9041848" y="3089585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>
              <p:custDataLst>
                <p:tags r:id="rId36"/>
              </p:custDataLst>
            </p:nvPr>
          </p:nvSpPr>
          <p:spPr>
            <a:xfrm>
              <a:off x="9041848" y="294665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>
              <p:custDataLst>
                <p:tags r:id="rId37"/>
              </p:custDataLst>
            </p:nvPr>
          </p:nvSpPr>
          <p:spPr>
            <a:xfrm>
              <a:off x="9041848" y="281066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>
              <p:custDataLst>
                <p:tags r:id="rId38"/>
              </p:custDataLst>
            </p:nvPr>
          </p:nvSpPr>
          <p:spPr>
            <a:xfrm>
              <a:off x="9041848" y="2667729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>
              <p:custDataLst>
                <p:tags r:id="rId39"/>
              </p:custDataLst>
            </p:nvPr>
          </p:nvSpPr>
          <p:spPr>
            <a:xfrm>
              <a:off x="9041848" y="2531534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>
              <p:custDataLst>
                <p:tags r:id="rId40"/>
              </p:custDataLst>
            </p:nvPr>
          </p:nvSpPr>
          <p:spPr>
            <a:xfrm>
              <a:off x="9041848" y="238860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3" y="0"/>
                    <a:pt x="26340" y="0"/>
                  </a:cubicBezTo>
                  <a:cubicBezTo>
                    <a:pt x="40888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>
              <p:custDataLst>
                <p:tags r:id="rId41"/>
              </p:custDataLst>
            </p:nvPr>
          </p:nvSpPr>
          <p:spPr>
            <a:xfrm>
              <a:off x="9012853" y="2209936"/>
              <a:ext cx="110670" cy="110670"/>
            </a:xfrm>
            <a:custGeom>
              <a:avLst/>
              <a:gdLst>
                <a:gd name="connsiteX0" fmla="*/ 110671 w 110670"/>
                <a:gd name="connsiteY0" fmla="*/ 55335 h 110670"/>
                <a:gd name="connsiteX1" fmla="*/ 55335 w 110670"/>
                <a:gd name="connsiteY1" fmla="*/ 110671 h 110670"/>
                <a:gd name="connsiteX2" fmla="*/ 0 w 110670"/>
                <a:gd name="connsiteY2" fmla="*/ 55335 h 110670"/>
                <a:gd name="connsiteX3" fmla="*/ 55335 w 110670"/>
                <a:gd name="connsiteY3" fmla="*/ 0 h 110670"/>
                <a:gd name="connsiteX4" fmla="*/ 110671 w 110670"/>
                <a:gd name="connsiteY4" fmla="*/ 55335 h 11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70" h="110670">
                  <a:moveTo>
                    <a:pt x="110671" y="55335"/>
                  </a:moveTo>
                  <a:cubicBezTo>
                    <a:pt x="110671" y="85896"/>
                    <a:pt x="85896" y="110671"/>
                    <a:pt x="55335" y="110671"/>
                  </a:cubicBezTo>
                  <a:cubicBezTo>
                    <a:pt x="24774" y="110671"/>
                    <a:pt x="0" y="85896"/>
                    <a:pt x="0" y="55335"/>
                  </a:cubicBezTo>
                  <a:cubicBezTo>
                    <a:pt x="0" y="24775"/>
                    <a:pt x="24775" y="0"/>
                    <a:pt x="55335" y="0"/>
                  </a:cubicBezTo>
                  <a:cubicBezTo>
                    <a:pt x="85897" y="0"/>
                    <a:pt x="110671" y="24775"/>
                    <a:pt x="110671" y="55335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62" name="Text10"/>
          <p:cNvSpPr txBox="1"/>
          <p:nvPr>
            <p:custDataLst>
              <p:tags r:id="rId11"/>
            </p:custDataLst>
          </p:nvPr>
        </p:nvSpPr>
        <p:spPr>
          <a:xfrm>
            <a:off x="2063931" y="1599137"/>
            <a:ext cx="3563135" cy="733141"/>
          </a:xfrm>
          <a:prstGeom prst="rect">
            <a:avLst/>
          </a:prstGeom>
          <a:noFill/>
        </p:spPr>
        <p:txBody>
          <a:bodyPr wrap="square" rtlCol="0">
            <a:normAutofit fontScale="8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基于Spring Boot 3 + Java 17搭建，采用Spring Security做权限控制，MyBatis-Plus简化数据库操作，使用JWT做用户身份鉴权，符合企业级后端开发规范。</a:t>
            </a:r>
          </a:p>
        </p:txBody>
      </p:sp>
      <p:sp>
        <p:nvSpPr>
          <p:cNvPr id="63" name="Text11"/>
          <p:cNvSpPr txBox="1"/>
          <p:nvPr>
            <p:custDataLst>
              <p:tags r:id="rId12"/>
            </p:custDataLst>
          </p:nvPr>
        </p:nvSpPr>
        <p:spPr>
          <a:xfrm>
            <a:off x="2287840" y="1172273"/>
            <a:ext cx="3172343" cy="4268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后端技术栈</a:t>
            </a:r>
          </a:p>
        </p:txBody>
      </p:sp>
      <p:sp>
        <p:nvSpPr>
          <p:cNvPr id="64" name="Text12"/>
          <p:cNvSpPr txBox="1"/>
          <p:nvPr>
            <p:custDataLst>
              <p:tags r:id="rId13"/>
            </p:custDataLst>
          </p:nvPr>
        </p:nvSpPr>
        <p:spPr>
          <a:xfrm>
            <a:off x="235131" y="5738408"/>
            <a:ext cx="3087357" cy="932358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采用Vue 3 + Vite + TypeScript开发，搭配Element Plus组件库快速搭建界面，使用Pinia做状态管理，Axios处理网络请求，Vue Router管理页面路由，满足SPA工作台开发需求。</a:t>
            </a:r>
          </a:p>
        </p:txBody>
      </p:sp>
      <p:sp>
        <p:nvSpPr>
          <p:cNvPr id="65" name="Text13"/>
          <p:cNvSpPr txBox="1"/>
          <p:nvPr>
            <p:custDataLst>
              <p:tags r:id="rId14"/>
            </p:custDataLst>
          </p:nvPr>
        </p:nvSpPr>
        <p:spPr>
          <a:xfrm>
            <a:off x="150146" y="5278280"/>
            <a:ext cx="3172343" cy="4268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前端技术栈</a:t>
            </a:r>
          </a:p>
        </p:txBody>
      </p:sp>
      <p:sp>
        <p:nvSpPr>
          <p:cNvPr id="66" name="Text14"/>
          <p:cNvSpPr txBox="1"/>
          <p:nvPr>
            <p:custDataLst>
              <p:tags r:id="rId15"/>
            </p:custDataLst>
          </p:nvPr>
        </p:nvSpPr>
        <p:spPr>
          <a:xfrm>
            <a:off x="6383384" y="1599137"/>
            <a:ext cx="3515352" cy="733141"/>
          </a:xfrm>
          <a:prstGeom prst="rect">
            <a:avLst/>
          </a:prstGeom>
          <a:noFill/>
        </p:spPr>
        <p:txBody>
          <a:bodyPr wrap="square" rtlCol="0">
            <a:normAutofit fontScale="8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生产环境使用成熟的MySQL 8存储持久化数据，支持复杂查询与事务处理；开发环境使用H2内存数据库，无需额外部署，方便本地自测提升开发效率。</a:t>
            </a:r>
          </a:p>
        </p:txBody>
      </p:sp>
      <p:sp>
        <p:nvSpPr>
          <p:cNvPr id="67" name="Text15"/>
          <p:cNvSpPr txBox="1"/>
          <p:nvPr>
            <p:custDataLst>
              <p:tags r:id="rId16"/>
            </p:custDataLst>
          </p:nvPr>
        </p:nvSpPr>
        <p:spPr>
          <a:xfrm>
            <a:off x="6543348" y="1172272"/>
            <a:ext cx="3172343" cy="4268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数据库选型</a:t>
            </a:r>
          </a:p>
        </p:txBody>
      </p:sp>
      <p:sp>
        <p:nvSpPr>
          <p:cNvPr id="68" name="Text16"/>
          <p:cNvSpPr txBox="1"/>
          <p:nvPr>
            <p:custDataLst>
              <p:tags r:id="rId17"/>
            </p:custDataLst>
          </p:nvPr>
        </p:nvSpPr>
        <p:spPr>
          <a:xfrm>
            <a:off x="4427238" y="5738408"/>
            <a:ext cx="3172343" cy="932358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采用Python FastAPI搭建服务，搭配Pydantic做参数校验，httpx处理HTTP请求，轻量化且响应速度快，适合部署AI分析与问答类任务，便于后续功能迭代。</a:t>
            </a:r>
          </a:p>
        </p:txBody>
      </p:sp>
      <p:sp>
        <p:nvSpPr>
          <p:cNvPr id="69" name="Text17"/>
          <p:cNvSpPr txBox="1"/>
          <p:nvPr>
            <p:custDataLst>
              <p:tags r:id="rId18"/>
            </p:custDataLst>
          </p:nvPr>
        </p:nvSpPr>
        <p:spPr>
          <a:xfrm>
            <a:off x="4427239" y="5278280"/>
            <a:ext cx="3172343" cy="4268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Agent技术栈</a:t>
            </a:r>
          </a:p>
        </p:txBody>
      </p:sp>
      <p:sp>
        <p:nvSpPr>
          <p:cNvPr id="71" name="Text18"/>
          <p:cNvSpPr txBox="1"/>
          <p:nvPr>
            <p:custDataLst>
              <p:tags r:id="rId19"/>
            </p:custDataLst>
          </p:nvPr>
        </p:nvSpPr>
        <p:spPr>
          <a:xfrm>
            <a:off x="1162358" y="3455243"/>
            <a:ext cx="2113252" cy="59928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PART 01</a:t>
            </a:r>
            <a:endParaRPr lang="zh-CN" altLang="en-US" sz="36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19"/>
          <p:cNvSpPr txBox="1"/>
          <p:nvPr>
            <p:custDataLst>
              <p:tags r:id="rId20"/>
            </p:custDataLst>
          </p:nvPr>
        </p:nvSpPr>
        <p:spPr>
          <a:xfrm>
            <a:off x="3370612" y="3455243"/>
            <a:ext cx="2113252" cy="59928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PART 02</a:t>
            </a:r>
            <a:endParaRPr lang="zh-CN" altLang="en-US" sz="36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20"/>
          <p:cNvSpPr txBox="1"/>
          <p:nvPr>
            <p:custDataLst>
              <p:tags r:id="rId21"/>
            </p:custDataLst>
          </p:nvPr>
        </p:nvSpPr>
        <p:spPr>
          <a:xfrm>
            <a:off x="5508307" y="3455243"/>
            <a:ext cx="2113252" cy="59928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PART 03</a:t>
            </a:r>
            <a:endParaRPr lang="zh-CN" altLang="en-US" sz="3600" b="1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Text21"/>
          <p:cNvSpPr txBox="1"/>
          <p:nvPr>
            <p:custDataLst>
              <p:tags r:id="rId22"/>
            </p:custDataLst>
          </p:nvPr>
        </p:nvSpPr>
        <p:spPr>
          <a:xfrm>
            <a:off x="7646002" y="3455243"/>
            <a:ext cx="2113252" cy="59928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PART 04</a:t>
            </a:r>
            <a:endParaRPr lang="zh-CN" altLang="en-US" sz="36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22"/>
          <p:cNvSpPr/>
          <p:nvPr>
            <p:custDataLst>
              <p:tags r:id="rId23"/>
            </p:custDataLst>
          </p:nvPr>
        </p:nvSpPr>
        <p:spPr>
          <a:xfrm>
            <a:off x="9493246" y="2719827"/>
            <a:ext cx="2543185" cy="2022583"/>
          </a:xfrm>
          <a:custGeom>
            <a:avLst/>
            <a:gdLst>
              <a:gd name="connsiteX0" fmla="*/ 1714991 w 2742832"/>
              <a:gd name="connsiteY0" fmla="*/ 2181363 h 2181362"/>
              <a:gd name="connsiteX1" fmla="*/ 1699881 w 2742832"/>
              <a:gd name="connsiteY1" fmla="*/ 2178504 h 2181362"/>
              <a:gd name="connsiteX2" fmla="*/ 1674153 w 2742832"/>
              <a:gd name="connsiteY2" fmla="*/ 2140525 h 2181362"/>
              <a:gd name="connsiteX3" fmla="*/ 1674153 w 2742832"/>
              <a:gd name="connsiteY3" fmla="*/ 1766245 h 2181362"/>
              <a:gd name="connsiteX4" fmla="*/ 1714991 w 2742832"/>
              <a:gd name="connsiteY4" fmla="*/ 1725407 h 2181362"/>
              <a:gd name="connsiteX5" fmla="*/ 1755829 w 2742832"/>
              <a:gd name="connsiteY5" fmla="*/ 1766245 h 2181362"/>
              <a:gd name="connsiteX6" fmla="*/ 1755829 w 2742832"/>
              <a:gd name="connsiteY6" fmla="*/ 2037613 h 2181362"/>
              <a:gd name="connsiteX7" fmla="*/ 2645893 w 2742832"/>
              <a:gd name="connsiteY7" fmla="*/ 1092418 h 2181362"/>
              <a:gd name="connsiteX8" fmla="*/ 1752562 w 2742832"/>
              <a:gd name="connsiteY8" fmla="*/ 143753 h 2181362"/>
              <a:gd name="connsiteX9" fmla="*/ 1752562 w 2742832"/>
              <a:gd name="connsiteY9" fmla="*/ 428801 h 2181362"/>
              <a:gd name="connsiteX10" fmla="*/ 1711724 w 2742832"/>
              <a:gd name="connsiteY10" fmla="*/ 469639 h 2181362"/>
              <a:gd name="connsiteX11" fmla="*/ 40838 w 2742832"/>
              <a:gd name="connsiteY11" fmla="*/ 469639 h 2181362"/>
              <a:gd name="connsiteX12" fmla="*/ 0 w 2742832"/>
              <a:gd name="connsiteY12" fmla="*/ 428801 h 2181362"/>
              <a:gd name="connsiteX13" fmla="*/ 40838 w 2742832"/>
              <a:gd name="connsiteY13" fmla="*/ 387964 h 2181362"/>
              <a:gd name="connsiteX14" fmla="*/ 1670886 w 2742832"/>
              <a:gd name="connsiteY14" fmla="*/ 387964 h 2181362"/>
              <a:gd name="connsiteX15" fmla="*/ 1670886 w 2742832"/>
              <a:gd name="connsiteY15" fmla="*/ 40841 h 2181362"/>
              <a:gd name="connsiteX16" fmla="*/ 1696614 w 2742832"/>
              <a:gd name="connsiteY16" fmla="*/ 2862 h 2181362"/>
              <a:gd name="connsiteX17" fmla="*/ 1741332 w 2742832"/>
              <a:gd name="connsiteY17" fmla="*/ 12867 h 2181362"/>
              <a:gd name="connsiteX18" fmla="*/ 2731653 w 2742832"/>
              <a:gd name="connsiteY18" fmla="*/ 1064444 h 2181362"/>
              <a:gd name="connsiteX19" fmla="*/ 2731653 w 2742832"/>
              <a:gd name="connsiteY19" fmla="*/ 1120392 h 2181362"/>
              <a:gd name="connsiteX20" fmla="*/ 1744803 w 2742832"/>
              <a:gd name="connsiteY20" fmla="*/ 2168499 h 2181362"/>
              <a:gd name="connsiteX21" fmla="*/ 1714991 w 2742832"/>
              <a:gd name="connsiteY21" fmla="*/ 2181363 h 218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42832" h="2181362">
                <a:moveTo>
                  <a:pt x="1714991" y="2181363"/>
                </a:moveTo>
                <a:cubicBezTo>
                  <a:pt x="1709886" y="2181363"/>
                  <a:pt x="1704782" y="2180342"/>
                  <a:pt x="1699881" y="2178504"/>
                </a:cubicBezTo>
                <a:cubicBezTo>
                  <a:pt x="1684363" y="2172378"/>
                  <a:pt x="1674153" y="2157268"/>
                  <a:pt x="1674153" y="2140525"/>
                </a:cubicBezTo>
                <a:lnTo>
                  <a:pt x="1674153" y="1766245"/>
                </a:lnTo>
                <a:cubicBezTo>
                  <a:pt x="1674153" y="1743784"/>
                  <a:pt x="1692530" y="1725407"/>
                  <a:pt x="1714991" y="1725407"/>
                </a:cubicBezTo>
                <a:cubicBezTo>
                  <a:pt x="1737452" y="1725407"/>
                  <a:pt x="1755829" y="1743784"/>
                  <a:pt x="1755829" y="1766245"/>
                </a:cubicBezTo>
                <a:lnTo>
                  <a:pt x="1755829" y="2037613"/>
                </a:lnTo>
                <a:lnTo>
                  <a:pt x="2645893" y="1092418"/>
                </a:lnTo>
                <a:lnTo>
                  <a:pt x="1752562" y="143753"/>
                </a:lnTo>
                <a:lnTo>
                  <a:pt x="1752562" y="428801"/>
                </a:lnTo>
                <a:cubicBezTo>
                  <a:pt x="1752562" y="451262"/>
                  <a:pt x="1734185" y="469639"/>
                  <a:pt x="1711724" y="469639"/>
                </a:cubicBezTo>
                <a:lnTo>
                  <a:pt x="40838" y="469639"/>
                </a:lnTo>
                <a:cubicBezTo>
                  <a:pt x="18377" y="469639"/>
                  <a:pt x="0" y="451262"/>
                  <a:pt x="0" y="428801"/>
                </a:cubicBezTo>
                <a:cubicBezTo>
                  <a:pt x="0" y="406341"/>
                  <a:pt x="18377" y="387964"/>
                  <a:pt x="40838" y="387964"/>
                </a:cubicBezTo>
                <a:lnTo>
                  <a:pt x="1670886" y="387964"/>
                </a:lnTo>
                <a:lnTo>
                  <a:pt x="1670886" y="40841"/>
                </a:lnTo>
                <a:cubicBezTo>
                  <a:pt x="1670886" y="24097"/>
                  <a:pt x="1681096" y="8987"/>
                  <a:pt x="1696614" y="2862"/>
                </a:cubicBezTo>
                <a:cubicBezTo>
                  <a:pt x="1712133" y="-3264"/>
                  <a:pt x="1729897" y="615"/>
                  <a:pt x="1741332" y="12867"/>
                </a:cubicBezTo>
                <a:lnTo>
                  <a:pt x="2731653" y="1064444"/>
                </a:lnTo>
                <a:cubicBezTo>
                  <a:pt x="2746559" y="1080167"/>
                  <a:pt x="2746559" y="1104670"/>
                  <a:pt x="2731653" y="1120392"/>
                </a:cubicBezTo>
                <a:lnTo>
                  <a:pt x="1744803" y="2168499"/>
                </a:lnTo>
                <a:cubicBezTo>
                  <a:pt x="1736840" y="2176870"/>
                  <a:pt x="1726018" y="2181363"/>
                  <a:pt x="1714991" y="2181363"/>
                </a:cubicBezTo>
                <a:close/>
              </a:path>
            </a:pathLst>
          </a:custGeom>
          <a:solidFill>
            <a:schemeClr val="accent5"/>
          </a:solidFill>
          <a:ln w="20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3" name="Text23"/>
          <p:cNvGrpSpPr/>
          <p:nvPr>
            <p:custDataLst>
              <p:tags r:id="rId24"/>
            </p:custDataLst>
          </p:nvPr>
        </p:nvGrpSpPr>
        <p:grpSpPr>
          <a:xfrm>
            <a:off x="10268730" y="4281400"/>
            <a:ext cx="102614" cy="864656"/>
            <a:chOff x="6707140" y="4313499"/>
            <a:chExt cx="110670" cy="932534"/>
          </a:xfrm>
          <a:gradFill>
            <a:gsLst>
              <a:gs pos="0">
                <a:schemeClr val="accent5">
                  <a:alpha val="0"/>
                </a:schemeClr>
              </a:gs>
              <a:gs pos="100000">
                <a:schemeClr val="accent5">
                  <a:alpha val="70000"/>
                </a:schemeClr>
              </a:gs>
            </a:gsLst>
            <a:lin ang="5400000" scaled="0"/>
          </a:gradFill>
        </p:grpSpPr>
        <p:sp>
          <p:nvSpPr>
            <p:cNvPr id="4" name="任意多边形: 形状 3"/>
            <p:cNvSpPr/>
            <p:nvPr>
              <p:custDataLst>
                <p:tags r:id="rId28"/>
              </p:custDataLst>
            </p:nvPr>
          </p:nvSpPr>
          <p:spPr>
            <a:xfrm>
              <a:off x="6736135" y="4313499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2" y="0"/>
                    <a:pt x="26340" y="0"/>
                  </a:cubicBezTo>
                  <a:cubicBezTo>
                    <a:pt x="40887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>
              <p:custDataLst>
                <p:tags r:id="rId29"/>
              </p:custDataLst>
            </p:nvPr>
          </p:nvSpPr>
          <p:spPr>
            <a:xfrm>
              <a:off x="6736135" y="4456432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2" y="0"/>
                    <a:pt x="26340" y="0"/>
                  </a:cubicBezTo>
                  <a:cubicBezTo>
                    <a:pt x="40887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>
              <p:custDataLst>
                <p:tags r:id="rId30"/>
              </p:custDataLst>
            </p:nvPr>
          </p:nvSpPr>
          <p:spPr>
            <a:xfrm>
              <a:off x="6736135" y="4592626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2" y="0"/>
                    <a:pt x="26340" y="0"/>
                  </a:cubicBezTo>
                  <a:cubicBezTo>
                    <a:pt x="40887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>
              <p:custDataLst>
                <p:tags r:id="rId31"/>
              </p:custDataLst>
            </p:nvPr>
          </p:nvSpPr>
          <p:spPr>
            <a:xfrm>
              <a:off x="6736135" y="4735559"/>
              <a:ext cx="52681" cy="52680"/>
            </a:xfrm>
            <a:custGeom>
              <a:avLst/>
              <a:gdLst>
                <a:gd name="connsiteX0" fmla="*/ 52681 w 52681"/>
                <a:gd name="connsiteY0" fmla="*/ 26341 h 52680"/>
                <a:gd name="connsiteX1" fmla="*/ 26340 w 52681"/>
                <a:gd name="connsiteY1" fmla="*/ 52681 h 52680"/>
                <a:gd name="connsiteX2" fmla="*/ 0 w 52681"/>
                <a:gd name="connsiteY2" fmla="*/ 26341 h 52680"/>
                <a:gd name="connsiteX3" fmla="*/ 26340 w 52681"/>
                <a:gd name="connsiteY3" fmla="*/ 0 h 52680"/>
                <a:gd name="connsiteX4" fmla="*/ 52681 w 52681"/>
                <a:gd name="connsiteY4" fmla="*/ 26341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1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1"/>
                  </a:cubicBezTo>
                  <a:cubicBezTo>
                    <a:pt x="0" y="11793"/>
                    <a:pt x="11792" y="0"/>
                    <a:pt x="26340" y="0"/>
                  </a:cubicBezTo>
                  <a:cubicBezTo>
                    <a:pt x="40887" y="0"/>
                    <a:pt x="52681" y="11793"/>
                    <a:pt x="52681" y="26341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32"/>
              </p:custDataLst>
            </p:nvPr>
          </p:nvSpPr>
          <p:spPr>
            <a:xfrm>
              <a:off x="6736135" y="4871754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2" y="0"/>
                    <a:pt x="26340" y="0"/>
                  </a:cubicBezTo>
                  <a:cubicBezTo>
                    <a:pt x="40887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>
              <p:custDataLst>
                <p:tags r:id="rId33"/>
              </p:custDataLst>
            </p:nvPr>
          </p:nvSpPr>
          <p:spPr>
            <a:xfrm>
              <a:off x="6736135" y="5014687"/>
              <a:ext cx="52681" cy="52680"/>
            </a:xfrm>
            <a:custGeom>
              <a:avLst/>
              <a:gdLst>
                <a:gd name="connsiteX0" fmla="*/ 52681 w 52681"/>
                <a:gd name="connsiteY0" fmla="*/ 26340 h 52680"/>
                <a:gd name="connsiteX1" fmla="*/ 26340 w 52681"/>
                <a:gd name="connsiteY1" fmla="*/ 52681 h 52680"/>
                <a:gd name="connsiteX2" fmla="*/ 0 w 52681"/>
                <a:gd name="connsiteY2" fmla="*/ 26340 h 52680"/>
                <a:gd name="connsiteX3" fmla="*/ 26340 w 52681"/>
                <a:gd name="connsiteY3" fmla="*/ 0 h 52680"/>
                <a:gd name="connsiteX4" fmla="*/ 52681 w 52681"/>
                <a:gd name="connsiteY4" fmla="*/ 26340 h 5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" h="52680">
                  <a:moveTo>
                    <a:pt x="52681" y="26340"/>
                  </a:moveTo>
                  <a:cubicBezTo>
                    <a:pt x="52681" y="40888"/>
                    <a:pt x="40888" y="52681"/>
                    <a:pt x="26340" y="52681"/>
                  </a:cubicBezTo>
                  <a:cubicBezTo>
                    <a:pt x="11793" y="52681"/>
                    <a:pt x="0" y="40888"/>
                    <a:pt x="0" y="26340"/>
                  </a:cubicBezTo>
                  <a:cubicBezTo>
                    <a:pt x="0" y="11793"/>
                    <a:pt x="11792" y="0"/>
                    <a:pt x="26340" y="0"/>
                  </a:cubicBezTo>
                  <a:cubicBezTo>
                    <a:pt x="40887" y="0"/>
                    <a:pt x="52681" y="11793"/>
                    <a:pt x="52681" y="26340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>
              <p:custDataLst>
                <p:tags r:id="rId34"/>
              </p:custDataLst>
            </p:nvPr>
          </p:nvSpPr>
          <p:spPr>
            <a:xfrm>
              <a:off x="6707140" y="5135363"/>
              <a:ext cx="110670" cy="110670"/>
            </a:xfrm>
            <a:custGeom>
              <a:avLst/>
              <a:gdLst>
                <a:gd name="connsiteX0" fmla="*/ 110671 w 110670"/>
                <a:gd name="connsiteY0" fmla="*/ 55335 h 110670"/>
                <a:gd name="connsiteX1" fmla="*/ 55336 w 110670"/>
                <a:gd name="connsiteY1" fmla="*/ 110671 h 110670"/>
                <a:gd name="connsiteX2" fmla="*/ 0 w 110670"/>
                <a:gd name="connsiteY2" fmla="*/ 55335 h 110670"/>
                <a:gd name="connsiteX3" fmla="*/ 55336 w 110670"/>
                <a:gd name="connsiteY3" fmla="*/ 0 h 110670"/>
                <a:gd name="connsiteX4" fmla="*/ 110671 w 110670"/>
                <a:gd name="connsiteY4" fmla="*/ 55335 h 11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70" h="110670">
                  <a:moveTo>
                    <a:pt x="110671" y="55335"/>
                  </a:moveTo>
                  <a:cubicBezTo>
                    <a:pt x="110671" y="85896"/>
                    <a:pt x="85896" y="110671"/>
                    <a:pt x="55336" y="110671"/>
                  </a:cubicBezTo>
                  <a:cubicBezTo>
                    <a:pt x="24775" y="110671"/>
                    <a:pt x="0" y="85897"/>
                    <a:pt x="0" y="55335"/>
                  </a:cubicBezTo>
                  <a:cubicBezTo>
                    <a:pt x="0" y="24774"/>
                    <a:pt x="24775" y="0"/>
                    <a:pt x="55336" y="0"/>
                  </a:cubicBezTo>
                  <a:cubicBezTo>
                    <a:pt x="85897" y="0"/>
                    <a:pt x="110671" y="24774"/>
                    <a:pt x="110671" y="55335"/>
                  </a:cubicBezTo>
                  <a:close/>
                </a:path>
              </a:pathLst>
            </a:custGeom>
            <a:grpFill/>
            <a:ln w="2039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3" name="Text24"/>
          <p:cNvSpPr txBox="1"/>
          <p:nvPr>
            <p:custDataLst>
              <p:tags r:id="rId25"/>
            </p:custDataLst>
          </p:nvPr>
        </p:nvSpPr>
        <p:spPr>
          <a:xfrm>
            <a:off x="8704331" y="5738408"/>
            <a:ext cx="3172343" cy="932358"/>
          </a:xfrm>
          <a:prstGeom prst="rect">
            <a:avLst/>
          </a:prstGeom>
          <a:noFill/>
        </p:spPr>
        <p:txBody>
          <a:bodyPr wrap="square" rtlCol="0">
            <a:normAutofit fontScale="80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邮件附件采用本地磁盘隔离存储，与邮件元数据分离，降低数据库存储压力，同时便于后续扩展为对象存储服务，架构具备良好的可扩展性。</a:t>
            </a:r>
          </a:p>
        </p:txBody>
      </p:sp>
      <p:sp>
        <p:nvSpPr>
          <p:cNvPr id="24" name="Text25"/>
          <p:cNvSpPr txBox="1"/>
          <p:nvPr>
            <p:custDataLst>
              <p:tags r:id="rId26"/>
            </p:custDataLst>
          </p:nvPr>
        </p:nvSpPr>
        <p:spPr>
          <a:xfrm>
            <a:off x="8704332" y="5278280"/>
            <a:ext cx="3172343" cy="4268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存储方案选型</a:t>
            </a:r>
          </a:p>
        </p:txBody>
      </p:sp>
      <p:sp>
        <p:nvSpPr>
          <p:cNvPr id="25" name="Text26"/>
          <p:cNvSpPr txBox="1"/>
          <p:nvPr>
            <p:custDataLst>
              <p:tags r:id="rId27"/>
            </p:custDataLst>
          </p:nvPr>
        </p:nvSpPr>
        <p:spPr>
          <a:xfrm>
            <a:off x="9785400" y="3455243"/>
            <a:ext cx="2113252" cy="59928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</a:rPr>
              <a:t>PART 05</a:t>
            </a:r>
            <a:endParaRPr lang="zh-CN" altLang="en-US" sz="36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384048"/>
          </a:xfrm>
          <a:prstGeom prst="rect">
            <a:avLst/>
          </a:prstGeom>
          <a:solidFill>
            <a:srgbClr val="2F6F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1040" y="47091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系统架构：体验、业务与 AI 解耦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73552" y="2788920"/>
            <a:ext cx="1828800" cy="0"/>
          </a:xfrm>
          <a:prstGeom prst="line">
            <a:avLst/>
          </a:prstGeom>
          <a:noFill/>
          <a:ln w="22860">
            <a:solidFill>
              <a:srgbClr val="2F6F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59168" y="2788920"/>
            <a:ext cx="1280160" cy="0"/>
          </a:xfrm>
          <a:prstGeom prst="line">
            <a:avLst/>
          </a:prstGeom>
          <a:noFill/>
          <a:ln w="22860">
            <a:solidFill>
              <a:srgbClr val="2F6F7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80760" y="3364992"/>
            <a:ext cx="0" cy="960120"/>
          </a:xfrm>
          <a:prstGeom prst="line">
            <a:avLst/>
          </a:prstGeom>
          <a:noFill/>
          <a:ln w="17780">
            <a:solidFill>
              <a:srgbClr val="56616F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96112" y="2084832"/>
            <a:ext cx="2423160" cy="1261872"/>
          </a:xfrm>
          <a:prstGeom prst="roundRect">
            <a:avLst>
              <a:gd name="adj" fmla="val 5797"/>
            </a:avLst>
          </a:prstGeom>
          <a:solidFill>
            <a:srgbClr val="EEF4F8"/>
          </a:solidFill>
          <a:ln w="10160">
            <a:solidFill>
              <a:srgbClr val="B9CC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前端工作台层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Vite + TypeScript</a:t>
            </a:r>
            <a:endParaRPr lang="en-US" sz="1300" dirty="0"/>
          </a:p>
          <a:p>
            <a:pPr marL="0" indent="0" algn="ctr">
              <a:buNone/>
            </a:pPr>
            <a:r>
              <a:rPr lang="en-US" altLang="zh-CN" sz="13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Port:</a:t>
            </a:r>
            <a:r>
              <a:rPr lang="en-US" sz="13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5173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2084832"/>
            <a:ext cx="2423160" cy="1261872"/>
          </a:xfrm>
          <a:prstGeom prst="roundRect">
            <a:avLst>
              <a:gd name="adj" fmla="val 5797"/>
            </a:avLst>
          </a:prstGeom>
          <a:solidFill>
            <a:srgbClr val="EEF4F8"/>
          </a:solidFill>
          <a:ln w="10160">
            <a:solidFill>
              <a:srgbClr val="B9CC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主业务后端层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 + Java 17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Port:8080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75320" y="2084832"/>
            <a:ext cx="2423160" cy="1261872"/>
          </a:xfrm>
          <a:prstGeom prst="roundRect">
            <a:avLst>
              <a:gd name="adj" fmla="val 5797"/>
            </a:avLst>
          </a:prstGeom>
          <a:solidFill>
            <a:srgbClr val="F7F1E7"/>
          </a:solidFill>
          <a:ln w="10160">
            <a:solidFill>
              <a:srgbClr val="D8C69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服务层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Tool Router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Port:8000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4370832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0160">
            <a:solidFill>
              <a:srgbClr val="E7ECF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 / H2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附件本地落盘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3008" y="1664208"/>
            <a:ext cx="1325880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6F7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Workspace View 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022592" y="1664208"/>
            <a:ext cx="122529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6F7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6F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Tool API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5532120"/>
            <a:ext cx="9966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边界约束：前端不直连 Agent 或数据库；Agent 通过后端内部 API 读写业务数据；数据库只由主业务后端统一管理。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6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SmartMail AI智能邮件工作台 · 课程实训答辩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384048"/>
          </a:xfrm>
          <a:prstGeom prst="rect">
            <a:avLst/>
          </a:prstGeom>
          <a:solidFill>
            <a:srgbClr val="2F6F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536" y="47091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协议设计：基于</a:t>
            </a:r>
            <a:r>
              <a:rPr lang="en-US" sz="25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HTTPS 的自定义邮件协议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17320"/>
            <a:ext cx="106070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系统不直接复刻 SMTP/</a:t>
            </a:r>
            <a:r>
              <a:rPr lang="en-US" sz="128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IMAP，而是用</a:t>
            </a:r>
            <a:r>
              <a:rPr lang="en-US" sz="12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RESTful HTTP 表达邮件报文动作、视图拉取与状态变更。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1005840" cy="4023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ECF2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121408" y="2057400"/>
            <a:ext cx="1554480" cy="4023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EC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发送邮件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13632" y="2057400"/>
            <a:ext cx="7132320" cy="4023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EC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收件人、抄送、密送、主题、正文、附件引用、时间戳</a:t>
            </a:r>
            <a:endParaRPr lang="en-US" sz="1170" dirty="0"/>
          </a:p>
        </p:txBody>
      </p:sp>
      <p:sp>
        <p:nvSpPr>
          <p:cNvPr id="10" name="Text 8"/>
          <p:cNvSpPr/>
          <p:nvPr/>
        </p:nvSpPr>
        <p:spPr>
          <a:xfrm>
            <a:off x="914400" y="2624328"/>
            <a:ext cx="1005840" cy="402336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7ECF2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121408" y="2624328"/>
            <a:ext cx="1554480" cy="402336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7EC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拉取邮件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13632" y="2624328"/>
            <a:ext cx="7132320" cy="402336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7EC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文件夹、分类、关键词、分页、邮件详情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914400" y="3191256"/>
            <a:ext cx="1005840" cy="4023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ECF2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121408" y="3191256"/>
            <a:ext cx="1554480" cy="4023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EC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更新状态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13632" y="3191256"/>
            <a:ext cx="7132320" cy="4023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EC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已读、星标、移动、分类、恢复、优先级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914400" y="3758184"/>
            <a:ext cx="1005840" cy="402336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7ECF2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21408" y="3758184"/>
            <a:ext cx="1554480" cy="402336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7EC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13632" y="3758184"/>
            <a:ext cx="7132320" cy="402336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7EC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只影响当前用户的 mailbox_item 视图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1188720" y="4709160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EEF4F8"/>
          </a:solidFill>
          <a:ln w="10160">
            <a:solidFill>
              <a:srgbClr val="B9CC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正文入库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33472" y="4946904"/>
            <a:ext cx="1325880" cy="0"/>
          </a:xfrm>
          <a:prstGeom prst="line">
            <a:avLst/>
          </a:prstGeom>
          <a:noFill/>
          <a:ln w="17780">
            <a:solidFill>
              <a:srgbClr val="2F6F73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977640" y="4709160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EEF4F8"/>
          </a:solidFill>
          <a:ln w="10160">
            <a:solidFill>
              <a:srgbClr val="B9CC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附件落盘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22392" y="4946904"/>
            <a:ext cx="1325880" cy="0"/>
          </a:xfrm>
          <a:prstGeom prst="line">
            <a:avLst/>
          </a:prstGeom>
          <a:noFill/>
          <a:ln w="17780">
            <a:solidFill>
              <a:srgbClr val="2F6F73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766560" y="4709160"/>
            <a:ext cx="1508760" cy="475488"/>
          </a:xfrm>
          <a:prstGeom prst="roundRect">
            <a:avLst>
              <a:gd name="adj" fmla="val 15385"/>
            </a:avLst>
          </a:prstGeom>
          <a:solidFill>
            <a:srgbClr val="EEF4F8"/>
          </a:solidFill>
          <a:ln w="10160">
            <a:solidFill>
              <a:srgbClr val="B9CC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元信息存表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02752" y="4946904"/>
            <a:ext cx="1325880" cy="0"/>
          </a:xfrm>
          <a:prstGeom prst="line">
            <a:avLst/>
          </a:prstGeom>
          <a:noFill/>
          <a:ln w="17780">
            <a:solidFill>
              <a:srgbClr val="2F6F73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646920" y="4709160"/>
            <a:ext cx="1664208" cy="475488"/>
          </a:xfrm>
          <a:prstGeom prst="roundRect">
            <a:avLst>
              <a:gd name="adj" fmla="val 15385"/>
            </a:avLst>
          </a:prstGeom>
          <a:solidFill>
            <a:srgbClr val="F7F1E7"/>
          </a:solidFill>
          <a:ln w="10160">
            <a:solidFill>
              <a:srgbClr val="D8C69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权限校验下载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6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SmartMail AI智能邮件工作台 · 课程实训答辩</a:t>
            </a:r>
            <a:endParaRPr lang="en-US" sz="8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384048"/>
          </a:xfrm>
          <a:prstGeom prst="rect">
            <a:avLst/>
          </a:prstGeom>
          <a:solidFill>
            <a:srgbClr val="2F6F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48097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核心数据模型：邮件原文与用户视图分离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2834640"/>
            <a:ext cx="2057400" cy="0"/>
          </a:xfrm>
          <a:prstGeom prst="line">
            <a:avLst/>
          </a:prstGeom>
          <a:noFill/>
          <a:ln w="19050">
            <a:solidFill>
              <a:srgbClr val="2F6F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263640" y="2834640"/>
            <a:ext cx="1828800" cy="0"/>
          </a:xfrm>
          <a:prstGeom prst="line">
            <a:avLst/>
          </a:prstGeom>
          <a:noFill/>
          <a:ln w="19050">
            <a:solidFill>
              <a:srgbClr val="2F6F7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20240" y="3584448"/>
            <a:ext cx="0" cy="868680"/>
          </a:xfrm>
          <a:prstGeom prst="line">
            <a:avLst/>
          </a:prstGeom>
          <a:noFill/>
          <a:ln w="16510">
            <a:solidFill>
              <a:srgbClr val="56616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23560" y="3584448"/>
            <a:ext cx="0" cy="868680"/>
          </a:xfrm>
          <a:prstGeom prst="line">
            <a:avLst/>
          </a:prstGeom>
          <a:noFill/>
          <a:ln w="16510">
            <a:solidFill>
              <a:srgbClr val="56616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68680" y="2084832"/>
            <a:ext cx="2240280" cy="1243584"/>
          </a:xfrm>
          <a:prstGeom prst="roundRect">
            <a:avLst>
              <a:gd name="adj" fmla="val 5882"/>
            </a:avLst>
          </a:prstGeom>
          <a:solidFill>
            <a:srgbClr val="EEF4F8"/>
          </a:solidFill>
          <a:ln w="10160">
            <a:solidFill>
              <a:srgbClr val="B9CC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mail_message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邮件原文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 / 正文 / 发件人 / 发送时间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4617720" y="2084832"/>
            <a:ext cx="2240280" cy="1243584"/>
          </a:xfrm>
          <a:prstGeom prst="roundRect">
            <a:avLst>
              <a:gd name="adj" fmla="val 5882"/>
            </a:avLst>
          </a:prstGeom>
          <a:solidFill>
            <a:srgbClr val="EEF4F8"/>
          </a:solidFill>
          <a:ln w="10160">
            <a:solidFill>
              <a:srgbClr val="B9CCD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mailbox_item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用户视图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folder / read / starred / deletedFlag / priority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8229600" y="2084832"/>
            <a:ext cx="2423160" cy="1243584"/>
          </a:xfrm>
          <a:prstGeom prst="roundRect">
            <a:avLst>
              <a:gd name="adj" fmla="val 5882"/>
            </a:avLst>
          </a:prstGeom>
          <a:solidFill>
            <a:srgbClr val="F7F1E7"/>
          </a:solidFill>
          <a:ln w="10160">
            <a:solidFill>
              <a:srgbClr val="D8C69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mail_ai_result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分析结果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/ category / junk / riskHints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68680" y="4462272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F6F8FA"/>
          </a:solidFill>
          <a:ln w="10160">
            <a:solidFill>
              <a:srgbClr val="E7ECF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mail_attachment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附件元信息 + 文件路径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4462272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F6F8FA"/>
          </a:solidFill>
          <a:ln w="10160">
            <a:solidFill>
              <a:srgbClr val="E7ECF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mail_category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用户私有语义分类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559552"/>
            <a:ext cx="103784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设计效果：一封邮件只有一份原文，但每个用户拥有独立的收件箱位置、已读状态、星标、删除状态和分类。A 删除邮件，不影响 B 的收件箱，也不影响发件人的已发送箱。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658368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6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SmartMail AI智能邮件工作台 · 课程实训答辩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角星"/>
          <p:cNvSpPr/>
          <p:nvPr/>
        </p:nvSpPr>
        <p:spPr>
          <a:xfrm>
            <a:off x="5840730" y="2882582"/>
            <a:ext cx="301625" cy="300355"/>
          </a:xfrm>
          <a:custGeom>
            <a:avLst/>
            <a:gdLst>
              <a:gd name="T0" fmla="*/ 11209 w 11256"/>
              <a:gd name="T1" fmla="*/ 4253 h 11213"/>
              <a:gd name="T2" fmla="*/ 10891 w 11256"/>
              <a:gd name="T3" fmla="*/ 3984 h 11213"/>
              <a:gd name="T4" fmla="*/ 7510 w 11256"/>
              <a:gd name="T5" fmla="*/ 3462 h 11213"/>
              <a:gd name="T6" fmla="*/ 6001 w 11256"/>
              <a:gd name="T7" fmla="*/ 230 h 11213"/>
              <a:gd name="T8" fmla="*/ 5640 w 11256"/>
              <a:gd name="T9" fmla="*/ 0 h 11213"/>
              <a:gd name="T10" fmla="*/ 5640 w 11256"/>
              <a:gd name="T11" fmla="*/ 0 h 11213"/>
              <a:gd name="T12" fmla="*/ 5279 w 11256"/>
              <a:gd name="T13" fmla="*/ 230 h 11213"/>
              <a:gd name="T14" fmla="*/ 3756 w 11256"/>
              <a:gd name="T15" fmla="*/ 3455 h 11213"/>
              <a:gd name="T16" fmla="*/ 370 w 11256"/>
              <a:gd name="T17" fmla="*/ 3965 h 11213"/>
              <a:gd name="T18" fmla="*/ 49 w 11256"/>
              <a:gd name="T19" fmla="*/ 4231 h 11213"/>
              <a:gd name="T20" fmla="*/ 142 w 11256"/>
              <a:gd name="T21" fmla="*/ 4638 h 11213"/>
              <a:gd name="T22" fmla="*/ 2597 w 11256"/>
              <a:gd name="T23" fmla="*/ 7164 h 11213"/>
              <a:gd name="T24" fmla="*/ 2010 w 11256"/>
              <a:gd name="T25" fmla="*/ 10725 h 11213"/>
              <a:gd name="T26" fmla="*/ 2174 w 11256"/>
              <a:gd name="T27" fmla="*/ 11116 h 11213"/>
              <a:gd name="T28" fmla="*/ 2597 w 11256"/>
              <a:gd name="T29" fmla="*/ 11140 h 11213"/>
              <a:gd name="T30" fmla="*/ 5620 w 11256"/>
              <a:gd name="T31" fmla="*/ 9478 h 11213"/>
              <a:gd name="T32" fmla="*/ 8637 w 11256"/>
              <a:gd name="T33" fmla="*/ 11151 h 11213"/>
              <a:gd name="T34" fmla="*/ 8831 w 11256"/>
              <a:gd name="T35" fmla="*/ 11200 h 11213"/>
              <a:gd name="T36" fmla="*/ 8839 w 11256"/>
              <a:gd name="T37" fmla="*/ 11200 h 11213"/>
              <a:gd name="T38" fmla="*/ 9239 w 11256"/>
              <a:gd name="T39" fmla="*/ 10800 h 11213"/>
              <a:gd name="T40" fmla="*/ 9213 w 11256"/>
              <a:gd name="T41" fmla="*/ 10658 h 11213"/>
              <a:gd name="T42" fmla="*/ 8652 w 11256"/>
              <a:gd name="T43" fmla="*/ 7175 h 11213"/>
              <a:gd name="T44" fmla="*/ 11114 w 11256"/>
              <a:gd name="T45" fmla="*/ 4659 h 11213"/>
              <a:gd name="T46" fmla="*/ 11209 w 11256"/>
              <a:gd name="T47" fmla="*/ 4253 h 1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256" h="11213">
                <a:moveTo>
                  <a:pt x="11209" y="4253"/>
                </a:moveTo>
                <a:cubicBezTo>
                  <a:pt x="11161" y="4111"/>
                  <a:pt x="11039" y="4008"/>
                  <a:pt x="10891" y="3984"/>
                </a:cubicBezTo>
                <a:lnTo>
                  <a:pt x="7510" y="3462"/>
                </a:lnTo>
                <a:lnTo>
                  <a:pt x="6001" y="230"/>
                </a:lnTo>
                <a:cubicBezTo>
                  <a:pt x="5934" y="90"/>
                  <a:pt x="5795" y="0"/>
                  <a:pt x="5640" y="0"/>
                </a:cubicBezTo>
                <a:lnTo>
                  <a:pt x="5640" y="0"/>
                </a:lnTo>
                <a:cubicBezTo>
                  <a:pt x="5485" y="0"/>
                  <a:pt x="5345" y="88"/>
                  <a:pt x="5279" y="230"/>
                </a:cubicBezTo>
                <a:lnTo>
                  <a:pt x="3756" y="3455"/>
                </a:lnTo>
                <a:lnTo>
                  <a:pt x="370" y="3965"/>
                </a:lnTo>
                <a:cubicBezTo>
                  <a:pt x="221" y="3986"/>
                  <a:pt x="99" y="4090"/>
                  <a:pt x="49" y="4231"/>
                </a:cubicBezTo>
                <a:cubicBezTo>
                  <a:pt x="0" y="4373"/>
                  <a:pt x="36" y="4530"/>
                  <a:pt x="142" y="4638"/>
                </a:cubicBezTo>
                <a:lnTo>
                  <a:pt x="2597" y="7164"/>
                </a:lnTo>
                <a:lnTo>
                  <a:pt x="2010" y="10725"/>
                </a:lnTo>
                <a:cubicBezTo>
                  <a:pt x="1984" y="10875"/>
                  <a:pt x="2049" y="11028"/>
                  <a:pt x="2174" y="11116"/>
                </a:cubicBezTo>
                <a:cubicBezTo>
                  <a:pt x="2298" y="11204"/>
                  <a:pt x="2464" y="11213"/>
                  <a:pt x="2597" y="11140"/>
                </a:cubicBezTo>
                <a:lnTo>
                  <a:pt x="5620" y="9478"/>
                </a:lnTo>
                <a:lnTo>
                  <a:pt x="8637" y="11151"/>
                </a:lnTo>
                <a:cubicBezTo>
                  <a:pt x="8697" y="11183"/>
                  <a:pt x="8764" y="11200"/>
                  <a:pt x="8831" y="11200"/>
                </a:cubicBezTo>
                <a:lnTo>
                  <a:pt x="8839" y="11200"/>
                </a:lnTo>
                <a:cubicBezTo>
                  <a:pt x="9061" y="11200"/>
                  <a:pt x="9239" y="11022"/>
                  <a:pt x="9239" y="10800"/>
                </a:cubicBezTo>
                <a:cubicBezTo>
                  <a:pt x="9239" y="10751"/>
                  <a:pt x="9231" y="10703"/>
                  <a:pt x="9213" y="10658"/>
                </a:cubicBezTo>
                <a:lnTo>
                  <a:pt x="8652" y="7175"/>
                </a:lnTo>
                <a:lnTo>
                  <a:pt x="11114" y="4659"/>
                </a:lnTo>
                <a:cubicBezTo>
                  <a:pt x="11219" y="4552"/>
                  <a:pt x="11256" y="4395"/>
                  <a:pt x="11209" y="425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99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组合 6"/>
          <p:cNvGrpSpPr/>
          <p:nvPr/>
        </p:nvGrpSpPr>
        <p:grpSpPr>
          <a:xfrm flipH="1">
            <a:off x="6198870" y="2958147"/>
            <a:ext cx="777240" cy="156845"/>
            <a:chOff x="4887865" y="3342962"/>
            <a:chExt cx="713775" cy="156845"/>
          </a:xfrm>
        </p:grpSpPr>
        <p:sp>
          <p:nvSpPr>
            <p:cNvPr id="14" name="平行四边形 13"/>
            <p:cNvSpPr/>
            <p:nvPr/>
          </p:nvSpPr>
          <p:spPr>
            <a:xfrm flipH="1">
              <a:off x="5032872" y="3412812"/>
              <a:ext cx="568768" cy="86995"/>
            </a:xfrm>
            <a:prstGeom prst="parallelogram">
              <a:avLst>
                <a:gd name="adj" fmla="val 90891"/>
              </a:avLst>
            </a:prstGeom>
            <a:gradFill flip="none" rotWithShape="1">
              <a:gsLst>
                <a:gs pos="41000">
                  <a:schemeClr val="accent1">
                    <a:lumMod val="75000"/>
                    <a:alpha val="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平行四边形 14"/>
            <p:cNvSpPr/>
            <p:nvPr/>
          </p:nvSpPr>
          <p:spPr>
            <a:xfrm flipH="1">
              <a:off x="4887865" y="3342962"/>
              <a:ext cx="568768" cy="86995"/>
            </a:xfrm>
            <a:prstGeom prst="parallelogram">
              <a:avLst>
                <a:gd name="adj" fmla="val 99126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8" name="Text1"/>
          <p:cNvSpPr txBox="1"/>
          <p:nvPr>
            <p:custDataLst>
              <p:tags r:id="rId2"/>
            </p:custDataLst>
          </p:nvPr>
        </p:nvSpPr>
        <p:spPr>
          <a:xfrm>
            <a:off x="527050" y="3327717"/>
            <a:ext cx="11137900" cy="135064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核心数据模型</a:t>
            </a:r>
          </a:p>
        </p:txBody>
      </p:sp>
      <p:sp>
        <p:nvSpPr>
          <p:cNvPr id="9" name="Text2"/>
          <p:cNvSpPr txBox="1"/>
          <p:nvPr>
            <p:custDataLst>
              <p:tags r:id="rId3"/>
            </p:custDataLst>
          </p:nvPr>
        </p:nvSpPr>
        <p:spPr>
          <a:xfrm>
            <a:off x="528955" y="4815522"/>
            <a:ext cx="11135360" cy="87820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Core Data Model</a:t>
            </a:r>
          </a:p>
        </p:txBody>
      </p:sp>
      <p:sp>
        <p:nvSpPr>
          <p:cNvPr id="10" name="Text3"/>
          <p:cNvSpPr txBox="1"/>
          <p:nvPr>
            <p:custDataLst>
              <p:tags r:id="rId4"/>
            </p:custDataLst>
          </p:nvPr>
        </p:nvSpPr>
        <p:spPr>
          <a:xfrm>
            <a:off x="5006975" y="1164272"/>
            <a:ext cx="2095500" cy="1833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006975" y="2958147"/>
            <a:ext cx="777240" cy="156845"/>
            <a:chOff x="4887865" y="3342962"/>
            <a:chExt cx="713775" cy="156845"/>
          </a:xfrm>
        </p:grpSpPr>
        <p:sp>
          <p:nvSpPr>
            <p:cNvPr id="12" name="平行四边形 11"/>
            <p:cNvSpPr/>
            <p:nvPr/>
          </p:nvSpPr>
          <p:spPr>
            <a:xfrm flipH="1">
              <a:off x="5032872" y="3412812"/>
              <a:ext cx="568768" cy="86995"/>
            </a:xfrm>
            <a:prstGeom prst="parallelogram">
              <a:avLst>
                <a:gd name="adj" fmla="val 90891"/>
              </a:avLst>
            </a:prstGeom>
            <a:gradFill flip="none" rotWithShape="1">
              <a:gsLst>
                <a:gs pos="41000">
                  <a:schemeClr val="accent1">
                    <a:lumMod val="75000"/>
                    <a:alpha val="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/>
          </p:nvSpPr>
          <p:spPr>
            <a:xfrm flipH="1">
              <a:off x="4887865" y="3342962"/>
              <a:ext cx="568768" cy="86995"/>
            </a:xfrm>
            <a:prstGeom prst="parallelogram">
              <a:avLst>
                <a:gd name="adj" fmla="val 99126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Shape1"/>
          <p:cNvGrpSpPr/>
          <p:nvPr>
            <p:custDataLst>
              <p:tags r:id="rId2"/>
            </p:custDataLst>
          </p:nvPr>
        </p:nvGrpSpPr>
        <p:grpSpPr>
          <a:xfrm>
            <a:off x="2281776" y="1741863"/>
            <a:ext cx="104172" cy="4478138"/>
            <a:chOff x="4051574" y="1741863"/>
            <a:chExt cx="104172" cy="4478138"/>
          </a:xfrm>
        </p:grpSpPr>
        <p:sp>
          <p:nvSpPr>
            <p:cNvPr id="38" name="椭圆 37"/>
            <p:cNvSpPr/>
            <p:nvPr>
              <p:custDataLst>
                <p:tags r:id="rId38"/>
              </p:custDataLst>
            </p:nvPr>
          </p:nvSpPr>
          <p:spPr>
            <a:xfrm rot="15600000">
              <a:off x="1864591" y="3945444"/>
              <a:ext cx="4478138" cy="70976"/>
            </a:xfrm>
            <a:prstGeom prst="ellipse">
              <a:avLst/>
            </a:prstGeom>
            <a:gradFill flip="none" rotWithShape="1">
              <a:gsLst>
                <a:gs pos="100000">
                  <a:schemeClr val="accent6">
                    <a:alpha val="0"/>
                  </a:schemeClr>
                </a:gs>
                <a:gs pos="0">
                  <a:schemeClr val="accent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椭圆 36"/>
            <p:cNvSpPr/>
            <p:nvPr>
              <p:custDataLst>
                <p:tags r:id="rId39"/>
              </p:custDataLst>
            </p:nvPr>
          </p:nvSpPr>
          <p:spPr>
            <a:xfrm rot="15600000">
              <a:off x="3096079" y="3928846"/>
              <a:ext cx="2015162" cy="104172"/>
            </a:xfrm>
            <a:prstGeom prst="ellipse">
              <a:avLst/>
            </a:prstGeom>
            <a:gradFill flip="none" rotWithShape="1"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Text1"/>
          <p:cNvSpPr txBox="1"/>
          <p:nvPr>
            <p:custDataLst>
              <p:tags r:id="rId3"/>
            </p:custDataLst>
          </p:nvPr>
        </p:nvSpPr>
        <p:spPr>
          <a:xfrm>
            <a:off x="448759" y="4766542"/>
            <a:ext cx="1733069" cy="1602528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该表存储一封邮件的唯一原文，包含正文、发件人、主题、发送时间等固定信息，一封邮件仅会生成一条记录，是邮件数据的核心实体。</a:t>
            </a:r>
          </a:p>
        </p:txBody>
      </p:sp>
      <p:sp>
        <p:nvSpPr>
          <p:cNvPr id="3" name="Text2"/>
          <p:cNvSpPr txBox="1"/>
          <p:nvPr>
            <p:custDataLst>
              <p:tags r:id="rId4"/>
            </p:custDataLst>
          </p:nvPr>
        </p:nvSpPr>
        <p:spPr>
          <a:xfrm>
            <a:off x="286820" y="4366432"/>
            <a:ext cx="2056946" cy="400110"/>
          </a:xfrm>
          <a:prstGeom prst="rect">
            <a:avLst/>
          </a:prstGeom>
        </p:spPr>
        <p:txBody>
          <a:bodyPr wrap="square" anchor="ctr" anchorCtr="1">
            <a:normAutofit fontScale="6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cap="all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mail_message表设计</a:t>
            </a:r>
          </a:p>
        </p:txBody>
      </p:sp>
      <p:sp>
        <p:nvSpPr>
          <p:cNvPr id="48" name="Shape2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786021" y="2906721"/>
            <a:ext cx="1058545" cy="1056949"/>
          </a:xfrm>
          <a:custGeom>
            <a:avLst/>
            <a:gdLst>
              <a:gd name="connsiteX0" fmla="*/ 432518 w 608697"/>
              <a:gd name="connsiteY0" fmla="*/ 535450 h 607780"/>
              <a:gd name="connsiteX1" fmla="*/ 441669 w 608697"/>
              <a:gd name="connsiteY1" fmla="*/ 544491 h 607780"/>
              <a:gd name="connsiteX2" fmla="*/ 441669 w 608697"/>
              <a:gd name="connsiteY2" fmla="*/ 598739 h 607780"/>
              <a:gd name="connsiteX3" fmla="*/ 432518 w 608697"/>
              <a:gd name="connsiteY3" fmla="*/ 607780 h 607780"/>
              <a:gd name="connsiteX4" fmla="*/ 423463 w 608697"/>
              <a:gd name="connsiteY4" fmla="*/ 598739 h 607780"/>
              <a:gd name="connsiteX5" fmla="*/ 423463 w 608697"/>
              <a:gd name="connsiteY5" fmla="*/ 544491 h 607780"/>
              <a:gd name="connsiteX6" fmla="*/ 432518 w 608697"/>
              <a:gd name="connsiteY6" fmla="*/ 535450 h 607780"/>
              <a:gd name="connsiteX7" fmla="*/ 383134 w 608697"/>
              <a:gd name="connsiteY7" fmla="*/ 535450 h 607780"/>
              <a:gd name="connsiteX8" fmla="*/ 392202 w 608697"/>
              <a:gd name="connsiteY8" fmla="*/ 544491 h 607780"/>
              <a:gd name="connsiteX9" fmla="*/ 392202 w 608697"/>
              <a:gd name="connsiteY9" fmla="*/ 598739 h 607780"/>
              <a:gd name="connsiteX10" fmla="*/ 383134 w 608697"/>
              <a:gd name="connsiteY10" fmla="*/ 607780 h 607780"/>
              <a:gd name="connsiteX11" fmla="*/ 374067 w 608697"/>
              <a:gd name="connsiteY11" fmla="*/ 598739 h 607780"/>
              <a:gd name="connsiteX12" fmla="*/ 374067 w 608697"/>
              <a:gd name="connsiteY12" fmla="*/ 544491 h 607780"/>
              <a:gd name="connsiteX13" fmla="*/ 383134 w 608697"/>
              <a:gd name="connsiteY13" fmla="*/ 535450 h 607780"/>
              <a:gd name="connsiteX14" fmla="*/ 332764 w 608697"/>
              <a:gd name="connsiteY14" fmla="*/ 535450 h 607780"/>
              <a:gd name="connsiteX15" fmla="*/ 341819 w 608697"/>
              <a:gd name="connsiteY15" fmla="*/ 544491 h 607780"/>
              <a:gd name="connsiteX16" fmla="*/ 341819 w 608697"/>
              <a:gd name="connsiteY16" fmla="*/ 598739 h 607780"/>
              <a:gd name="connsiteX17" fmla="*/ 332764 w 608697"/>
              <a:gd name="connsiteY17" fmla="*/ 607780 h 607780"/>
              <a:gd name="connsiteX18" fmla="*/ 323613 w 608697"/>
              <a:gd name="connsiteY18" fmla="*/ 598739 h 607780"/>
              <a:gd name="connsiteX19" fmla="*/ 323613 w 608697"/>
              <a:gd name="connsiteY19" fmla="*/ 544491 h 607780"/>
              <a:gd name="connsiteX20" fmla="*/ 332764 w 608697"/>
              <a:gd name="connsiteY20" fmla="*/ 535450 h 607780"/>
              <a:gd name="connsiteX21" fmla="*/ 283249 w 608697"/>
              <a:gd name="connsiteY21" fmla="*/ 535450 h 607780"/>
              <a:gd name="connsiteX22" fmla="*/ 292282 w 608697"/>
              <a:gd name="connsiteY22" fmla="*/ 544491 h 607780"/>
              <a:gd name="connsiteX23" fmla="*/ 292282 w 608697"/>
              <a:gd name="connsiteY23" fmla="*/ 598739 h 607780"/>
              <a:gd name="connsiteX24" fmla="*/ 283249 w 608697"/>
              <a:gd name="connsiteY24" fmla="*/ 607780 h 607780"/>
              <a:gd name="connsiteX25" fmla="*/ 274217 w 608697"/>
              <a:gd name="connsiteY25" fmla="*/ 598739 h 607780"/>
              <a:gd name="connsiteX26" fmla="*/ 274217 w 608697"/>
              <a:gd name="connsiteY26" fmla="*/ 544491 h 607780"/>
              <a:gd name="connsiteX27" fmla="*/ 283249 w 608697"/>
              <a:gd name="connsiteY27" fmla="*/ 535450 h 607780"/>
              <a:gd name="connsiteX28" fmla="*/ 237712 w 608697"/>
              <a:gd name="connsiteY28" fmla="*/ 535450 h 607780"/>
              <a:gd name="connsiteX29" fmla="*/ 246767 w 608697"/>
              <a:gd name="connsiteY29" fmla="*/ 544491 h 607780"/>
              <a:gd name="connsiteX30" fmla="*/ 246767 w 608697"/>
              <a:gd name="connsiteY30" fmla="*/ 598739 h 607780"/>
              <a:gd name="connsiteX31" fmla="*/ 237712 w 608697"/>
              <a:gd name="connsiteY31" fmla="*/ 607780 h 607780"/>
              <a:gd name="connsiteX32" fmla="*/ 228561 w 608697"/>
              <a:gd name="connsiteY32" fmla="*/ 598739 h 607780"/>
              <a:gd name="connsiteX33" fmla="*/ 228561 w 608697"/>
              <a:gd name="connsiteY33" fmla="*/ 544491 h 607780"/>
              <a:gd name="connsiteX34" fmla="*/ 237712 w 608697"/>
              <a:gd name="connsiteY34" fmla="*/ 535450 h 607780"/>
              <a:gd name="connsiteX35" fmla="*/ 188175 w 608697"/>
              <a:gd name="connsiteY35" fmla="*/ 535450 h 607780"/>
              <a:gd name="connsiteX36" fmla="*/ 197230 w 608697"/>
              <a:gd name="connsiteY36" fmla="*/ 544491 h 607780"/>
              <a:gd name="connsiteX37" fmla="*/ 197230 w 608697"/>
              <a:gd name="connsiteY37" fmla="*/ 598739 h 607780"/>
              <a:gd name="connsiteX38" fmla="*/ 188175 w 608697"/>
              <a:gd name="connsiteY38" fmla="*/ 607780 h 607780"/>
              <a:gd name="connsiteX39" fmla="*/ 179024 w 608697"/>
              <a:gd name="connsiteY39" fmla="*/ 598739 h 607780"/>
              <a:gd name="connsiteX40" fmla="*/ 179024 w 608697"/>
              <a:gd name="connsiteY40" fmla="*/ 544491 h 607780"/>
              <a:gd name="connsiteX41" fmla="*/ 188175 w 608697"/>
              <a:gd name="connsiteY41" fmla="*/ 535450 h 607780"/>
              <a:gd name="connsiteX42" fmla="*/ 545285 w 608697"/>
              <a:gd name="connsiteY42" fmla="*/ 409985 h 607780"/>
              <a:gd name="connsiteX43" fmla="*/ 599638 w 608697"/>
              <a:gd name="connsiteY43" fmla="*/ 409985 h 607780"/>
              <a:gd name="connsiteX44" fmla="*/ 608697 w 608697"/>
              <a:gd name="connsiteY44" fmla="*/ 419018 h 607780"/>
              <a:gd name="connsiteX45" fmla="*/ 599638 w 608697"/>
              <a:gd name="connsiteY45" fmla="*/ 428050 h 607780"/>
              <a:gd name="connsiteX46" fmla="*/ 545285 w 608697"/>
              <a:gd name="connsiteY46" fmla="*/ 428050 h 607780"/>
              <a:gd name="connsiteX47" fmla="*/ 536226 w 608697"/>
              <a:gd name="connsiteY47" fmla="*/ 419018 h 607780"/>
              <a:gd name="connsiteX48" fmla="*/ 545285 w 608697"/>
              <a:gd name="connsiteY48" fmla="*/ 409985 h 607780"/>
              <a:gd name="connsiteX49" fmla="*/ 9050 w 608697"/>
              <a:gd name="connsiteY49" fmla="*/ 409985 h 607780"/>
              <a:gd name="connsiteX50" fmla="*/ 63350 w 608697"/>
              <a:gd name="connsiteY50" fmla="*/ 409985 h 607780"/>
              <a:gd name="connsiteX51" fmla="*/ 72400 w 608697"/>
              <a:gd name="connsiteY51" fmla="*/ 419018 h 607780"/>
              <a:gd name="connsiteX52" fmla="*/ 63350 w 608697"/>
              <a:gd name="connsiteY52" fmla="*/ 428050 h 607780"/>
              <a:gd name="connsiteX53" fmla="*/ 9050 w 608697"/>
              <a:gd name="connsiteY53" fmla="*/ 428050 h 607780"/>
              <a:gd name="connsiteX54" fmla="*/ 0 w 608697"/>
              <a:gd name="connsiteY54" fmla="*/ 419018 h 607780"/>
              <a:gd name="connsiteX55" fmla="*/ 9050 w 608697"/>
              <a:gd name="connsiteY55" fmla="*/ 409985 h 607780"/>
              <a:gd name="connsiteX56" fmla="*/ 545285 w 608697"/>
              <a:gd name="connsiteY56" fmla="*/ 360519 h 607780"/>
              <a:gd name="connsiteX57" fmla="*/ 599638 w 608697"/>
              <a:gd name="connsiteY57" fmla="*/ 360519 h 607780"/>
              <a:gd name="connsiteX58" fmla="*/ 608697 w 608697"/>
              <a:gd name="connsiteY58" fmla="*/ 369574 h 607780"/>
              <a:gd name="connsiteX59" fmla="*/ 599638 w 608697"/>
              <a:gd name="connsiteY59" fmla="*/ 378725 h 607780"/>
              <a:gd name="connsiteX60" fmla="*/ 545285 w 608697"/>
              <a:gd name="connsiteY60" fmla="*/ 378725 h 607780"/>
              <a:gd name="connsiteX61" fmla="*/ 536226 w 608697"/>
              <a:gd name="connsiteY61" fmla="*/ 369574 h 607780"/>
              <a:gd name="connsiteX62" fmla="*/ 545285 w 608697"/>
              <a:gd name="connsiteY62" fmla="*/ 360519 h 607780"/>
              <a:gd name="connsiteX63" fmla="*/ 9050 w 608697"/>
              <a:gd name="connsiteY63" fmla="*/ 360519 h 607780"/>
              <a:gd name="connsiteX64" fmla="*/ 63350 w 608697"/>
              <a:gd name="connsiteY64" fmla="*/ 360519 h 607780"/>
              <a:gd name="connsiteX65" fmla="*/ 72400 w 608697"/>
              <a:gd name="connsiteY65" fmla="*/ 369574 h 607780"/>
              <a:gd name="connsiteX66" fmla="*/ 63350 w 608697"/>
              <a:gd name="connsiteY66" fmla="*/ 378725 h 607780"/>
              <a:gd name="connsiteX67" fmla="*/ 9050 w 608697"/>
              <a:gd name="connsiteY67" fmla="*/ 378725 h 607780"/>
              <a:gd name="connsiteX68" fmla="*/ 0 w 608697"/>
              <a:gd name="connsiteY68" fmla="*/ 369574 h 607780"/>
              <a:gd name="connsiteX69" fmla="*/ 9050 w 608697"/>
              <a:gd name="connsiteY69" fmla="*/ 360519 h 607780"/>
              <a:gd name="connsiteX70" fmla="*/ 545285 w 608697"/>
              <a:gd name="connsiteY70" fmla="*/ 314933 h 607780"/>
              <a:gd name="connsiteX71" fmla="*/ 599638 w 608697"/>
              <a:gd name="connsiteY71" fmla="*/ 314933 h 607780"/>
              <a:gd name="connsiteX72" fmla="*/ 608697 w 608697"/>
              <a:gd name="connsiteY72" fmla="*/ 324084 h 607780"/>
              <a:gd name="connsiteX73" fmla="*/ 599638 w 608697"/>
              <a:gd name="connsiteY73" fmla="*/ 333139 h 607780"/>
              <a:gd name="connsiteX74" fmla="*/ 545285 w 608697"/>
              <a:gd name="connsiteY74" fmla="*/ 333139 h 607780"/>
              <a:gd name="connsiteX75" fmla="*/ 536226 w 608697"/>
              <a:gd name="connsiteY75" fmla="*/ 324084 h 607780"/>
              <a:gd name="connsiteX76" fmla="*/ 545285 w 608697"/>
              <a:gd name="connsiteY76" fmla="*/ 314933 h 607780"/>
              <a:gd name="connsiteX77" fmla="*/ 9050 w 608697"/>
              <a:gd name="connsiteY77" fmla="*/ 314933 h 607780"/>
              <a:gd name="connsiteX78" fmla="*/ 63350 w 608697"/>
              <a:gd name="connsiteY78" fmla="*/ 314933 h 607780"/>
              <a:gd name="connsiteX79" fmla="*/ 72400 w 608697"/>
              <a:gd name="connsiteY79" fmla="*/ 324084 h 607780"/>
              <a:gd name="connsiteX80" fmla="*/ 63350 w 608697"/>
              <a:gd name="connsiteY80" fmla="*/ 333139 h 607780"/>
              <a:gd name="connsiteX81" fmla="*/ 9050 w 608697"/>
              <a:gd name="connsiteY81" fmla="*/ 333139 h 607780"/>
              <a:gd name="connsiteX82" fmla="*/ 0 w 608697"/>
              <a:gd name="connsiteY82" fmla="*/ 324084 h 607780"/>
              <a:gd name="connsiteX83" fmla="*/ 9050 w 608697"/>
              <a:gd name="connsiteY83" fmla="*/ 314933 h 607780"/>
              <a:gd name="connsiteX84" fmla="*/ 545285 w 608697"/>
              <a:gd name="connsiteY84" fmla="*/ 265608 h 607780"/>
              <a:gd name="connsiteX85" fmla="*/ 599638 w 608697"/>
              <a:gd name="connsiteY85" fmla="*/ 265608 h 607780"/>
              <a:gd name="connsiteX86" fmla="*/ 608697 w 608697"/>
              <a:gd name="connsiteY86" fmla="*/ 274759 h 607780"/>
              <a:gd name="connsiteX87" fmla="*/ 599638 w 608697"/>
              <a:gd name="connsiteY87" fmla="*/ 283814 h 607780"/>
              <a:gd name="connsiteX88" fmla="*/ 545285 w 608697"/>
              <a:gd name="connsiteY88" fmla="*/ 283814 h 607780"/>
              <a:gd name="connsiteX89" fmla="*/ 536226 w 608697"/>
              <a:gd name="connsiteY89" fmla="*/ 274759 h 607780"/>
              <a:gd name="connsiteX90" fmla="*/ 545285 w 608697"/>
              <a:gd name="connsiteY90" fmla="*/ 265608 h 607780"/>
              <a:gd name="connsiteX91" fmla="*/ 9050 w 608697"/>
              <a:gd name="connsiteY91" fmla="*/ 265608 h 607780"/>
              <a:gd name="connsiteX92" fmla="*/ 63350 w 608697"/>
              <a:gd name="connsiteY92" fmla="*/ 265608 h 607780"/>
              <a:gd name="connsiteX93" fmla="*/ 72400 w 608697"/>
              <a:gd name="connsiteY93" fmla="*/ 274759 h 607780"/>
              <a:gd name="connsiteX94" fmla="*/ 63350 w 608697"/>
              <a:gd name="connsiteY94" fmla="*/ 283814 h 607780"/>
              <a:gd name="connsiteX95" fmla="*/ 9050 w 608697"/>
              <a:gd name="connsiteY95" fmla="*/ 283814 h 607780"/>
              <a:gd name="connsiteX96" fmla="*/ 0 w 608697"/>
              <a:gd name="connsiteY96" fmla="*/ 274759 h 607780"/>
              <a:gd name="connsiteX97" fmla="*/ 9050 w 608697"/>
              <a:gd name="connsiteY97" fmla="*/ 265608 h 607780"/>
              <a:gd name="connsiteX98" fmla="*/ 545285 w 608697"/>
              <a:gd name="connsiteY98" fmla="*/ 215295 h 607780"/>
              <a:gd name="connsiteX99" fmla="*/ 599638 w 608697"/>
              <a:gd name="connsiteY99" fmla="*/ 215295 h 607780"/>
              <a:gd name="connsiteX100" fmla="*/ 608697 w 608697"/>
              <a:gd name="connsiteY100" fmla="*/ 224362 h 607780"/>
              <a:gd name="connsiteX101" fmla="*/ 599638 w 608697"/>
              <a:gd name="connsiteY101" fmla="*/ 233430 h 607780"/>
              <a:gd name="connsiteX102" fmla="*/ 545285 w 608697"/>
              <a:gd name="connsiteY102" fmla="*/ 233430 h 607780"/>
              <a:gd name="connsiteX103" fmla="*/ 536226 w 608697"/>
              <a:gd name="connsiteY103" fmla="*/ 224362 h 607780"/>
              <a:gd name="connsiteX104" fmla="*/ 545285 w 608697"/>
              <a:gd name="connsiteY104" fmla="*/ 215295 h 607780"/>
              <a:gd name="connsiteX105" fmla="*/ 9050 w 608697"/>
              <a:gd name="connsiteY105" fmla="*/ 215295 h 607780"/>
              <a:gd name="connsiteX106" fmla="*/ 63350 w 608697"/>
              <a:gd name="connsiteY106" fmla="*/ 215295 h 607780"/>
              <a:gd name="connsiteX107" fmla="*/ 72400 w 608697"/>
              <a:gd name="connsiteY107" fmla="*/ 224362 h 607780"/>
              <a:gd name="connsiteX108" fmla="*/ 63350 w 608697"/>
              <a:gd name="connsiteY108" fmla="*/ 233430 h 607780"/>
              <a:gd name="connsiteX109" fmla="*/ 9050 w 608697"/>
              <a:gd name="connsiteY109" fmla="*/ 233430 h 607780"/>
              <a:gd name="connsiteX110" fmla="*/ 0 w 608697"/>
              <a:gd name="connsiteY110" fmla="*/ 224362 h 607780"/>
              <a:gd name="connsiteX111" fmla="*/ 9050 w 608697"/>
              <a:gd name="connsiteY111" fmla="*/ 215295 h 607780"/>
              <a:gd name="connsiteX112" fmla="*/ 217493 w 608697"/>
              <a:gd name="connsiteY112" fmla="*/ 199054 h 607780"/>
              <a:gd name="connsiteX113" fmla="*/ 217493 w 608697"/>
              <a:gd name="connsiteY113" fmla="*/ 388249 h 607780"/>
              <a:gd name="connsiteX114" fmla="*/ 405197 w 608697"/>
              <a:gd name="connsiteY114" fmla="*/ 388249 h 607780"/>
              <a:gd name="connsiteX115" fmla="*/ 405197 w 608697"/>
              <a:gd name="connsiteY115" fmla="*/ 199054 h 607780"/>
              <a:gd name="connsiteX116" fmla="*/ 545285 w 608697"/>
              <a:gd name="connsiteY116" fmla="*/ 165899 h 607780"/>
              <a:gd name="connsiteX117" fmla="*/ 599638 w 608697"/>
              <a:gd name="connsiteY117" fmla="*/ 165899 h 607780"/>
              <a:gd name="connsiteX118" fmla="*/ 608697 w 608697"/>
              <a:gd name="connsiteY118" fmla="*/ 174918 h 607780"/>
              <a:gd name="connsiteX119" fmla="*/ 599638 w 608697"/>
              <a:gd name="connsiteY119" fmla="*/ 184034 h 607780"/>
              <a:gd name="connsiteX120" fmla="*/ 545285 w 608697"/>
              <a:gd name="connsiteY120" fmla="*/ 184034 h 607780"/>
              <a:gd name="connsiteX121" fmla="*/ 536226 w 608697"/>
              <a:gd name="connsiteY121" fmla="*/ 174918 h 607780"/>
              <a:gd name="connsiteX122" fmla="*/ 545285 w 608697"/>
              <a:gd name="connsiteY122" fmla="*/ 165899 h 607780"/>
              <a:gd name="connsiteX123" fmla="*/ 9050 w 608697"/>
              <a:gd name="connsiteY123" fmla="*/ 165899 h 607780"/>
              <a:gd name="connsiteX124" fmla="*/ 63350 w 608697"/>
              <a:gd name="connsiteY124" fmla="*/ 165899 h 607780"/>
              <a:gd name="connsiteX125" fmla="*/ 72400 w 608697"/>
              <a:gd name="connsiteY125" fmla="*/ 175014 h 607780"/>
              <a:gd name="connsiteX126" fmla="*/ 63350 w 608697"/>
              <a:gd name="connsiteY126" fmla="*/ 184034 h 607780"/>
              <a:gd name="connsiteX127" fmla="*/ 9050 w 608697"/>
              <a:gd name="connsiteY127" fmla="*/ 184034 h 607780"/>
              <a:gd name="connsiteX128" fmla="*/ 0 w 608697"/>
              <a:gd name="connsiteY128" fmla="*/ 175014 h 607780"/>
              <a:gd name="connsiteX129" fmla="*/ 9050 w 608697"/>
              <a:gd name="connsiteY129" fmla="*/ 165899 h 607780"/>
              <a:gd name="connsiteX130" fmla="*/ 191490 w 608697"/>
              <a:gd name="connsiteY130" fmla="*/ 149807 h 607780"/>
              <a:gd name="connsiteX131" fmla="*/ 173577 w 608697"/>
              <a:gd name="connsiteY131" fmla="*/ 167697 h 607780"/>
              <a:gd name="connsiteX132" fmla="*/ 191490 w 608697"/>
              <a:gd name="connsiteY132" fmla="*/ 185588 h 607780"/>
              <a:gd name="connsiteX133" fmla="*/ 209403 w 608697"/>
              <a:gd name="connsiteY133" fmla="*/ 167697 h 607780"/>
              <a:gd name="connsiteX134" fmla="*/ 191490 w 608697"/>
              <a:gd name="connsiteY134" fmla="*/ 149807 h 607780"/>
              <a:gd name="connsiteX135" fmla="*/ 162983 w 608697"/>
              <a:gd name="connsiteY135" fmla="*/ 96040 h 607780"/>
              <a:gd name="connsiteX136" fmla="*/ 457780 w 608697"/>
              <a:gd name="connsiteY136" fmla="*/ 96040 h 607780"/>
              <a:gd name="connsiteX137" fmla="*/ 513928 w 608697"/>
              <a:gd name="connsiteY137" fmla="*/ 152115 h 607780"/>
              <a:gd name="connsiteX138" fmla="*/ 513928 w 608697"/>
              <a:gd name="connsiteY138" fmla="*/ 446634 h 607780"/>
              <a:gd name="connsiteX139" fmla="*/ 457780 w 608697"/>
              <a:gd name="connsiteY139" fmla="*/ 502709 h 607780"/>
              <a:gd name="connsiteX140" fmla="*/ 162983 w 608697"/>
              <a:gd name="connsiteY140" fmla="*/ 502709 h 607780"/>
              <a:gd name="connsiteX141" fmla="*/ 106836 w 608697"/>
              <a:gd name="connsiteY141" fmla="*/ 446634 h 607780"/>
              <a:gd name="connsiteX142" fmla="*/ 106836 w 608697"/>
              <a:gd name="connsiteY142" fmla="*/ 152115 h 607780"/>
              <a:gd name="connsiteX143" fmla="*/ 162983 w 608697"/>
              <a:gd name="connsiteY143" fmla="*/ 96040 h 607780"/>
              <a:gd name="connsiteX144" fmla="*/ 432518 w 608697"/>
              <a:gd name="connsiteY144" fmla="*/ 0 h 607780"/>
              <a:gd name="connsiteX145" fmla="*/ 441669 w 608697"/>
              <a:gd name="connsiteY145" fmla="*/ 9041 h 607780"/>
              <a:gd name="connsiteX146" fmla="*/ 441669 w 608697"/>
              <a:gd name="connsiteY146" fmla="*/ 63289 h 607780"/>
              <a:gd name="connsiteX147" fmla="*/ 432518 w 608697"/>
              <a:gd name="connsiteY147" fmla="*/ 72330 h 607780"/>
              <a:gd name="connsiteX148" fmla="*/ 423463 w 608697"/>
              <a:gd name="connsiteY148" fmla="*/ 63289 h 607780"/>
              <a:gd name="connsiteX149" fmla="*/ 423463 w 608697"/>
              <a:gd name="connsiteY149" fmla="*/ 9041 h 607780"/>
              <a:gd name="connsiteX150" fmla="*/ 432518 w 608697"/>
              <a:gd name="connsiteY150" fmla="*/ 0 h 607780"/>
              <a:gd name="connsiteX151" fmla="*/ 383134 w 608697"/>
              <a:gd name="connsiteY151" fmla="*/ 0 h 607780"/>
              <a:gd name="connsiteX152" fmla="*/ 392202 w 608697"/>
              <a:gd name="connsiteY152" fmla="*/ 9041 h 607780"/>
              <a:gd name="connsiteX153" fmla="*/ 392202 w 608697"/>
              <a:gd name="connsiteY153" fmla="*/ 63289 h 607780"/>
              <a:gd name="connsiteX154" fmla="*/ 383134 w 608697"/>
              <a:gd name="connsiteY154" fmla="*/ 72330 h 607780"/>
              <a:gd name="connsiteX155" fmla="*/ 374067 w 608697"/>
              <a:gd name="connsiteY155" fmla="*/ 63289 h 607780"/>
              <a:gd name="connsiteX156" fmla="*/ 374067 w 608697"/>
              <a:gd name="connsiteY156" fmla="*/ 9041 h 607780"/>
              <a:gd name="connsiteX157" fmla="*/ 383134 w 608697"/>
              <a:gd name="connsiteY157" fmla="*/ 0 h 607780"/>
              <a:gd name="connsiteX158" fmla="*/ 332764 w 608697"/>
              <a:gd name="connsiteY158" fmla="*/ 0 h 607780"/>
              <a:gd name="connsiteX159" fmla="*/ 341819 w 608697"/>
              <a:gd name="connsiteY159" fmla="*/ 9041 h 607780"/>
              <a:gd name="connsiteX160" fmla="*/ 341819 w 608697"/>
              <a:gd name="connsiteY160" fmla="*/ 63289 h 607780"/>
              <a:gd name="connsiteX161" fmla="*/ 332764 w 608697"/>
              <a:gd name="connsiteY161" fmla="*/ 72330 h 607780"/>
              <a:gd name="connsiteX162" fmla="*/ 323613 w 608697"/>
              <a:gd name="connsiteY162" fmla="*/ 63289 h 607780"/>
              <a:gd name="connsiteX163" fmla="*/ 323613 w 608697"/>
              <a:gd name="connsiteY163" fmla="*/ 9041 h 607780"/>
              <a:gd name="connsiteX164" fmla="*/ 332764 w 608697"/>
              <a:gd name="connsiteY164" fmla="*/ 0 h 607780"/>
              <a:gd name="connsiteX165" fmla="*/ 283249 w 608697"/>
              <a:gd name="connsiteY165" fmla="*/ 0 h 607780"/>
              <a:gd name="connsiteX166" fmla="*/ 292282 w 608697"/>
              <a:gd name="connsiteY166" fmla="*/ 9041 h 607780"/>
              <a:gd name="connsiteX167" fmla="*/ 292282 w 608697"/>
              <a:gd name="connsiteY167" fmla="*/ 63289 h 607780"/>
              <a:gd name="connsiteX168" fmla="*/ 283249 w 608697"/>
              <a:gd name="connsiteY168" fmla="*/ 72330 h 607780"/>
              <a:gd name="connsiteX169" fmla="*/ 274217 w 608697"/>
              <a:gd name="connsiteY169" fmla="*/ 63289 h 607780"/>
              <a:gd name="connsiteX170" fmla="*/ 274217 w 608697"/>
              <a:gd name="connsiteY170" fmla="*/ 9041 h 607780"/>
              <a:gd name="connsiteX171" fmla="*/ 283249 w 608697"/>
              <a:gd name="connsiteY171" fmla="*/ 0 h 607780"/>
              <a:gd name="connsiteX172" fmla="*/ 237712 w 608697"/>
              <a:gd name="connsiteY172" fmla="*/ 0 h 607780"/>
              <a:gd name="connsiteX173" fmla="*/ 246767 w 608697"/>
              <a:gd name="connsiteY173" fmla="*/ 9041 h 607780"/>
              <a:gd name="connsiteX174" fmla="*/ 246767 w 608697"/>
              <a:gd name="connsiteY174" fmla="*/ 63289 h 607780"/>
              <a:gd name="connsiteX175" fmla="*/ 237712 w 608697"/>
              <a:gd name="connsiteY175" fmla="*/ 72330 h 607780"/>
              <a:gd name="connsiteX176" fmla="*/ 228561 w 608697"/>
              <a:gd name="connsiteY176" fmla="*/ 63289 h 607780"/>
              <a:gd name="connsiteX177" fmla="*/ 228561 w 608697"/>
              <a:gd name="connsiteY177" fmla="*/ 9041 h 607780"/>
              <a:gd name="connsiteX178" fmla="*/ 237712 w 608697"/>
              <a:gd name="connsiteY178" fmla="*/ 0 h 607780"/>
              <a:gd name="connsiteX179" fmla="*/ 188198 w 608697"/>
              <a:gd name="connsiteY179" fmla="*/ 0 h 607780"/>
              <a:gd name="connsiteX180" fmla="*/ 197231 w 608697"/>
              <a:gd name="connsiteY180" fmla="*/ 9041 h 607780"/>
              <a:gd name="connsiteX181" fmla="*/ 197231 w 608697"/>
              <a:gd name="connsiteY181" fmla="*/ 63289 h 607780"/>
              <a:gd name="connsiteX182" fmla="*/ 188198 w 608697"/>
              <a:gd name="connsiteY182" fmla="*/ 72330 h 607780"/>
              <a:gd name="connsiteX183" fmla="*/ 179166 w 608697"/>
              <a:gd name="connsiteY183" fmla="*/ 63289 h 607780"/>
              <a:gd name="connsiteX184" fmla="*/ 179166 w 608697"/>
              <a:gd name="connsiteY184" fmla="*/ 9041 h 607780"/>
              <a:gd name="connsiteX185" fmla="*/ 188198 w 608697"/>
              <a:gd name="connsiteY185" fmla="*/ 0 h 60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608697" h="607780">
                <a:moveTo>
                  <a:pt x="432518" y="535450"/>
                </a:moveTo>
                <a:cubicBezTo>
                  <a:pt x="437527" y="535450"/>
                  <a:pt x="441669" y="539490"/>
                  <a:pt x="441669" y="544491"/>
                </a:cubicBezTo>
                <a:lnTo>
                  <a:pt x="441669" y="598739"/>
                </a:lnTo>
                <a:cubicBezTo>
                  <a:pt x="441669" y="603741"/>
                  <a:pt x="437527" y="607780"/>
                  <a:pt x="432518" y="607780"/>
                </a:cubicBezTo>
                <a:cubicBezTo>
                  <a:pt x="427509" y="607780"/>
                  <a:pt x="423463" y="603741"/>
                  <a:pt x="423463" y="598739"/>
                </a:cubicBezTo>
                <a:lnTo>
                  <a:pt x="423463" y="544491"/>
                </a:lnTo>
                <a:cubicBezTo>
                  <a:pt x="423463" y="539490"/>
                  <a:pt x="427509" y="535450"/>
                  <a:pt x="432518" y="535450"/>
                </a:cubicBezTo>
                <a:close/>
                <a:moveTo>
                  <a:pt x="383134" y="535450"/>
                </a:moveTo>
                <a:cubicBezTo>
                  <a:pt x="388150" y="535450"/>
                  <a:pt x="392202" y="539490"/>
                  <a:pt x="392202" y="544491"/>
                </a:cubicBezTo>
                <a:lnTo>
                  <a:pt x="392202" y="598739"/>
                </a:lnTo>
                <a:cubicBezTo>
                  <a:pt x="392202" y="603741"/>
                  <a:pt x="388150" y="607780"/>
                  <a:pt x="383134" y="607780"/>
                </a:cubicBezTo>
                <a:cubicBezTo>
                  <a:pt x="378118" y="607780"/>
                  <a:pt x="374067" y="603741"/>
                  <a:pt x="374067" y="598739"/>
                </a:cubicBezTo>
                <a:lnTo>
                  <a:pt x="374067" y="544491"/>
                </a:lnTo>
                <a:cubicBezTo>
                  <a:pt x="374067" y="539490"/>
                  <a:pt x="378118" y="535450"/>
                  <a:pt x="383134" y="535450"/>
                </a:cubicBezTo>
                <a:close/>
                <a:moveTo>
                  <a:pt x="332764" y="535450"/>
                </a:moveTo>
                <a:cubicBezTo>
                  <a:pt x="337773" y="535450"/>
                  <a:pt x="341819" y="539490"/>
                  <a:pt x="341819" y="544491"/>
                </a:cubicBezTo>
                <a:lnTo>
                  <a:pt x="341819" y="598739"/>
                </a:lnTo>
                <a:cubicBezTo>
                  <a:pt x="341819" y="603741"/>
                  <a:pt x="337773" y="607780"/>
                  <a:pt x="332764" y="607780"/>
                </a:cubicBezTo>
                <a:cubicBezTo>
                  <a:pt x="327755" y="607780"/>
                  <a:pt x="323613" y="603741"/>
                  <a:pt x="323613" y="598739"/>
                </a:cubicBezTo>
                <a:lnTo>
                  <a:pt x="323613" y="544491"/>
                </a:lnTo>
                <a:cubicBezTo>
                  <a:pt x="323613" y="539490"/>
                  <a:pt x="327755" y="535450"/>
                  <a:pt x="332764" y="535450"/>
                </a:cubicBezTo>
                <a:close/>
                <a:moveTo>
                  <a:pt x="283249" y="535450"/>
                </a:moveTo>
                <a:cubicBezTo>
                  <a:pt x="288246" y="535450"/>
                  <a:pt x="292282" y="539490"/>
                  <a:pt x="292282" y="544491"/>
                </a:cubicBezTo>
                <a:lnTo>
                  <a:pt x="292282" y="598739"/>
                </a:lnTo>
                <a:cubicBezTo>
                  <a:pt x="292282" y="603741"/>
                  <a:pt x="288246" y="607780"/>
                  <a:pt x="283249" y="607780"/>
                </a:cubicBezTo>
                <a:cubicBezTo>
                  <a:pt x="278253" y="607780"/>
                  <a:pt x="274217" y="603741"/>
                  <a:pt x="274217" y="598739"/>
                </a:cubicBezTo>
                <a:lnTo>
                  <a:pt x="274217" y="544491"/>
                </a:lnTo>
                <a:cubicBezTo>
                  <a:pt x="274217" y="539490"/>
                  <a:pt x="278253" y="535450"/>
                  <a:pt x="283249" y="535450"/>
                </a:cubicBezTo>
                <a:close/>
                <a:moveTo>
                  <a:pt x="237712" y="535450"/>
                </a:moveTo>
                <a:cubicBezTo>
                  <a:pt x="242625" y="535450"/>
                  <a:pt x="246767" y="539490"/>
                  <a:pt x="246767" y="544491"/>
                </a:cubicBezTo>
                <a:lnTo>
                  <a:pt x="246767" y="598739"/>
                </a:lnTo>
                <a:cubicBezTo>
                  <a:pt x="246767" y="603741"/>
                  <a:pt x="242625" y="607780"/>
                  <a:pt x="237712" y="607780"/>
                </a:cubicBezTo>
                <a:cubicBezTo>
                  <a:pt x="232607" y="607780"/>
                  <a:pt x="228561" y="603741"/>
                  <a:pt x="228561" y="598739"/>
                </a:cubicBezTo>
                <a:lnTo>
                  <a:pt x="228561" y="544491"/>
                </a:lnTo>
                <a:cubicBezTo>
                  <a:pt x="228561" y="539490"/>
                  <a:pt x="232607" y="535450"/>
                  <a:pt x="237712" y="535450"/>
                </a:cubicBezTo>
                <a:close/>
                <a:moveTo>
                  <a:pt x="188175" y="535450"/>
                </a:moveTo>
                <a:cubicBezTo>
                  <a:pt x="193184" y="535450"/>
                  <a:pt x="197230" y="539490"/>
                  <a:pt x="197230" y="544491"/>
                </a:cubicBezTo>
                <a:lnTo>
                  <a:pt x="197230" y="598739"/>
                </a:lnTo>
                <a:cubicBezTo>
                  <a:pt x="197230" y="603741"/>
                  <a:pt x="193184" y="607780"/>
                  <a:pt x="188175" y="607780"/>
                </a:cubicBezTo>
                <a:cubicBezTo>
                  <a:pt x="183166" y="607780"/>
                  <a:pt x="179024" y="603741"/>
                  <a:pt x="179024" y="598739"/>
                </a:cubicBezTo>
                <a:lnTo>
                  <a:pt x="179024" y="544491"/>
                </a:lnTo>
                <a:cubicBezTo>
                  <a:pt x="179024" y="539490"/>
                  <a:pt x="183166" y="535450"/>
                  <a:pt x="188175" y="535450"/>
                </a:cubicBezTo>
                <a:close/>
                <a:moveTo>
                  <a:pt x="545285" y="409985"/>
                </a:moveTo>
                <a:lnTo>
                  <a:pt x="599638" y="409985"/>
                </a:lnTo>
                <a:cubicBezTo>
                  <a:pt x="604650" y="409985"/>
                  <a:pt x="608697" y="414021"/>
                  <a:pt x="608697" y="419018"/>
                </a:cubicBezTo>
                <a:cubicBezTo>
                  <a:pt x="608697" y="424014"/>
                  <a:pt x="604650" y="428050"/>
                  <a:pt x="599638" y="428050"/>
                </a:cubicBezTo>
                <a:lnTo>
                  <a:pt x="545285" y="428050"/>
                </a:lnTo>
                <a:cubicBezTo>
                  <a:pt x="540274" y="428050"/>
                  <a:pt x="536226" y="424014"/>
                  <a:pt x="536226" y="419018"/>
                </a:cubicBezTo>
                <a:cubicBezTo>
                  <a:pt x="536226" y="414021"/>
                  <a:pt x="540274" y="409985"/>
                  <a:pt x="545285" y="409985"/>
                </a:cubicBezTo>
                <a:close/>
                <a:moveTo>
                  <a:pt x="9050" y="409985"/>
                </a:moveTo>
                <a:lnTo>
                  <a:pt x="63350" y="409985"/>
                </a:lnTo>
                <a:cubicBezTo>
                  <a:pt x="68356" y="409985"/>
                  <a:pt x="72400" y="414021"/>
                  <a:pt x="72400" y="419018"/>
                </a:cubicBezTo>
                <a:cubicBezTo>
                  <a:pt x="72400" y="424014"/>
                  <a:pt x="68356" y="428050"/>
                  <a:pt x="63350" y="428050"/>
                </a:cubicBezTo>
                <a:lnTo>
                  <a:pt x="9050" y="428050"/>
                </a:lnTo>
                <a:cubicBezTo>
                  <a:pt x="4043" y="428050"/>
                  <a:pt x="0" y="424014"/>
                  <a:pt x="0" y="419018"/>
                </a:cubicBezTo>
                <a:cubicBezTo>
                  <a:pt x="0" y="414021"/>
                  <a:pt x="4043" y="409985"/>
                  <a:pt x="9050" y="409985"/>
                </a:cubicBezTo>
                <a:close/>
                <a:moveTo>
                  <a:pt x="545285" y="360519"/>
                </a:moveTo>
                <a:lnTo>
                  <a:pt x="599638" y="360519"/>
                </a:lnTo>
                <a:cubicBezTo>
                  <a:pt x="604650" y="360519"/>
                  <a:pt x="608697" y="364565"/>
                  <a:pt x="608697" y="369574"/>
                </a:cubicBezTo>
                <a:cubicBezTo>
                  <a:pt x="608697" y="374679"/>
                  <a:pt x="604650" y="378725"/>
                  <a:pt x="599638" y="378725"/>
                </a:cubicBezTo>
                <a:lnTo>
                  <a:pt x="545285" y="378725"/>
                </a:lnTo>
                <a:cubicBezTo>
                  <a:pt x="540274" y="378725"/>
                  <a:pt x="536226" y="374679"/>
                  <a:pt x="536226" y="369574"/>
                </a:cubicBezTo>
                <a:cubicBezTo>
                  <a:pt x="536226" y="364565"/>
                  <a:pt x="540274" y="360519"/>
                  <a:pt x="545285" y="360519"/>
                </a:cubicBezTo>
                <a:close/>
                <a:moveTo>
                  <a:pt x="9050" y="360519"/>
                </a:moveTo>
                <a:lnTo>
                  <a:pt x="63350" y="360519"/>
                </a:lnTo>
                <a:cubicBezTo>
                  <a:pt x="68356" y="360519"/>
                  <a:pt x="72400" y="364565"/>
                  <a:pt x="72400" y="369574"/>
                </a:cubicBezTo>
                <a:cubicBezTo>
                  <a:pt x="72400" y="374679"/>
                  <a:pt x="68356" y="378725"/>
                  <a:pt x="63350" y="378725"/>
                </a:cubicBezTo>
                <a:lnTo>
                  <a:pt x="9050" y="378725"/>
                </a:lnTo>
                <a:cubicBezTo>
                  <a:pt x="4043" y="378725"/>
                  <a:pt x="0" y="374679"/>
                  <a:pt x="0" y="369574"/>
                </a:cubicBezTo>
                <a:cubicBezTo>
                  <a:pt x="0" y="364565"/>
                  <a:pt x="4043" y="360519"/>
                  <a:pt x="9050" y="360519"/>
                </a:cubicBezTo>
                <a:close/>
                <a:moveTo>
                  <a:pt x="545285" y="314933"/>
                </a:moveTo>
                <a:lnTo>
                  <a:pt x="599638" y="314933"/>
                </a:lnTo>
                <a:cubicBezTo>
                  <a:pt x="604650" y="314933"/>
                  <a:pt x="608697" y="319075"/>
                  <a:pt x="608697" y="324084"/>
                </a:cubicBezTo>
                <a:cubicBezTo>
                  <a:pt x="608697" y="328997"/>
                  <a:pt x="604650" y="333139"/>
                  <a:pt x="599638" y="333139"/>
                </a:cubicBezTo>
                <a:lnTo>
                  <a:pt x="545285" y="333139"/>
                </a:lnTo>
                <a:cubicBezTo>
                  <a:pt x="540274" y="333139"/>
                  <a:pt x="536226" y="328997"/>
                  <a:pt x="536226" y="324084"/>
                </a:cubicBezTo>
                <a:cubicBezTo>
                  <a:pt x="536226" y="319075"/>
                  <a:pt x="540274" y="314933"/>
                  <a:pt x="545285" y="314933"/>
                </a:cubicBezTo>
                <a:close/>
                <a:moveTo>
                  <a:pt x="9050" y="314933"/>
                </a:moveTo>
                <a:lnTo>
                  <a:pt x="63350" y="314933"/>
                </a:lnTo>
                <a:cubicBezTo>
                  <a:pt x="68356" y="314933"/>
                  <a:pt x="72400" y="319075"/>
                  <a:pt x="72400" y="324084"/>
                </a:cubicBezTo>
                <a:cubicBezTo>
                  <a:pt x="72400" y="328997"/>
                  <a:pt x="68356" y="333139"/>
                  <a:pt x="63350" y="333139"/>
                </a:cubicBezTo>
                <a:lnTo>
                  <a:pt x="9050" y="333139"/>
                </a:lnTo>
                <a:cubicBezTo>
                  <a:pt x="4043" y="333139"/>
                  <a:pt x="0" y="328997"/>
                  <a:pt x="0" y="324084"/>
                </a:cubicBezTo>
                <a:cubicBezTo>
                  <a:pt x="0" y="319075"/>
                  <a:pt x="4043" y="314933"/>
                  <a:pt x="9050" y="314933"/>
                </a:cubicBezTo>
                <a:close/>
                <a:moveTo>
                  <a:pt x="545285" y="265608"/>
                </a:moveTo>
                <a:lnTo>
                  <a:pt x="599638" y="265608"/>
                </a:lnTo>
                <a:cubicBezTo>
                  <a:pt x="604650" y="265608"/>
                  <a:pt x="608697" y="269654"/>
                  <a:pt x="608697" y="274759"/>
                </a:cubicBezTo>
                <a:cubicBezTo>
                  <a:pt x="608697" y="279768"/>
                  <a:pt x="604650" y="283814"/>
                  <a:pt x="599638" y="283814"/>
                </a:cubicBezTo>
                <a:lnTo>
                  <a:pt x="545285" y="283814"/>
                </a:lnTo>
                <a:cubicBezTo>
                  <a:pt x="540274" y="283814"/>
                  <a:pt x="536226" y="279768"/>
                  <a:pt x="536226" y="274759"/>
                </a:cubicBezTo>
                <a:cubicBezTo>
                  <a:pt x="536226" y="269654"/>
                  <a:pt x="540274" y="265608"/>
                  <a:pt x="545285" y="265608"/>
                </a:cubicBezTo>
                <a:close/>
                <a:moveTo>
                  <a:pt x="9050" y="265608"/>
                </a:moveTo>
                <a:lnTo>
                  <a:pt x="63350" y="265608"/>
                </a:lnTo>
                <a:cubicBezTo>
                  <a:pt x="68356" y="265608"/>
                  <a:pt x="72400" y="269654"/>
                  <a:pt x="72400" y="274759"/>
                </a:cubicBezTo>
                <a:cubicBezTo>
                  <a:pt x="72400" y="279768"/>
                  <a:pt x="68356" y="283814"/>
                  <a:pt x="63350" y="283814"/>
                </a:cubicBezTo>
                <a:lnTo>
                  <a:pt x="9050" y="283814"/>
                </a:lnTo>
                <a:cubicBezTo>
                  <a:pt x="4043" y="283814"/>
                  <a:pt x="0" y="279768"/>
                  <a:pt x="0" y="274759"/>
                </a:cubicBezTo>
                <a:cubicBezTo>
                  <a:pt x="0" y="269654"/>
                  <a:pt x="4043" y="265608"/>
                  <a:pt x="9050" y="265608"/>
                </a:cubicBezTo>
                <a:close/>
                <a:moveTo>
                  <a:pt x="545285" y="215295"/>
                </a:moveTo>
                <a:lnTo>
                  <a:pt x="599638" y="215295"/>
                </a:lnTo>
                <a:cubicBezTo>
                  <a:pt x="604650" y="215295"/>
                  <a:pt x="608697" y="219346"/>
                  <a:pt x="608697" y="224362"/>
                </a:cubicBezTo>
                <a:cubicBezTo>
                  <a:pt x="608697" y="229378"/>
                  <a:pt x="604650" y="233430"/>
                  <a:pt x="599638" y="233430"/>
                </a:cubicBezTo>
                <a:lnTo>
                  <a:pt x="545285" y="233430"/>
                </a:lnTo>
                <a:cubicBezTo>
                  <a:pt x="540274" y="233430"/>
                  <a:pt x="536226" y="229378"/>
                  <a:pt x="536226" y="224362"/>
                </a:cubicBezTo>
                <a:cubicBezTo>
                  <a:pt x="536226" y="219346"/>
                  <a:pt x="540274" y="215295"/>
                  <a:pt x="545285" y="215295"/>
                </a:cubicBezTo>
                <a:close/>
                <a:moveTo>
                  <a:pt x="9050" y="215295"/>
                </a:moveTo>
                <a:lnTo>
                  <a:pt x="63350" y="215295"/>
                </a:lnTo>
                <a:cubicBezTo>
                  <a:pt x="68356" y="215295"/>
                  <a:pt x="72400" y="219346"/>
                  <a:pt x="72400" y="224362"/>
                </a:cubicBezTo>
                <a:cubicBezTo>
                  <a:pt x="72400" y="229378"/>
                  <a:pt x="68356" y="233430"/>
                  <a:pt x="63350" y="233430"/>
                </a:cubicBezTo>
                <a:lnTo>
                  <a:pt x="9050" y="233430"/>
                </a:lnTo>
                <a:cubicBezTo>
                  <a:pt x="4043" y="233430"/>
                  <a:pt x="0" y="229378"/>
                  <a:pt x="0" y="224362"/>
                </a:cubicBezTo>
                <a:cubicBezTo>
                  <a:pt x="0" y="219346"/>
                  <a:pt x="4043" y="215295"/>
                  <a:pt x="9050" y="215295"/>
                </a:cubicBezTo>
                <a:close/>
                <a:moveTo>
                  <a:pt x="217493" y="199054"/>
                </a:moveTo>
                <a:lnTo>
                  <a:pt x="217493" y="388249"/>
                </a:lnTo>
                <a:lnTo>
                  <a:pt x="405197" y="388249"/>
                </a:lnTo>
                <a:lnTo>
                  <a:pt x="405197" y="199054"/>
                </a:lnTo>
                <a:close/>
                <a:moveTo>
                  <a:pt x="545285" y="165899"/>
                </a:moveTo>
                <a:lnTo>
                  <a:pt x="599638" y="165899"/>
                </a:lnTo>
                <a:cubicBezTo>
                  <a:pt x="604650" y="165899"/>
                  <a:pt x="608697" y="170025"/>
                  <a:pt x="608697" y="174918"/>
                </a:cubicBezTo>
                <a:cubicBezTo>
                  <a:pt x="608697" y="179908"/>
                  <a:pt x="604650" y="184034"/>
                  <a:pt x="599638" y="184034"/>
                </a:cubicBezTo>
                <a:lnTo>
                  <a:pt x="545285" y="184034"/>
                </a:lnTo>
                <a:cubicBezTo>
                  <a:pt x="540274" y="184034"/>
                  <a:pt x="536226" y="179908"/>
                  <a:pt x="536226" y="174918"/>
                </a:cubicBezTo>
                <a:cubicBezTo>
                  <a:pt x="536226" y="170025"/>
                  <a:pt x="540274" y="165899"/>
                  <a:pt x="545285" y="165899"/>
                </a:cubicBezTo>
                <a:close/>
                <a:moveTo>
                  <a:pt x="9050" y="165899"/>
                </a:moveTo>
                <a:lnTo>
                  <a:pt x="63350" y="165899"/>
                </a:lnTo>
                <a:cubicBezTo>
                  <a:pt x="68356" y="165899"/>
                  <a:pt x="72400" y="170025"/>
                  <a:pt x="72400" y="175014"/>
                </a:cubicBezTo>
                <a:cubicBezTo>
                  <a:pt x="72400" y="179908"/>
                  <a:pt x="68356" y="184034"/>
                  <a:pt x="63350" y="184034"/>
                </a:cubicBezTo>
                <a:lnTo>
                  <a:pt x="9050" y="184034"/>
                </a:lnTo>
                <a:cubicBezTo>
                  <a:pt x="4043" y="184034"/>
                  <a:pt x="0" y="179908"/>
                  <a:pt x="0" y="175014"/>
                </a:cubicBezTo>
                <a:cubicBezTo>
                  <a:pt x="0" y="170025"/>
                  <a:pt x="4043" y="165899"/>
                  <a:pt x="9050" y="165899"/>
                </a:cubicBezTo>
                <a:close/>
                <a:moveTo>
                  <a:pt x="191490" y="149807"/>
                </a:moveTo>
                <a:cubicBezTo>
                  <a:pt x="181570" y="149807"/>
                  <a:pt x="173577" y="157790"/>
                  <a:pt x="173577" y="167697"/>
                </a:cubicBezTo>
                <a:cubicBezTo>
                  <a:pt x="173577" y="177508"/>
                  <a:pt x="181570" y="185588"/>
                  <a:pt x="191490" y="185588"/>
                </a:cubicBezTo>
                <a:cubicBezTo>
                  <a:pt x="201313" y="185588"/>
                  <a:pt x="209403" y="177508"/>
                  <a:pt x="209403" y="167697"/>
                </a:cubicBezTo>
                <a:cubicBezTo>
                  <a:pt x="209403" y="157790"/>
                  <a:pt x="201313" y="149807"/>
                  <a:pt x="191490" y="149807"/>
                </a:cubicBezTo>
                <a:close/>
                <a:moveTo>
                  <a:pt x="162983" y="96040"/>
                </a:moveTo>
                <a:lnTo>
                  <a:pt x="457780" y="96040"/>
                </a:lnTo>
                <a:cubicBezTo>
                  <a:pt x="488791" y="96040"/>
                  <a:pt x="513928" y="121240"/>
                  <a:pt x="513928" y="152115"/>
                </a:cubicBezTo>
                <a:lnTo>
                  <a:pt x="513928" y="446634"/>
                </a:lnTo>
                <a:cubicBezTo>
                  <a:pt x="513928" y="477509"/>
                  <a:pt x="488791" y="502709"/>
                  <a:pt x="457780" y="502709"/>
                </a:cubicBezTo>
                <a:lnTo>
                  <a:pt x="162983" y="502709"/>
                </a:lnTo>
                <a:cubicBezTo>
                  <a:pt x="131972" y="502709"/>
                  <a:pt x="106836" y="477509"/>
                  <a:pt x="106836" y="446634"/>
                </a:cubicBezTo>
                <a:lnTo>
                  <a:pt x="106836" y="152115"/>
                </a:lnTo>
                <a:cubicBezTo>
                  <a:pt x="106836" y="121240"/>
                  <a:pt x="131972" y="96040"/>
                  <a:pt x="162983" y="96040"/>
                </a:cubicBezTo>
                <a:close/>
                <a:moveTo>
                  <a:pt x="432518" y="0"/>
                </a:moveTo>
                <a:cubicBezTo>
                  <a:pt x="437527" y="0"/>
                  <a:pt x="441669" y="4039"/>
                  <a:pt x="441669" y="9041"/>
                </a:cubicBezTo>
                <a:lnTo>
                  <a:pt x="441669" y="63289"/>
                </a:lnTo>
                <a:cubicBezTo>
                  <a:pt x="441669" y="68290"/>
                  <a:pt x="437527" y="72330"/>
                  <a:pt x="432518" y="72330"/>
                </a:cubicBezTo>
                <a:cubicBezTo>
                  <a:pt x="427605" y="72330"/>
                  <a:pt x="423463" y="68290"/>
                  <a:pt x="423463" y="63289"/>
                </a:cubicBezTo>
                <a:lnTo>
                  <a:pt x="423463" y="9041"/>
                </a:lnTo>
                <a:cubicBezTo>
                  <a:pt x="423463" y="4039"/>
                  <a:pt x="427509" y="0"/>
                  <a:pt x="432518" y="0"/>
                </a:cubicBezTo>
                <a:close/>
                <a:moveTo>
                  <a:pt x="383134" y="0"/>
                </a:moveTo>
                <a:cubicBezTo>
                  <a:pt x="388150" y="0"/>
                  <a:pt x="392202" y="4039"/>
                  <a:pt x="392202" y="9041"/>
                </a:cubicBezTo>
                <a:lnTo>
                  <a:pt x="392202" y="63289"/>
                </a:lnTo>
                <a:cubicBezTo>
                  <a:pt x="392202" y="68290"/>
                  <a:pt x="388150" y="72330"/>
                  <a:pt x="383134" y="72330"/>
                </a:cubicBezTo>
                <a:cubicBezTo>
                  <a:pt x="378118" y="72330"/>
                  <a:pt x="374067" y="68290"/>
                  <a:pt x="374067" y="63289"/>
                </a:cubicBezTo>
                <a:lnTo>
                  <a:pt x="374067" y="9041"/>
                </a:lnTo>
                <a:cubicBezTo>
                  <a:pt x="374067" y="4039"/>
                  <a:pt x="378118" y="0"/>
                  <a:pt x="383134" y="0"/>
                </a:cubicBezTo>
                <a:close/>
                <a:moveTo>
                  <a:pt x="332764" y="0"/>
                </a:moveTo>
                <a:cubicBezTo>
                  <a:pt x="337773" y="0"/>
                  <a:pt x="341819" y="4039"/>
                  <a:pt x="341819" y="9041"/>
                </a:cubicBezTo>
                <a:lnTo>
                  <a:pt x="341819" y="63289"/>
                </a:lnTo>
                <a:cubicBezTo>
                  <a:pt x="341819" y="68290"/>
                  <a:pt x="337773" y="72330"/>
                  <a:pt x="332764" y="72330"/>
                </a:cubicBezTo>
                <a:cubicBezTo>
                  <a:pt x="327755" y="72330"/>
                  <a:pt x="323613" y="68290"/>
                  <a:pt x="323613" y="63289"/>
                </a:cubicBezTo>
                <a:lnTo>
                  <a:pt x="323613" y="9041"/>
                </a:lnTo>
                <a:cubicBezTo>
                  <a:pt x="323613" y="4039"/>
                  <a:pt x="327755" y="0"/>
                  <a:pt x="332764" y="0"/>
                </a:cubicBezTo>
                <a:close/>
                <a:moveTo>
                  <a:pt x="283249" y="0"/>
                </a:moveTo>
                <a:cubicBezTo>
                  <a:pt x="288246" y="0"/>
                  <a:pt x="292282" y="4039"/>
                  <a:pt x="292282" y="9041"/>
                </a:cubicBezTo>
                <a:lnTo>
                  <a:pt x="292282" y="63289"/>
                </a:lnTo>
                <a:cubicBezTo>
                  <a:pt x="292282" y="68290"/>
                  <a:pt x="288246" y="72330"/>
                  <a:pt x="283249" y="72330"/>
                </a:cubicBezTo>
                <a:cubicBezTo>
                  <a:pt x="278253" y="72330"/>
                  <a:pt x="274217" y="68290"/>
                  <a:pt x="274217" y="63289"/>
                </a:cubicBezTo>
                <a:lnTo>
                  <a:pt x="274217" y="9041"/>
                </a:lnTo>
                <a:cubicBezTo>
                  <a:pt x="274217" y="4039"/>
                  <a:pt x="278253" y="0"/>
                  <a:pt x="283249" y="0"/>
                </a:cubicBezTo>
                <a:close/>
                <a:moveTo>
                  <a:pt x="237712" y="0"/>
                </a:moveTo>
                <a:cubicBezTo>
                  <a:pt x="242625" y="0"/>
                  <a:pt x="246767" y="4039"/>
                  <a:pt x="246767" y="9041"/>
                </a:cubicBezTo>
                <a:lnTo>
                  <a:pt x="246767" y="63289"/>
                </a:lnTo>
                <a:cubicBezTo>
                  <a:pt x="246767" y="68290"/>
                  <a:pt x="242625" y="72330"/>
                  <a:pt x="237712" y="72330"/>
                </a:cubicBezTo>
                <a:cubicBezTo>
                  <a:pt x="232607" y="72330"/>
                  <a:pt x="228561" y="68290"/>
                  <a:pt x="228561" y="63289"/>
                </a:cubicBezTo>
                <a:lnTo>
                  <a:pt x="228561" y="9041"/>
                </a:lnTo>
                <a:cubicBezTo>
                  <a:pt x="228561" y="4039"/>
                  <a:pt x="232607" y="0"/>
                  <a:pt x="237712" y="0"/>
                </a:cubicBezTo>
                <a:close/>
                <a:moveTo>
                  <a:pt x="188198" y="0"/>
                </a:moveTo>
                <a:cubicBezTo>
                  <a:pt x="193195" y="0"/>
                  <a:pt x="197231" y="4039"/>
                  <a:pt x="197231" y="9041"/>
                </a:cubicBezTo>
                <a:lnTo>
                  <a:pt x="197231" y="63289"/>
                </a:lnTo>
                <a:cubicBezTo>
                  <a:pt x="197231" y="68290"/>
                  <a:pt x="193195" y="72330"/>
                  <a:pt x="188198" y="72330"/>
                </a:cubicBezTo>
                <a:cubicBezTo>
                  <a:pt x="183202" y="72330"/>
                  <a:pt x="179166" y="68290"/>
                  <a:pt x="179166" y="63289"/>
                </a:cubicBezTo>
                <a:lnTo>
                  <a:pt x="179166" y="9041"/>
                </a:lnTo>
                <a:cubicBezTo>
                  <a:pt x="179166" y="4039"/>
                  <a:pt x="183202" y="0"/>
                  <a:pt x="1881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anchor="ctr" anchorCtr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Shape3"/>
          <p:cNvSpPr/>
          <p:nvPr>
            <p:custDataLst>
              <p:tags r:id="rId6"/>
            </p:custDataLst>
          </p:nvPr>
        </p:nvSpPr>
        <p:spPr>
          <a:xfrm>
            <a:off x="3229110" y="2906721"/>
            <a:ext cx="1059008" cy="1057966"/>
          </a:xfrm>
          <a:custGeom>
            <a:avLst/>
            <a:gdLst>
              <a:gd name="connsiteX0" fmla="*/ 1837373 w 1890117"/>
              <a:gd name="connsiteY0" fmla="*/ 347663 h 1888256"/>
              <a:gd name="connsiteX1" fmla="*/ 956310 w 1890117"/>
              <a:gd name="connsiteY1" fmla="*/ 714375 h 1888256"/>
              <a:gd name="connsiteX2" fmla="*/ 73343 w 1890117"/>
              <a:gd name="connsiteY2" fmla="*/ 347663 h 1888256"/>
              <a:gd name="connsiteX3" fmla="*/ 954405 w 1890117"/>
              <a:gd name="connsiteY3" fmla="*/ 0 h 1888256"/>
              <a:gd name="connsiteX4" fmla="*/ 1837373 w 1890117"/>
              <a:gd name="connsiteY4" fmla="*/ 347663 h 1888256"/>
              <a:gd name="connsiteX5" fmla="*/ 952 w 1890117"/>
              <a:gd name="connsiteY5" fmla="*/ 500063 h 1888256"/>
              <a:gd name="connsiteX6" fmla="*/ 880110 w 1890117"/>
              <a:gd name="connsiteY6" fmla="*/ 874395 h 1888256"/>
              <a:gd name="connsiteX7" fmla="*/ 880110 w 1890117"/>
              <a:gd name="connsiteY7" fmla="*/ 1889756 h 1888256"/>
              <a:gd name="connsiteX8" fmla="*/ 661988 w 1890117"/>
              <a:gd name="connsiteY8" fmla="*/ 1790700 h 1888256"/>
              <a:gd name="connsiteX9" fmla="*/ 442913 w 1890117"/>
              <a:gd name="connsiteY9" fmla="*/ 1693545 h 1888256"/>
              <a:gd name="connsiteX10" fmla="*/ 198120 w 1890117"/>
              <a:gd name="connsiteY10" fmla="*/ 1586865 h 1888256"/>
              <a:gd name="connsiteX11" fmla="*/ 117158 w 1890117"/>
              <a:gd name="connsiteY11" fmla="*/ 1532573 h 1888256"/>
              <a:gd name="connsiteX12" fmla="*/ 54293 w 1890117"/>
              <a:gd name="connsiteY12" fmla="*/ 1458278 h 1888256"/>
              <a:gd name="connsiteX13" fmla="*/ 14287 w 1890117"/>
              <a:gd name="connsiteY13" fmla="*/ 1372553 h 1888256"/>
              <a:gd name="connsiteX14" fmla="*/ 0 w 1890117"/>
              <a:gd name="connsiteY14" fmla="*/ 1283970 h 1888256"/>
              <a:gd name="connsiteX15" fmla="*/ 952 w 1890117"/>
              <a:gd name="connsiteY15" fmla="*/ 500063 h 1888256"/>
              <a:gd name="connsiteX16" fmla="*/ 1891665 w 1890117"/>
              <a:gd name="connsiteY16" fmla="*/ 500063 h 1888256"/>
              <a:gd name="connsiteX17" fmla="*/ 1891665 w 1890117"/>
              <a:gd name="connsiteY17" fmla="*/ 1280160 h 1888256"/>
              <a:gd name="connsiteX18" fmla="*/ 1871666 w 1890117"/>
              <a:gd name="connsiteY18" fmla="*/ 1383983 h 1888256"/>
              <a:gd name="connsiteX19" fmla="*/ 1820228 w 1890117"/>
              <a:gd name="connsiteY19" fmla="*/ 1478280 h 1888256"/>
              <a:gd name="connsiteX20" fmla="*/ 1750695 w 1890117"/>
              <a:gd name="connsiteY20" fmla="*/ 1556385 h 1888256"/>
              <a:gd name="connsiteX21" fmla="*/ 1676400 w 1890117"/>
              <a:gd name="connsiteY21" fmla="*/ 1608773 h 1888256"/>
              <a:gd name="connsiteX22" fmla="*/ 1452563 w 1890117"/>
              <a:gd name="connsiteY22" fmla="*/ 1703070 h 1888256"/>
              <a:gd name="connsiteX23" fmla="*/ 1237298 w 1890117"/>
              <a:gd name="connsiteY23" fmla="*/ 1793558 h 1888256"/>
              <a:gd name="connsiteX24" fmla="*/ 1011555 w 1890117"/>
              <a:gd name="connsiteY24" fmla="*/ 1887859 h 1888256"/>
              <a:gd name="connsiteX25" fmla="*/ 1011555 w 1890117"/>
              <a:gd name="connsiteY25" fmla="*/ 874395 h 1888256"/>
              <a:gd name="connsiteX26" fmla="*/ 1891665 w 1890117"/>
              <a:gd name="connsiteY26" fmla="*/ 500063 h 188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890117" h="1888256">
                <a:moveTo>
                  <a:pt x="1837373" y="347663"/>
                </a:moveTo>
                <a:lnTo>
                  <a:pt x="956310" y="714375"/>
                </a:lnTo>
                <a:lnTo>
                  <a:pt x="73343" y="347663"/>
                </a:lnTo>
                <a:lnTo>
                  <a:pt x="954405" y="0"/>
                </a:lnTo>
                <a:lnTo>
                  <a:pt x="1837373" y="347663"/>
                </a:lnTo>
                <a:close/>
                <a:moveTo>
                  <a:pt x="952" y="500063"/>
                </a:moveTo>
                <a:lnTo>
                  <a:pt x="880110" y="874395"/>
                </a:lnTo>
                <a:lnTo>
                  <a:pt x="880110" y="1889756"/>
                </a:lnTo>
                <a:cubicBezTo>
                  <a:pt x="810578" y="1858328"/>
                  <a:pt x="737235" y="1824990"/>
                  <a:pt x="661988" y="1790700"/>
                </a:cubicBezTo>
                <a:cubicBezTo>
                  <a:pt x="589598" y="1758315"/>
                  <a:pt x="516255" y="1725930"/>
                  <a:pt x="442913" y="1693545"/>
                </a:cubicBezTo>
                <a:cubicBezTo>
                  <a:pt x="361950" y="1657350"/>
                  <a:pt x="280035" y="1622108"/>
                  <a:pt x="198120" y="1586865"/>
                </a:cubicBezTo>
                <a:cubicBezTo>
                  <a:pt x="168593" y="1573530"/>
                  <a:pt x="140970" y="1554480"/>
                  <a:pt x="117158" y="1532573"/>
                </a:cubicBezTo>
                <a:cubicBezTo>
                  <a:pt x="93345" y="1510665"/>
                  <a:pt x="72390" y="1485900"/>
                  <a:pt x="54293" y="1458278"/>
                </a:cubicBezTo>
                <a:cubicBezTo>
                  <a:pt x="37148" y="1431608"/>
                  <a:pt x="23813" y="1403033"/>
                  <a:pt x="14287" y="1372553"/>
                </a:cubicBezTo>
                <a:cubicBezTo>
                  <a:pt x="4762" y="1343978"/>
                  <a:pt x="0" y="1314450"/>
                  <a:pt x="0" y="1283970"/>
                </a:cubicBezTo>
                <a:lnTo>
                  <a:pt x="952" y="500063"/>
                </a:lnTo>
                <a:close/>
                <a:moveTo>
                  <a:pt x="1891665" y="500063"/>
                </a:moveTo>
                <a:lnTo>
                  <a:pt x="1891665" y="1280160"/>
                </a:lnTo>
                <a:cubicBezTo>
                  <a:pt x="1891665" y="1315403"/>
                  <a:pt x="1885005" y="1350645"/>
                  <a:pt x="1871666" y="1383983"/>
                </a:cubicBezTo>
                <a:cubicBezTo>
                  <a:pt x="1858328" y="1417320"/>
                  <a:pt x="1841183" y="1449705"/>
                  <a:pt x="1820228" y="1478280"/>
                </a:cubicBezTo>
                <a:cubicBezTo>
                  <a:pt x="1800225" y="1506855"/>
                  <a:pt x="1776413" y="1533525"/>
                  <a:pt x="1750695" y="1556385"/>
                </a:cubicBezTo>
                <a:cubicBezTo>
                  <a:pt x="1724978" y="1579245"/>
                  <a:pt x="1700213" y="1596390"/>
                  <a:pt x="1676400" y="1608773"/>
                </a:cubicBezTo>
                <a:cubicBezTo>
                  <a:pt x="1604963" y="1639253"/>
                  <a:pt x="1530668" y="1670685"/>
                  <a:pt x="1452563" y="1703070"/>
                </a:cubicBezTo>
                <a:cubicBezTo>
                  <a:pt x="1381125" y="1733550"/>
                  <a:pt x="1308735" y="1764030"/>
                  <a:pt x="1237298" y="1793558"/>
                </a:cubicBezTo>
                <a:cubicBezTo>
                  <a:pt x="1162050" y="1825943"/>
                  <a:pt x="1086803" y="1857375"/>
                  <a:pt x="1011555" y="1887859"/>
                </a:cubicBezTo>
                <a:lnTo>
                  <a:pt x="1011555" y="874395"/>
                </a:lnTo>
                <a:lnTo>
                  <a:pt x="1891665" y="500063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wrap="square" rtlCol="0" anchor="ctr" anchorCtr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Shape4"/>
          <p:cNvGrpSpPr/>
          <p:nvPr>
            <p:custDataLst>
              <p:tags r:id="rId7"/>
            </p:custDataLst>
          </p:nvPr>
        </p:nvGrpSpPr>
        <p:grpSpPr>
          <a:xfrm flipV="1">
            <a:off x="4969410" y="1741863"/>
            <a:ext cx="104172" cy="4478138"/>
            <a:chOff x="4051574" y="1741863"/>
            <a:chExt cx="104172" cy="4478138"/>
          </a:xfrm>
        </p:grpSpPr>
        <p:sp>
          <p:nvSpPr>
            <p:cNvPr id="19" name="椭圆 18"/>
            <p:cNvSpPr/>
            <p:nvPr>
              <p:custDataLst>
                <p:tags r:id="rId36"/>
              </p:custDataLst>
            </p:nvPr>
          </p:nvSpPr>
          <p:spPr>
            <a:xfrm rot="15600000">
              <a:off x="1864591" y="3945444"/>
              <a:ext cx="4478138" cy="70976"/>
            </a:xfrm>
            <a:prstGeom prst="ellipse">
              <a:avLst/>
            </a:prstGeom>
            <a:gradFill flip="none" rotWithShape="1">
              <a:gsLst>
                <a:gs pos="100000">
                  <a:schemeClr val="accent6">
                    <a:alpha val="0"/>
                  </a:schemeClr>
                </a:gs>
                <a:gs pos="0">
                  <a:schemeClr val="accent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37"/>
              </p:custDataLst>
            </p:nvPr>
          </p:nvSpPr>
          <p:spPr>
            <a:xfrm rot="15600000">
              <a:off x="3096079" y="3928846"/>
              <a:ext cx="2015162" cy="104172"/>
            </a:xfrm>
            <a:prstGeom prst="ellipse">
              <a:avLst/>
            </a:prstGeom>
            <a:gradFill flip="none" rotWithShape="1"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1" name="Text3"/>
          <p:cNvSpPr txBox="1"/>
          <p:nvPr>
            <p:custDataLst>
              <p:tags r:id="rId8"/>
            </p:custDataLst>
          </p:nvPr>
        </p:nvSpPr>
        <p:spPr>
          <a:xfrm>
            <a:off x="1143000" y="677222"/>
            <a:ext cx="10339938" cy="633187"/>
          </a:xfrm>
          <a:prstGeom prst="rect">
            <a:avLst/>
          </a:prstGeom>
          <a:ln w="3175">
            <a:noFill/>
          </a:ln>
        </p:spPr>
        <p:txBody>
          <a:bodyPr wrap="square" anchor="ctr" anchorCtr="1">
            <a:normAutofit fontScale="97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核心设计：邮件原文与用户视图分离</a:t>
            </a:r>
          </a:p>
        </p:txBody>
      </p:sp>
      <p:sp>
        <p:nvSpPr>
          <p:cNvPr id="9" name="Text4"/>
          <p:cNvSpPr txBox="1"/>
          <p:nvPr>
            <p:custDataLst>
              <p:tags r:id="rId9"/>
            </p:custDataLst>
          </p:nvPr>
        </p:nvSpPr>
        <p:spPr>
          <a:xfrm>
            <a:off x="2892080" y="4766542"/>
            <a:ext cx="1733069" cy="1602528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该表存储每个用户对同一封邮件的私有视图，包含所属文件夹、已读未读状态、星标标记、软删除标记、优先级等个性化信息，一封邮件对应N条记录。</a:t>
            </a:r>
          </a:p>
        </p:txBody>
      </p:sp>
      <p:sp>
        <p:nvSpPr>
          <p:cNvPr id="10" name="Text5"/>
          <p:cNvSpPr txBox="1"/>
          <p:nvPr>
            <p:custDataLst>
              <p:tags r:id="rId10"/>
            </p:custDataLst>
          </p:nvPr>
        </p:nvSpPr>
        <p:spPr>
          <a:xfrm>
            <a:off x="2730141" y="4366432"/>
            <a:ext cx="2056946" cy="400110"/>
          </a:xfrm>
          <a:prstGeom prst="rect">
            <a:avLst/>
          </a:prstGeom>
        </p:spPr>
        <p:txBody>
          <a:bodyPr wrap="square" anchor="ctr" anchorCtr="1">
            <a:normAutofit fontScale="6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cap="all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mailbox_item表设计</a:t>
            </a:r>
          </a:p>
        </p:txBody>
      </p:sp>
      <p:grpSp>
        <p:nvGrpSpPr>
          <p:cNvPr id="14" name="Shape5"/>
          <p:cNvGrpSpPr/>
          <p:nvPr>
            <p:custDataLst>
              <p:tags r:id="rId11"/>
            </p:custDataLst>
          </p:nvPr>
        </p:nvGrpSpPr>
        <p:grpSpPr>
          <a:xfrm>
            <a:off x="7242168" y="1894263"/>
            <a:ext cx="104172" cy="4478138"/>
            <a:chOff x="4051574" y="1741863"/>
            <a:chExt cx="104172" cy="4478138"/>
          </a:xfrm>
        </p:grpSpPr>
        <p:sp>
          <p:nvSpPr>
            <p:cNvPr id="15" name="椭圆 14"/>
            <p:cNvSpPr/>
            <p:nvPr>
              <p:custDataLst>
                <p:tags r:id="rId34"/>
              </p:custDataLst>
            </p:nvPr>
          </p:nvSpPr>
          <p:spPr>
            <a:xfrm rot="15600000">
              <a:off x="1864591" y="3945444"/>
              <a:ext cx="4478138" cy="70976"/>
            </a:xfrm>
            <a:prstGeom prst="ellipse">
              <a:avLst/>
            </a:prstGeom>
            <a:gradFill flip="none" rotWithShape="1">
              <a:gsLst>
                <a:gs pos="100000">
                  <a:schemeClr val="accent6">
                    <a:alpha val="0"/>
                  </a:schemeClr>
                </a:gs>
                <a:gs pos="0">
                  <a:schemeClr val="accent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35"/>
              </p:custDataLst>
            </p:nvPr>
          </p:nvSpPr>
          <p:spPr>
            <a:xfrm rot="15600000">
              <a:off x="3096079" y="3928846"/>
              <a:ext cx="2015162" cy="104172"/>
            </a:xfrm>
            <a:prstGeom prst="ellipse">
              <a:avLst/>
            </a:prstGeom>
            <a:gradFill flip="none" rotWithShape="1"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3" name="Shape6"/>
          <p:cNvSpPr>
            <a:spLocks noChangeAspect="1"/>
          </p:cNvSpPr>
          <p:nvPr>
            <p:custDataLst>
              <p:tags r:id="rId12"/>
            </p:custDataLst>
          </p:nvPr>
        </p:nvSpPr>
        <p:spPr bwMode="auto">
          <a:xfrm>
            <a:off x="7991689" y="2906721"/>
            <a:ext cx="909854" cy="1001878"/>
          </a:xfrm>
          <a:custGeom>
            <a:avLst/>
            <a:gdLst>
              <a:gd name="T0" fmla="*/ 409 w 409"/>
              <a:gd name="T1" fmla="*/ 391 h 451"/>
              <a:gd name="T2" fmla="*/ 409 w 409"/>
              <a:gd name="T3" fmla="*/ 451 h 451"/>
              <a:gd name="T4" fmla="*/ 0 w 409"/>
              <a:gd name="T5" fmla="*/ 451 h 451"/>
              <a:gd name="T6" fmla="*/ 0 w 409"/>
              <a:gd name="T7" fmla="*/ 391 h 451"/>
              <a:gd name="T8" fmla="*/ 54 w 409"/>
              <a:gd name="T9" fmla="*/ 314 h 451"/>
              <a:gd name="T10" fmla="*/ 121 w 409"/>
              <a:gd name="T11" fmla="*/ 282 h 451"/>
              <a:gd name="T12" fmla="*/ 167 w 409"/>
              <a:gd name="T13" fmla="*/ 378 h 451"/>
              <a:gd name="T14" fmla="*/ 190 w 409"/>
              <a:gd name="T15" fmla="*/ 314 h 451"/>
              <a:gd name="T16" fmla="*/ 205 w 409"/>
              <a:gd name="T17" fmla="*/ 316 h 451"/>
              <a:gd name="T18" fmla="*/ 219 w 409"/>
              <a:gd name="T19" fmla="*/ 314 h 451"/>
              <a:gd name="T20" fmla="*/ 241 w 409"/>
              <a:gd name="T21" fmla="*/ 375 h 451"/>
              <a:gd name="T22" fmla="*/ 286 w 409"/>
              <a:gd name="T23" fmla="*/ 281 h 451"/>
              <a:gd name="T24" fmla="*/ 355 w 409"/>
              <a:gd name="T25" fmla="*/ 314 h 451"/>
              <a:gd name="T26" fmla="*/ 409 w 409"/>
              <a:gd name="T27" fmla="*/ 391 h 451"/>
              <a:gd name="T28" fmla="*/ 60 w 409"/>
              <a:gd name="T29" fmla="*/ 181 h 451"/>
              <a:gd name="T30" fmla="*/ 60 w 409"/>
              <a:gd name="T31" fmla="*/ 137 h 451"/>
              <a:gd name="T32" fmla="*/ 70 w 409"/>
              <a:gd name="T33" fmla="*/ 120 h 451"/>
              <a:gd name="T34" fmla="*/ 205 w 409"/>
              <a:gd name="T35" fmla="*/ 0 h 451"/>
              <a:gd name="T36" fmla="*/ 339 w 409"/>
              <a:gd name="T37" fmla="*/ 120 h 451"/>
              <a:gd name="T38" fmla="*/ 349 w 409"/>
              <a:gd name="T39" fmla="*/ 137 h 451"/>
              <a:gd name="T40" fmla="*/ 349 w 409"/>
              <a:gd name="T41" fmla="*/ 181 h 451"/>
              <a:gd name="T42" fmla="*/ 328 w 409"/>
              <a:gd name="T43" fmla="*/ 202 h 451"/>
              <a:gd name="T44" fmla="*/ 307 w 409"/>
              <a:gd name="T45" fmla="*/ 181 h 451"/>
              <a:gd name="T46" fmla="*/ 307 w 409"/>
              <a:gd name="T47" fmla="*/ 172 h 451"/>
              <a:gd name="T48" fmla="*/ 205 w 409"/>
              <a:gd name="T49" fmla="*/ 281 h 451"/>
              <a:gd name="T50" fmla="*/ 102 w 409"/>
              <a:gd name="T51" fmla="*/ 172 h 451"/>
              <a:gd name="T52" fmla="*/ 102 w 409"/>
              <a:gd name="T53" fmla="*/ 181 h 451"/>
              <a:gd name="T54" fmla="*/ 87 w 409"/>
              <a:gd name="T55" fmla="*/ 201 h 451"/>
              <a:gd name="T56" fmla="*/ 140 w 409"/>
              <a:gd name="T57" fmla="*/ 269 h 451"/>
              <a:gd name="T58" fmla="*/ 156 w 409"/>
              <a:gd name="T59" fmla="*/ 271 h 451"/>
              <a:gd name="T60" fmla="*/ 166 w 409"/>
              <a:gd name="T61" fmla="*/ 292 h 451"/>
              <a:gd name="T62" fmla="*/ 143 w 409"/>
              <a:gd name="T63" fmla="*/ 295 h 451"/>
              <a:gd name="T64" fmla="*/ 132 w 409"/>
              <a:gd name="T65" fmla="*/ 280 h 451"/>
              <a:gd name="T66" fmla="*/ 73 w 409"/>
              <a:gd name="T67" fmla="*/ 200 h 451"/>
              <a:gd name="T68" fmla="*/ 60 w 409"/>
              <a:gd name="T69" fmla="*/ 181 h 451"/>
              <a:gd name="T70" fmla="*/ 84 w 409"/>
              <a:gd name="T71" fmla="*/ 115 h 451"/>
              <a:gd name="T72" fmla="*/ 86 w 409"/>
              <a:gd name="T73" fmla="*/ 115 h 451"/>
              <a:gd name="T74" fmla="*/ 89 w 409"/>
              <a:gd name="T75" fmla="*/ 118 h 451"/>
              <a:gd name="T76" fmla="*/ 100 w 409"/>
              <a:gd name="T77" fmla="*/ 128 h 451"/>
              <a:gd name="T78" fmla="*/ 205 w 409"/>
              <a:gd name="T79" fmla="*/ 40 h 451"/>
              <a:gd name="T80" fmla="*/ 309 w 409"/>
              <a:gd name="T81" fmla="*/ 128 h 451"/>
              <a:gd name="T82" fmla="*/ 325 w 409"/>
              <a:gd name="T83" fmla="*/ 117 h 451"/>
              <a:gd name="T84" fmla="*/ 205 w 409"/>
              <a:gd name="T85" fmla="*/ 13 h 451"/>
              <a:gd name="T86" fmla="*/ 84 w 409"/>
              <a:gd name="T87" fmla="*/ 115 h 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09" h="451">
                <a:moveTo>
                  <a:pt x="409" y="391"/>
                </a:moveTo>
                <a:lnTo>
                  <a:pt x="409" y="451"/>
                </a:lnTo>
                <a:lnTo>
                  <a:pt x="0" y="451"/>
                </a:lnTo>
                <a:lnTo>
                  <a:pt x="0" y="391"/>
                </a:lnTo>
                <a:cubicBezTo>
                  <a:pt x="0" y="363"/>
                  <a:pt x="25" y="328"/>
                  <a:pt x="54" y="314"/>
                </a:cubicBezTo>
                <a:lnTo>
                  <a:pt x="121" y="282"/>
                </a:lnTo>
                <a:lnTo>
                  <a:pt x="167" y="378"/>
                </a:lnTo>
                <a:lnTo>
                  <a:pt x="190" y="314"/>
                </a:lnTo>
                <a:cubicBezTo>
                  <a:pt x="195" y="315"/>
                  <a:pt x="200" y="316"/>
                  <a:pt x="205" y="316"/>
                </a:cubicBezTo>
                <a:cubicBezTo>
                  <a:pt x="209" y="316"/>
                  <a:pt x="214" y="315"/>
                  <a:pt x="219" y="314"/>
                </a:cubicBezTo>
                <a:lnTo>
                  <a:pt x="241" y="375"/>
                </a:lnTo>
                <a:lnTo>
                  <a:pt x="286" y="281"/>
                </a:lnTo>
                <a:lnTo>
                  <a:pt x="355" y="314"/>
                </a:lnTo>
                <a:cubicBezTo>
                  <a:pt x="385" y="328"/>
                  <a:pt x="409" y="363"/>
                  <a:pt x="409" y="391"/>
                </a:cubicBezTo>
                <a:close/>
                <a:moveTo>
                  <a:pt x="60" y="181"/>
                </a:moveTo>
                <a:lnTo>
                  <a:pt x="60" y="137"/>
                </a:lnTo>
                <a:cubicBezTo>
                  <a:pt x="60" y="130"/>
                  <a:pt x="64" y="124"/>
                  <a:pt x="70" y="120"/>
                </a:cubicBezTo>
                <a:cubicBezTo>
                  <a:pt x="78" y="53"/>
                  <a:pt x="135" y="0"/>
                  <a:pt x="205" y="0"/>
                </a:cubicBezTo>
                <a:cubicBezTo>
                  <a:pt x="274" y="0"/>
                  <a:pt x="331" y="53"/>
                  <a:pt x="339" y="120"/>
                </a:cubicBezTo>
                <a:cubicBezTo>
                  <a:pt x="345" y="124"/>
                  <a:pt x="349" y="130"/>
                  <a:pt x="349" y="137"/>
                </a:cubicBezTo>
                <a:lnTo>
                  <a:pt x="349" y="181"/>
                </a:lnTo>
                <a:cubicBezTo>
                  <a:pt x="349" y="192"/>
                  <a:pt x="339" y="202"/>
                  <a:pt x="328" y="202"/>
                </a:cubicBezTo>
                <a:cubicBezTo>
                  <a:pt x="316" y="202"/>
                  <a:pt x="307" y="192"/>
                  <a:pt x="307" y="181"/>
                </a:cubicBezTo>
                <a:lnTo>
                  <a:pt x="307" y="172"/>
                </a:lnTo>
                <a:cubicBezTo>
                  <a:pt x="296" y="228"/>
                  <a:pt x="254" y="281"/>
                  <a:pt x="205" y="281"/>
                </a:cubicBezTo>
                <a:cubicBezTo>
                  <a:pt x="155" y="281"/>
                  <a:pt x="113" y="228"/>
                  <a:pt x="102" y="172"/>
                </a:cubicBezTo>
                <a:lnTo>
                  <a:pt x="102" y="181"/>
                </a:lnTo>
                <a:cubicBezTo>
                  <a:pt x="102" y="190"/>
                  <a:pt x="96" y="198"/>
                  <a:pt x="87" y="201"/>
                </a:cubicBezTo>
                <a:cubicBezTo>
                  <a:pt x="96" y="229"/>
                  <a:pt x="114" y="253"/>
                  <a:pt x="140" y="269"/>
                </a:cubicBezTo>
                <a:cubicBezTo>
                  <a:pt x="144" y="268"/>
                  <a:pt x="150" y="268"/>
                  <a:pt x="156" y="271"/>
                </a:cubicBezTo>
                <a:cubicBezTo>
                  <a:pt x="165" y="276"/>
                  <a:pt x="170" y="285"/>
                  <a:pt x="166" y="292"/>
                </a:cubicBezTo>
                <a:cubicBezTo>
                  <a:pt x="163" y="298"/>
                  <a:pt x="153" y="300"/>
                  <a:pt x="143" y="295"/>
                </a:cubicBezTo>
                <a:cubicBezTo>
                  <a:pt x="137" y="292"/>
                  <a:pt x="132" y="286"/>
                  <a:pt x="132" y="280"/>
                </a:cubicBezTo>
                <a:cubicBezTo>
                  <a:pt x="103" y="261"/>
                  <a:pt x="82" y="233"/>
                  <a:pt x="73" y="200"/>
                </a:cubicBezTo>
                <a:cubicBezTo>
                  <a:pt x="66" y="197"/>
                  <a:pt x="60" y="190"/>
                  <a:pt x="60" y="181"/>
                </a:cubicBezTo>
                <a:close/>
                <a:moveTo>
                  <a:pt x="84" y="115"/>
                </a:moveTo>
                <a:cubicBezTo>
                  <a:pt x="85" y="115"/>
                  <a:pt x="85" y="115"/>
                  <a:pt x="86" y="115"/>
                </a:cubicBezTo>
                <a:cubicBezTo>
                  <a:pt x="88" y="116"/>
                  <a:pt x="89" y="117"/>
                  <a:pt x="89" y="118"/>
                </a:cubicBezTo>
                <a:cubicBezTo>
                  <a:pt x="94" y="120"/>
                  <a:pt x="98" y="124"/>
                  <a:pt x="100" y="128"/>
                </a:cubicBezTo>
                <a:cubicBezTo>
                  <a:pt x="106" y="70"/>
                  <a:pt x="150" y="40"/>
                  <a:pt x="205" y="40"/>
                </a:cubicBezTo>
                <a:cubicBezTo>
                  <a:pt x="259" y="40"/>
                  <a:pt x="303" y="70"/>
                  <a:pt x="309" y="128"/>
                </a:cubicBezTo>
                <a:cubicBezTo>
                  <a:pt x="312" y="122"/>
                  <a:pt x="318" y="118"/>
                  <a:pt x="325" y="117"/>
                </a:cubicBezTo>
                <a:cubicBezTo>
                  <a:pt x="316" y="58"/>
                  <a:pt x="266" y="13"/>
                  <a:pt x="205" y="13"/>
                </a:cubicBezTo>
                <a:cubicBezTo>
                  <a:pt x="144" y="13"/>
                  <a:pt x="94" y="57"/>
                  <a:pt x="84" y="1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anchor="ctr" anchorCtr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4" name="Shape7"/>
          <p:cNvGrpSpPr/>
          <p:nvPr>
            <p:custDataLst>
              <p:tags r:id="rId13"/>
            </p:custDataLst>
          </p:nvPr>
        </p:nvGrpSpPr>
        <p:grpSpPr>
          <a:xfrm flipV="1">
            <a:off x="9782308" y="1894263"/>
            <a:ext cx="104172" cy="4478138"/>
            <a:chOff x="4051574" y="1741863"/>
            <a:chExt cx="104172" cy="4478138"/>
          </a:xfrm>
        </p:grpSpPr>
        <p:sp>
          <p:nvSpPr>
            <p:cNvPr id="25" name="椭圆 24"/>
            <p:cNvSpPr/>
            <p:nvPr>
              <p:custDataLst>
                <p:tags r:id="rId32"/>
              </p:custDataLst>
            </p:nvPr>
          </p:nvSpPr>
          <p:spPr>
            <a:xfrm rot="15600000">
              <a:off x="1864591" y="3945444"/>
              <a:ext cx="4478138" cy="70976"/>
            </a:xfrm>
            <a:prstGeom prst="ellipse">
              <a:avLst/>
            </a:prstGeom>
            <a:gradFill flip="none" rotWithShape="1">
              <a:gsLst>
                <a:gs pos="100000">
                  <a:schemeClr val="accent6">
                    <a:alpha val="0"/>
                  </a:schemeClr>
                </a:gs>
                <a:gs pos="0">
                  <a:schemeClr val="accent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33"/>
              </p:custDataLst>
            </p:nvPr>
          </p:nvSpPr>
          <p:spPr>
            <a:xfrm rot="15600000">
              <a:off x="3096079" y="3928846"/>
              <a:ext cx="2015162" cy="104172"/>
            </a:xfrm>
            <a:prstGeom prst="ellipse">
              <a:avLst/>
            </a:prstGeom>
            <a:gradFill flip="none" rotWithShape="1"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4" name="Text6"/>
          <p:cNvSpPr txBox="1"/>
          <p:nvPr>
            <p:custDataLst>
              <p:tags r:id="rId14"/>
            </p:custDataLst>
          </p:nvPr>
        </p:nvSpPr>
        <p:spPr>
          <a:xfrm>
            <a:off x="5305899" y="4766543"/>
            <a:ext cx="1733069" cy="1602528"/>
          </a:xfrm>
          <a:prstGeom prst="rect">
            <a:avLst/>
          </a:prstGeom>
        </p:spPr>
        <p:txBody>
          <a:bodyPr wrap="square" anchor="ctr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单个用户删除邮件只会修改自身的mailbox_item标记，不会删除原始邮件数据，其他用户仍然可以正常查看该邮件，发件人已发送箱也不会受影响，符合多用户邮件场景的逻辑。</a:t>
            </a:r>
          </a:p>
        </p:txBody>
      </p:sp>
      <p:sp>
        <p:nvSpPr>
          <p:cNvPr id="35" name="Text7"/>
          <p:cNvSpPr/>
          <p:nvPr>
            <p:custDataLst>
              <p:tags r:id="rId15"/>
            </p:custDataLst>
          </p:nvPr>
        </p:nvSpPr>
        <p:spPr>
          <a:xfrm>
            <a:off x="5143960" y="4366432"/>
            <a:ext cx="2056946" cy="400110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cap="all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Sub itile3</a:t>
            </a:r>
            <a:endParaRPr lang="zh-CN" altLang="en-US" sz="2000" b="1" cap="all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8"/>
          <p:cNvSpPr txBox="1"/>
          <p:nvPr>
            <p:custDataLst>
              <p:tags r:id="rId16"/>
            </p:custDataLst>
          </p:nvPr>
        </p:nvSpPr>
        <p:spPr>
          <a:xfrm>
            <a:off x="7719718" y="4766542"/>
            <a:ext cx="1733069" cy="1602528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邮件附件元信息存储在mail_attachment表，文件实体存储在本地磁盘，与邮件正文分离；用户撰写邮件时选择附件会即时上传为待绑定附件，发送成功后才关联到正式邮件。</a:t>
            </a:r>
          </a:p>
        </p:txBody>
      </p:sp>
      <p:sp>
        <p:nvSpPr>
          <p:cNvPr id="39" name="Text9"/>
          <p:cNvSpPr txBox="1"/>
          <p:nvPr>
            <p:custDataLst>
              <p:tags r:id="rId17"/>
            </p:custDataLst>
          </p:nvPr>
        </p:nvSpPr>
        <p:spPr>
          <a:xfrm>
            <a:off x="7557779" y="4366432"/>
            <a:ext cx="2056946" cy="400110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cap="all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附件存储设计</a:t>
            </a:r>
          </a:p>
        </p:txBody>
      </p:sp>
      <p:sp>
        <p:nvSpPr>
          <p:cNvPr id="40" name="Text10"/>
          <p:cNvSpPr txBox="1"/>
          <p:nvPr>
            <p:custDataLst>
              <p:tags r:id="rId18"/>
            </p:custDataLst>
          </p:nvPr>
        </p:nvSpPr>
        <p:spPr>
          <a:xfrm>
            <a:off x="10153201" y="4766542"/>
            <a:ext cx="1733069" cy="1602528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提供两个维度的邮件分类：mailbox_folder存储系统默认导航位置，包括收件箱、已发送、草稿箱等；mail_category支持用户创建私有语义分类，满足个性化整理需求。</a:t>
            </a:r>
          </a:p>
        </p:txBody>
      </p:sp>
      <p:sp>
        <p:nvSpPr>
          <p:cNvPr id="41" name="Text11"/>
          <p:cNvSpPr txBox="1"/>
          <p:nvPr>
            <p:custDataLst>
              <p:tags r:id="rId19"/>
            </p:custDataLst>
          </p:nvPr>
        </p:nvSpPr>
        <p:spPr>
          <a:xfrm>
            <a:off x="9991262" y="4366432"/>
            <a:ext cx="2056946" cy="400110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cap="all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双维度分类设计</a:t>
            </a:r>
          </a:p>
        </p:txBody>
      </p:sp>
      <p:grpSp>
        <p:nvGrpSpPr>
          <p:cNvPr id="73" name="Shape8"/>
          <p:cNvGrpSpPr/>
          <p:nvPr>
            <p:custDataLst>
              <p:tags r:id="rId20"/>
            </p:custDataLst>
          </p:nvPr>
        </p:nvGrpSpPr>
        <p:grpSpPr>
          <a:xfrm>
            <a:off x="5683995" y="2906721"/>
            <a:ext cx="1033172" cy="918374"/>
            <a:chOff x="5683995" y="2906721"/>
            <a:chExt cx="1033172" cy="918374"/>
          </a:xfrm>
        </p:grpSpPr>
        <p:pic>
          <p:nvPicPr>
            <p:cNvPr id="47" name="图形 46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42"/>
            <a:stretch>
              <a:fillRect/>
            </a:stretch>
          </p:blipFill>
          <p:spPr>
            <a:xfrm>
              <a:off x="5683995" y="2906721"/>
              <a:ext cx="1033172" cy="918374"/>
            </a:xfrm>
            <a:prstGeom prst="rect">
              <a:avLst/>
            </a:prstGeom>
          </p:spPr>
        </p:pic>
        <p:pic>
          <p:nvPicPr>
            <p:cNvPr id="52" name="图形 51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5972314" y="3435195"/>
              <a:ext cx="516587" cy="344390"/>
            </a:xfrm>
            <a:prstGeom prst="rect">
              <a:avLst/>
            </a:prstGeom>
          </p:spPr>
        </p:pic>
        <p:grpSp>
          <p:nvGrpSpPr>
            <p:cNvPr id="66" name="组合 65"/>
            <p:cNvGrpSpPr/>
            <p:nvPr/>
          </p:nvGrpSpPr>
          <p:grpSpPr>
            <a:xfrm>
              <a:off x="5920445" y="2983324"/>
              <a:ext cx="638458" cy="343586"/>
              <a:chOff x="7188983" y="3184718"/>
              <a:chExt cx="638458" cy="343586"/>
            </a:xfrm>
            <a:solidFill>
              <a:srgbClr val="FFFFFF"/>
            </a:solidFill>
          </p:grpSpPr>
          <p:sp>
            <p:nvSpPr>
              <p:cNvPr id="62" name="矩形: 圆角 61"/>
              <p:cNvSpPr/>
              <p:nvPr>
                <p:custDataLst>
                  <p:tags r:id="rId28"/>
                </p:custDataLst>
              </p:nvPr>
            </p:nvSpPr>
            <p:spPr>
              <a:xfrm>
                <a:off x="7188983" y="3184718"/>
                <a:ext cx="111750" cy="34358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63" name="矩形: 圆角 62"/>
              <p:cNvSpPr/>
              <p:nvPr>
                <p:custDataLst>
                  <p:tags r:id="rId29"/>
                </p:custDataLst>
              </p:nvPr>
            </p:nvSpPr>
            <p:spPr>
              <a:xfrm>
                <a:off x="7363266" y="3184718"/>
                <a:ext cx="111750" cy="34358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64" name="矩形: 圆角 63"/>
              <p:cNvSpPr/>
              <p:nvPr>
                <p:custDataLst>
                  <p:tags r:id="rId30"/>
                </p:custDataLst>
              </p:nvPr>
            </p:nvSpPr>
            <p:spPr>
              <a:xfrm>
                <a:off x="7537891" y="3184718"/>
                <a:ext cx="111750" cy="34358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65" name="矩形: 圆角 64"/>
              <p:cNvSpPr/>
              <p:nvPr>
                <p:custDataLst>
                  <p:tags r:id="rId31"/>
                </p:custDataLst>
              </p:nvPr>
            </p:nvSpPr>
            <p:spPr>
              <a:xfrm>
                <a:off x="7715691" y="3184718"/>
                <a:ext cx="111750" cy="34358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2" name="Shape9"/>
          <p:cNvGrpSpPr/>
          <p:nvPr>
            <p:custDataLst>
              <p:tags r:id="rId21"/>
            </p:custDataLst>
          </p:nvPr>
        </p:nvGrpSpPr>
        <p:grpSpPr>
          <a:xfrm>
            <a:off x="10593282" y="2671658"/>
            <a:ext cx="957860" cy="1236941"/>
            <a:chOff x="7363123" y="1762786"/>
            <a:chExt cx="957860" cy="1236941"/>
          </a:xfrm>
        </p:grpSpPr>
        <p:pic>
          <p:nvPicPr>
            <p:cNvPr id="57" name="图形 56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4"/>
            <a:stretch>
              <a:fillRect/>
            </a:stretch>
          </p:blipFill>
          <p:spPr>
            <a:xfrm>
              <a:off x="7363123" y="1762786"/>
              <a:ext cx="957860" cy="1017726"/>
            </a:xfrm>
            <a:prstGeom prst="rect">
              <a:avLst/>
            </a:prstGeom>
          </p:spPr>
        </p:pic>
        <p:sp>
          <p:nvSpPr>
            <p:cNvPr id="68" name="矩形: 圆角 67"/>
            <p:cNvSpPr/>
            <p:nvPr>
              <p:custDataLst>
                <p:tags r:id="rId23"/>
              </p:custDataLst>
            </p:nvPr>
          </p:nvSpPr>
          <p:spPr>
            <a:xfrm>
              <a:off x="7588999" y="2576766"/>
              <a:ext cx="111750" cy="34358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9" name="矩形: 圆角 68"/>
            <p:cNvSpPr/>
            <p:nvPr>
              <p:custDataLst>
                <p:tags r:id="rId24"/>
              </p:custDataLst>
            </p:nvPr>
          </p:nvSpPr>
          <p:spPr>
            <a:xfrm>
              <a:off x="7763282" y="2656141"/>
              <a:ext cx="111750" cy="34358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0" name="矩形: 圆角 69"/>
            <p:cNvSpPr/>
            <p:nvPr>
              <p:custDataLst>
                <p:tags r:id="rId25"/>
              </p:custDataLst>
            </p:nvPr>
          </p:nvSpPr>
          <p:spPr>
            <a:xfrm>
              <a:off x="7937907" y="2576766"/>
              <a:ext cx="111750" cy="34358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1"/>
          <p:cNvSpPr txBox="1"/>
          <p:nvPr>
            <p:custDataLst>
              <p:tags r:id="rId2"/>
            </p:custDataLst>
          </p:nvPr>
        </p:nvSpPr>
        <p:spPr bwMode="auto">
          <a:xfrm>
            <a:off x="8517870" y="4790440"/>
            <a:ext cx="3115551" cy="14325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>
            <a:normAutofit/>
          </a:bodyPr>
          <a:lstStyle>
            <a:defPPr>
              <a:defRPr lang="zh-CN"/>
            </a:defPPr>
            <a:lvl1pPr marL="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1pPr>
            <a:lvl2pPr marL="742950" indent="-28575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2pPr>
            <a:lvl3pPr marL="1143000" indent="-22860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3pPr>
            <a:lvl4pPr marL="1600200" indent="-22860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4pPr>
            <a:lvl5pPr marL="2057400" indent="-22860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5pPr>
            <a:lvl6pPr marL="25146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6pPr>
            <a:lvl7pPr marL="29718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7pPr>
            <a:lvl8pPr marL="34290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8pPr>
            <a:lvl9pPr marL="38862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 b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本页配套核心数据模型实体关系图，标注各表核心字段与一对多关系，清晰展示分离设计的结构，体现项目的设计深度，便于理解模型设计思路。</a:t>
            </a:r>
          </a:p>
        </p:txBody>
      </p:sp>
      <p:sp>
        <p:nvSpPr>
          <p:cNvPr id="25" name="Text2"/>
          <p:cNvSpPr txBox="1"/>
          <p:nvPr>
            <p:custDataLst>
              <p:tags r:id="rId3"/>
            </p:custDataLst>
          </p:nvPr>
        </p:nvSpPr>
        <p:spPr bwMode="auto">
          <a:xfrm>
            <a:off x="8530529" y="4222115"/>
            <a:ext cx="3371850" cy="48641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1pPr>
            <a:lvl2pPr marL="742950" indent="-28575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2pPr>
            <a:lvl3pPr marL="1143000" indent="-22860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3pPr>
            <a:lvl4pPr marL="1600200" indent="-22860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4pPr>
            <a:lvl5pPr marL="2057400" indent="-22860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5pPr>
            <a:lvl6pPr marL="25146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6pPr>
            <a:lvl7pPr marL="29718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7pPr>
            <a:lvl8pPr marL="34290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8pPr>
            <a:lvl9pPr marL="38862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9pPr>
          </a:lstStyle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模型关系示意图</a:t>
            </a:r>
          </a:p>
        </p:txBody>
      </p:sp>
      <p:sp>
        <p:nvSpPr>
          <p:cNvPr id="27" name="Text3"/>
          <p:cNvSpPr txBox="1"/>
          <p:nvPr>
            <p:custDataLst>
              <p:tags r:id="rId4"/>
            </p:custDataLst>
          </p:nvPr>
        </p:nvSpPr>
        <p:spPr bwMode="auto">
          <a:xfrm>
            <a:off x="1034395" y="2344420"/>
            <a:ext cx="2926211" cy="14325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>
            <a:normAutofit/>
          </a:bodyPr>
          <a:lstStyle>
            <a:defPPr>
              <a:defRPr lang="zh-CN"/>
            </a:defPPr>
            <a:lvl1pPr marL="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1pPr>
            <a:lvl2pPr marL="742950" indent="-28575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2pPr>
            <a:lvl3pPr marL="1143000" indent="-22860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3pPr>
            <a:lvl4pPr marL="1600200" indent="-22860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4pPr>
            <a:lvl5pPr marL="2057400" indent="-22860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5pPr>
            <a:lvl6pPr marL="25146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6pPr>
            <a:lvl7pPr marL="29718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7pPr>
            <a:lvl8pPr marL="34290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8pPr>
            <a:lvl9pPr marL="38862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 b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该表存储AI自动分析的结构化结果，包含摘要文本、智能分类结果、垃圾邮件判定、优先级分数、安全风险提示等信息，与邮件一一对应，便于前端快速展示。</a:t>
            </a:r>
          </a:p>
        </p:txBody>
      </p:sp>
      <p:sp>
        <p:nvSpPr>
          <p:cNvPr id="28" name="Text4"/>
          <p:cNvSpPr txBox="1"/>
          <p:nvPr>
            <p:custDataLst>
              <p:tags r:id="rId5"/>
            </p:custDataLst>
          </p:nvPr>
        </p:nvSpPr>
        <p:spPr bwMode="auto">
          <a:xfrm>
            <a:off x="1047054" y="1776095"/>
            <a:ext cx="3371850" cy="48641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1pPr>
            <a:lvl2pPr marL="742950" indent="-28575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2pPr>
            <a:lvl3pPr marL="1143000" indent="-22860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3pPr>
            <a:lvl4pPr marL="1600200" indent="-22860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4pPr>
            <a:lvl5pPr marL="2057400" indent="-22860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5pPr>
            <a:lvl6pPr marL="25146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6pPr>
            <a:lvl7pPr marL="29718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7pPr>
            <a:lvl8pPr marL="34290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8pPr>
            <a:lvl9pPr marL="38862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9pPr>
          </a:lstStyle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ai_analysis_result表</a:t>
            </a:r>
          </a:p>
        </p:txBody>
      </p:sp>
      <p:sp>
        <p:nvSpPr>
          <p:cNvPr id="30" name="Text5"/>
          <p:cNvSpPr txBox="1"/>
          <p:nvPr>
            <p:custDataLst>
              <p:tags r:id="rId6"/>
            </p:custDataLst>
          </p:nvPr>
        </p:nvSpPr>
        <p:spPr bwMode="auto">
          <a:xfrm>
            <a:off x="1034395" y="4790440"/>
            <a:ext cx="3597240" cy="14325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>
            <a:normAutofit/>
          </a:bodyPr>
          <a:lstStyle>
            <a:defPPr>
              <a:defRPr lang="zh-CN"/>
            </a:defPPr>
            <a:lvl1pPr marL="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1pPr>
            <a:lvl2pPr marL="742950" indent="-28575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2pPr>
            <a:lvl3pPr marL="1143000" indent="-22860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3pPr>
            <a:lvl4pPr marL="1600200" indent="-22860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4pPr>
            <a:lvl5pPr marL="2057400" indent="-22860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5pPr>
            <a:lvl6pPr marL="25146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6pPr>
            <a:lvl7pPr marL="29718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7pPr>
            <a:lvl8pPr marL="34290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8pPr>
            <a:lvl9pPr marL="38862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 b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所有AI相关数据独立存储，不侵入核心邮件业务模型，当AI插件关闭时，核心邮件业务不需要修改任何逻辑，符合可插拔的设计定位，保证架构干净整洁。</a:t>
            </a:r>
          </a:p>
        </p:txBody>
      </p:sp>
      <p:sp>
        <p:nvSpPr>
          <p:cNvPr id="31" name="Text6"/>
          <p:cNvSpPr txBox="1"/>
          <p:nvPr>
            <p:custDataLst>
              <p:tags r:id="rId7"/>
            </p:custDataLst>
          </p:nvPr>
        </p:nvSpPr>
        <p:spPr bwMode="auto">
          <a:xfrm>
            <a:off x="1047054" y="4222115"/>
            <a:ext cx="3371850" cy="48641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1pPr>
            <a:lvl2pPr marL="742950" indent="-28575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2pPr>
            <a:lvl3pPr marL="1143000" indent="-22860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3pPr>
            <a:lvl4pPr marL="1600200" indent="-22860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4pPr>
            <a:lvl5pPr marL="2057400" indent="-22860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5pPr>
            <a:lvl6pPr marL="25146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6pPr>
            <a:lvl7pPr marL="29718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7pPr>
            <a:lvl8pPr marL="34290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8pPr>
            <a:lvl9pPr marL="38862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9pPr>
          </a:lstStyle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模型设计合理性</a:t>
            </a:r>
          </a:p>
        </p:txBody>
      </p:sp>
      <p:sp>
        <p:nvSpPr>
          <p:cNvPr id="33" name="Text7"/>
          <p:cNvSpPr txBox="1"/>
          <p:nvPr>
            <p:custDataLst>
              <p:tags r:id="rId8"/>
            </p:custDataLst>
          </p:nvPr>
        </p:nvSpPr>
        <p:spPr bwMode="auto">
          <a:xfrm>
            <a:off x="8517870" y="2341985"/>
            <a:ext cx="3193682" cy="14325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>
            <a:normAutofit/>
          </a:bodyPr>
          <a:lstStyle>
            <a:defPPr>
              <a:defRPr lang="zh-CN"/>
            </a:defPPr>
            <a:lvl1pPr marL="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1pPr>
            <a:lvl2pPr marL="742950" indent="-28575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2pPr>
            <a:lvl3pPr marL="1143000" indent="-22860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3pPr>
            <a:lvl4pPr marL="1600200" indent="-22860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4pPr>
            <a:lvl5pPr marL="2057400" indent="-228600" algn="l" defTabSz="6477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5pPr>
            <a:lvl6pPr marL="25146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6pPr>
            <a:lvl7pPr marL="29718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7pPr>
            <a:lvl8pPr marL="34290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8pPr>
            <a:lvl9pPr marL="3886200" indent="-228600" algn="ctr" defTabSz="6477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 b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分为agent_session和agent_message两张表，分别存储用户与AI的对话会话信息和单条对话内容，支持多轮交互式问答，可追溯历史对话上下文。</a:t>
            </a:r>
          </a:p>
        </p:txBody>
      </p:sp>
      <p:sp>
        <p:nvSpPr>
          <p:cNvPr id="34" name="Text8"/>
          <p:cNvSpPr txBox="1"/>
          <p:nvPr>
            <p:custDataLst>
              <p:tags r:id="rId9"/>
            </p:custDataLst>
          </p:nvPr>
        </p:nvSpPr>
        <p:spPr bwMode="auto">
          <a:xfrm>
            <a:off x="8530529" y="1773660"/>
            <a:ext cx="3371850" cy="48641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1pPr>
            <a:lvl2pPr marL="742950" indent="-28575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2pPr>
            <a:lvl3pPr marL="1143000" indent="-22860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3pPr>
            <a:lvl4pPr marL="1600200" indent="-22860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4pPr>
            <a:lvl5pPr marL="2057400" indent="-228600" algn="l" defTabSz="914400" rtl="0" eaLnBrk="0" latinLnBrk="0" hangingPunct="1"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5pPr>
            <a:lvl6pPr marL="25146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6pPr>
            <a:lvl7pPr marL="29718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7pPr>
            <a:lvl8pPr marL="34290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8pPr>
            <a:lvl9pPr marL="3886200" indent="-228600" algn="ctr" defTabSz="8255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 kern="1200">
                <a:solidFill>
                  <a:srgbClr val="FFFFFF"/>
                </a:solidFill>
                <a:latin typeface="Lato" panose="020F0502020204030203" charset="0"/>
                <a:ea typeface="MS PGothic" panose="020B0600070205080204" pitchFamily="34" charset="-128"/>
                <a:cs typeface="+mn-cs"/>
                <a:sym typeface="Lato" panose="020F0502020204030203" charset="0"/>
              </a:defRPr>
            </a:lvl9pPr>
          </a:lstStyle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对话模型设计</a:t>
            </a:r>
          </a:p>
        </p:txBody>
      </p:sp>
      <p:grpSp>
        <p:nvGrpSpPr>
          <p:cNvPr id="5" name="Shape1"/>
          <p:cNvGrpSpPr/>
          <p:nvPr>
            <p:custDataLst>
              <p:tags r:id="rId10"/>
            </p:custDataLst>
          </p:nvPr>
        </p:nvGrpSpPr>
        <p:grpSpPr>
          <a:xfrm>
            <a:off x="5072604" y="3983362"/>
            <a:ext cx="1954033" cy="1946903"/>
            <a:chOff x="5072604" y="3983362"/>
            <a:chExt cx="1954033" cy="1946903"/>
          </a:xfrm>
        </p:grpSpPr>
        <p:sp>
          <p:nvSpPr>
            <p:cNvPr id="8" name="图形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072604" y="3983362"/>
              <a:ext cx="1954033" cy="1946903"/>
            </a:xfrm>
            <a:custGeom>
              <a:avLst/>
              <a:gdLst>
                <a:gd name="connsiteX0" fmla="*/ 1158689 w 1447749"/>
                <a:gd name="connsiteY0" fmla="*/ 0 h 1431827"/>
                <a:gd name="connsiteX1" fmla="*/ 1447749 w 1447749"/>
                <a:gd name="connsiteY1" fmla="*/ 289673 h 1431827"/>
                <a:gd name="connsiteX2" fmla="*/ 1216945 w 1447749"/>
                <a:gd name="connsiteY2" fmla="*/ 573461 h 1431827"/>
                <a:gd name="connsiteX3" fmla="*/ 1173716 w 1447749"/>
                <a:gd name="connsiteY3" fmla="*/ 577828 h 1431827"/>
                <a:gd name="connsiteX4" fmla="*/ 1174611 w 1447749"/>
                <a:gd name="connsiteY4" fmla="*/ 578745 h 1431827"/>
                <a:gd name="connsiteX5" fmla="*/ 851926 w 1447749"/>
                <a:gd name="connsiteY5" fmla="*/ 982313 h 1431827"/>
                <a:gd name="connsiteX6" fmla="*/ 849930 w 1447749"/>
                <a:gd name="connsiteY6" fmla="*/ 980270 h 1431827"/>
                <a:gd name="connsiteX7" fmla="*/ 852482 w 1447749"/>
                <a:gd name="connsiteY7" fmla="*/ 1005586 h 1431827"/>
                <a:gd name="connsiteX8" fmla="*/ 426241 w 1447749"/>
                <a:gd name="connsiteY8" fmla="*/ 1431827 h 1431827"/>
                <a:gd name="connsiteX9" fmla="*/ 0 w 1447749"/>
                <a:gd name="connsiteY9" fmla="*/ 1005586 h 1431827"/>
                <a:gd name="connsiteX10" fmla="*/ 426241 w 1447749"/>
                <a:gd name="connsiteY10" fmla="*/ 579345 h 1431827"/>
                <a:gd name="connsiteX11" fmla="*/ 461747 w 1447749"/>
                <a:gd name="connsiteY11" fmla="*/ 582924 h 1431827"/>
                <a:gd name="connsiteX12" fmla="*/ 459311 w 1447749"/>
                <a:gd name="connsiteY12" fmla="*/ 580431 h 1431827"/>
                <a:gd name="connsiteX13" fmla="*/ 870461 w 1447749"/>
                <a:gd name="connsiteY13" fmla="*/ 267013 h 1431827"/>
                <a:gd name="connsiteX14" fmla="*/ 871773 w 1447749"/>
                <a:gd name="connsiteY14" fmla="*/ 268358 h 1431827"/>
                <a:gd name="connsiteX15" fmla="*/ 875502 w 1447749"/>
                <a:gd name="connsiteY15" fmla="*/ 231294 h 1431827"/>
                <a:gd name="connsiteX16" fmla="*/ 1158689 w 1447749"/>
                <a:gd name="connsiteY16" fmla="*/ 0 h 143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47749" h="1431827">
                  <a:moveTo>
                    <a:pt x="1158689" y="0"/>
                  </a:moveTo>
                  <a:cubicBezTo>
                    <a:pt x="1318332" y="0"/>
                    <a:pt x="1447749" y="129691"/>
                    <a:pt x="1447749" y="289673"/>
                  </a:cubicBezTo>
                  <a:cubicBezTo>
                    <a:pt x="1447749" y="429657"/>
                    <a:pt x="1348664" y="546450"/>
                    <a:pt x="1216945" y="573461"/>
                  </a:cubicBezTo>
                  <a:lnTo>
                    <a:pt x="1173716" y="577828"/>
                  </a:lnTo>
                  <a:lnTo>
                    <a:pt x="1174611" y="578745"/>
                  </a:lnTo>
                  <a:cubicBezTo>
                    <a:pt x="966509" y="590541"/>
                    <a:pt x="835075" y="674793"/>
                    <a:pt x="851926" y="982313"/>
                  </a:cubicBezTo>
                  <a:lnTo>
                    <a:pt x="849930" y="980270"/>
                  </a:lnTo>
                  <a:lnTo>
                    <a:pt x="852482" y="1005586"/>
                  </a:lnTo>
                  <a:cubicBezTo>
                    <a:pt x="852482" y="1240992"/>
                    <a:pt x="661647" y="1431827"/>
                    <a:pt x="426241" y="1431827"/>
                  </a:cubicBezTo>
                  <a:cubicBezTo>
                    <a:pt x="190835" y="1431827"/>
                    <a:pt x="0" y="1240992"/>
                    <a:pt x="0" y="1005586"/>
                  </a:cubicBezTo>
                  <a:cubicBezTo>
                    <a:pt x="0" y="770180"/>
                    <a:pt x="190835" y="579345"/>
                    <a:pt x="426241" y="579345"/>
                  </a:cubicBezTo>
                  <a:lnTo>
                    <a:pt x="461747" y="582924"/>
                  </a:lnTo>
                  <a:lnTo>
                    <a:pt x="459311" y="580431"/>
                  </a:lnTo>
                  <a:cubicBezTo>
                    <a:pt x="765989" y="604864"/>
                    <a:pt x="853611" y="475115"/>
                    <a:pt x="870461" y="267013"/>
                  </a:cubicBezTo>
                  <a:lnTo>
                    <a:pt x="871773" y="268358"/>
                  </a:lnTo>
                  <a:lnTo>
                    <a:pt x="875502" y="231294"/>
                  </a:lnTo>
                  <a:cubicBezTo>
                    <a:pt x="902456" y="99295"/>
                    <a:pt x="1019002" y="0"/>
                    <a:pt x="11586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5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D10">
                    <a:lumMod val="75000"/>
                    <a:lumOff val="25000"/>
                  </a:srgbClr>
                </a:solidFill>
                <a:effectLst/>
                <a:uLnTx/>
                <a:uFillTx/>
                <a:latin typeface="kitty原始猫咪中文智能手机字体" panose="02000500000000000000" charset="-122"/>
                <a:ea typeface="kitty原始猫咪中文智能手机字体" panose="02000500000000000000" charset="-122"/>
                <a:cs typeface="kitty原始猫咪中文智能手机字体" panose="02000500000000000000" charset="-122"/>
              </a:endParaRPr>
            </a:p>
          </p:txBody>
        </p:sp>
        <p:sp>
          <p:nvSpPr>
            <p:cNvPr id="20" name="图形"/>
            <p:cNvSpPr/>
            <p:nvPr>
              <p:custDataLst>
                <p:tags r:id="rId34"/>
              </p:custDataLst>
            </p:nvPr>
          </p:nvSpPr>
          <p:spPr>
            <a:xfrm>
              <a:off x="5168378" y="4896581"/>
              <a:ext cx="919810" cy="926819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D10">
                    <a:lumMod val="75000"/>
                    <a:lumOff val="25000"/>
                  </a:srgbClr>
                </a:solidFill>
                <a:effectLst/>
                <a:uLnTx/>
                <a:uFillTx/>
                <a:latin typeface="kitty原始猫咪中文智能手机字体" panose="02000500000000000000" charset="-122"/>
                <a:ea typeface="kitty原始猫咪中文智能手机字体" panose="02000500000000000000" charset="-122"/>
                <a:cs typeface="kitty原始猫咪中文智能手机字体" panose="02000500000000000000" charset="-122"/>
              </a:endParaRPr>
            </a:p>
          </p:txBody>
        </p:sp>
      </p:grpSp>
      <p:grpSp>
        <p:nvGrpSpPr>
          <p:cNvPr id="4" name="Shape2"/>
          <p:cNvGrpSpPr/>
          <p:nvPr>
            <p:custDataLst>
              <p:tags r:id="rId11"/>
            </p:custDataLst>
          </p:nvPr>
        </p:nvGrpSpPr>
        <p:grpSpPr>
          <a:xfrm>
            <a:off x="6336940" y="3045533"/>
            <a:ext cx="1932178" cy="1968924"/>
            <a:chOff x="6336940" y="3045533"/>
            <a:chExt cx="1932178" cy="1968924"/>
          </a:xfrm>
        </p:grpSpPr>
        <p:sp>
          <p:nvSpPr>
            <p:cNvPr id="15" name="图形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336940" y="3045533"/>
              <a:ext cx="1932178" cy="1968924"/>
            </a:xfrm>
            <a:custGeom>
              <a:avLst/>
              <a:gdLst>
                <a:gd name="connsiteX0" fmla="*/ 289673 w 1431827"/>
                <a:gd name="connsiteY0" fmla="*/ 0 h 1447749"/>
                <a:gd name="connsiteX1" fmla="*/ 573461 w 1431827"/>
                <a:gd name="connsiteY1" fmla="*/ 231294 h 1447749"/>
                <a:gd name="connsiteX2" fmla="*/ 577802 w 1431827"/>
                <a:gd name="connsiteY2" fmla="*/ 274359 h 1447749"/>
                <a:gd name="connsiteX3" fmla="*/ 579053 w 1431827"/>
                <a:gd name="connsiteY3" fmla="*/ 273136 h 1447749"/>
                <a:gd name="connsiteX4" fmla="*/ 981089 w 1431827"/>
                <a:gd name="connsiteY4" fmla="*/ 596664 h 1447749"/>
                <a:gd name="connsiteX5" fmla="*/ 978477 w 1431827"/>
                <a:gd name="connsiteY5" fmla="*/ 599220 h 1447749"/>
                <a:gd name="connsiteX6" fmla="*/ 1005586 w 1431827"/>
                <a:gd name="connsiteY6" fmla="*/ 596491 h 1447749"/>
                <a:gd name="connsiteX7" fmla="*/ 1431827 w 1431827"/>
                <a:gd name="connsiteY7" fmla="*/ 1022120 h 1447749"/>
                <a:gd name="connsiteX8" fmla="*/ 1005586 w 1431827"/>
                <a:gd name="connsiteY8" fmla="*/ 1447749 h 1447749"/>
                <a:gd name="connsiteX9" fmla="*/ 579345 w 1431827"/>
                <a:gd name="connsiteY9" fmla="*/ 1022120 h 1447749"/>
                <a:gd name="connsiteX10" fmla="*/ 582966 w 1431827"/>
                <a:gd name="connsiteY10" fmla="*/ 986254 h 1447749"/>
                <a:gd name="connsiteX11" fmla="*/ 580736 w 1431827"/>
                <a:gd name="connsiteY11" fmla="*/ 988436 h 1447749"/>
                <a:gd name="connsiteX12" fmla="*/ 267013 w 1431827"/>
                <a:gd name="connsiteY12" fmla="*/ 578128 h 1447749"/>
                <a:gd name="connsiteX13" fmla="*/ 268002 w 1431827"/>
                <a:gd name="connsiteY13" fmla="*/ 577161 h 1447749"/>
                <a:gd name="connsiteX14" fmla="*/ 231294 w 1431827"/>
                <a:gd name="connsiteY14" fmla="*/ 573461 h 1447749"/>
                <a:gd name="connsiteX15" fmla="*/ 0 w 1431827"/>
                <a:gd name="connsiteY15" fmla="*/ 289673 h 1447749"/>
                <a:gd name="connsiteX16" fmla="*/ 289673 w 1431827"/>
                <a:gd name="connsiteY16" fmla="*/ 0 h 144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1827" h="1447749">
                  <a:moveTo>
                    <a:pt x="289673" y="0"/>
                  </a:moveTo>
                  <a:cubicBezTo>
                    <a:pt x="429657" y="0"/>
                    <a:pt x="546450" y="99295"/>
                    <a:pt x="573461" y="231294"/>
                  </a:cubicBezTo>
                  <a:lnTo>
                    <a:pt x="577802" y="274359"/>
                  </a:lnTo>
                  <a:lnTo>
                    <a:pt x="579053" y="273136"/>
                  </a:lnTo>
                  <a:cubicBezTo>
                    <a:pt x="589988" y="482081"/>
                    <a:pt x="674937" y="613514"/>
                    <a:pt x="981089" y="596664"/>
                  </a:cubicBezTo>
                  <a:lnTo>
                    <a:pt x="978477" y="599220"/>
                  </a:lnTo>
                  <a:lnTo>
                    <a:pt x="1005586" y="596491"/>
                  </a:lnTo>
                  <a:cubicBezTo>
                    <a:pt x="1240992" y="596491"/>
                    <a:pt x="1431827" y="787052"/>
                    <a:pt x="1431827" y="1022120"/>
                  </a:cubicBezTo>
                  <a:cubicBezTo>
                    <a:pt x="1431827" y="1257188"/>
                    <a:pt x="1240992" y="1447749"/>
                    <a:pt x="1005586" y="1447749"/>
                  </a:cubicBezTo>
                  <a:cubicBezTo>
                    <a:pt x="770180" y="1447749"/>
                    <a:pt x="579345" y="1257188"/>
                    <a:pt x="579345" y="1022120"/>
                  </a:cubicBezTo>
                  <a:lnTo>
                    <a:pt x="582966" y="986254"/>
                  </a:lnTo>
                  <a:lnTo>
                    <a:pt x="580736" y="988436"/>
                  </a:lnTo>
                  <a:cubicBezTo>
                    <a:pt x="604286" y="681759"/>
                    <a:pt x="475600" y="594979"/>
                    <a:pt x="267013" y="578128"/>
                  </a:cubicBezTo>
                  <a:lnTo>
                    <a:pt x="268002" y="577161"/>
                  </a:lnTo>
                  <a:lnTo>
                    <a:pt x="231294" y="573461"/>
                  </a:lnTo>
                  <a:cubicBezTo>
                    <a:pt x="99294" y="546450"/>
                    <a:pt x="0" y="429657"/>
                    <a:pt x="0" y="289673"/>
                  </a:cubicBezTo>
                  <a:cubicBezTo>
                    <a:pt x="0" y="129691"/>
                    <a:pt x="129691" y="0"/>
                    <a:pt x="2896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5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D10">
                    <a:lumMod val="75000"/>
                    <a:lumOff val="25000"/>
                  </a:srgbClr>
                </a:solidFill>
                <a:effectLst/>
                <a:uLnTx/>
                <a:uFillTx/>
                <a:latin typeface="kitty原始猫咪中文智能手机字体" panose="02000500000000000000" charset="-122"/>
                <a:ea typeface="kitty原始猫咪中文智能手机字体" panose="02000500000000000000" charset="-122"/>
                <a:cs typeface="kitty原始猫咪中文智能手机字体" panose="02000500000000000000" charset="-122"/>
              </a:endParaRPr>
            </a:p>
          </p:txBody>
        </p:sp>
        <p:sp>
          <p:nvSpPr>
            <p:cNvPr id="19" name="图形"/>
            <p:cNvSpPr/>
            <p:nvPr>
              <p:custDataLst>
                <p:tags r:id="rId32"/>
              </p:custDataLst>
            </p:nvPr>
          </p:nvSpPr>
          <p:spPr>
            <a:xfrm>
              <a:off x="7231038" y="3969761"/>
              <a:ext cx="919810" cy="926819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D10">
                    <a:lumMod val="75000"/>
                    <a:lumOff val="25000"/>
                  </a:srgbClr>
                </a:solidFill>
                <a:effectLst/>
                <a:uLnTx/>
                <a:uFillTx/>
                <a:latin typeface="kitty原始猫咪中文智能手机字体" panose="02000500000000000000" charset="-122"/>
                <a:ea typeface="kitty原始猫咪中文智能手机字体" panose="02000500000000000000" charset="-122"/>
                <a:cs typeface="kitty原始猫咪中文智能手机字体" panose="02000500000000000000" charset="-122"/>
              </a:endParaRPr>
            </a:p>
          </p:txBody>
        </p:sp>
      </p:grpSp>
      <p:grpSp>
        <p:nvGrpSpPr>
          <p:cNvPr id="2" name="Shape3"/>
          <p:cNvGrpSpPr/>
          <p:nvPr>
            <p:custDataLst>
              <p:tags r:id="rId12"/>
            </p:custDataLst>
          </p:nvPr>
        </p:nvGrpSpPr>
        <p:grpSpPr>
          <a:xfrm>
            <a:off x="4044166" y="2664053"/>
            <a:ext cx="1930893" cy="1968924"/>
            <a:chOff x="4044166" y="2664053"/>
            <a:chExt cx="1930893" cy="1968924"/>
          </a:xfrm>
        </p:grpSpPr>
        <p:sp>
          <p:nvSpPr>
            <p:cNvPr id="7" name="图形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044166" y="2664053"/>
              <a:ext cx="1930893" cy="1968924"/>
            </a:xfrm>
            <a:custGeom>
              <a:avLst/>
              <a:gdLst>
                <a:gd name="connsiteX0" fmla="*/ 426241 w 1430601"/>
                <a:gd name="connsiteY0" fmla="*/ 0 h 1447750"/>
                <a:gd name="connsiteX1" fmla="*/ 852482 w 1430601"/>
                <a:gd name="connsiteY1" fmla="*/ 426241 h 1447750"/>
                <a:gd name="connsiteX2" fmla="*/ 849018 w 1430601"/>
                <a:gd name="connsiteY2" fmla="*/ 460604 h 1447750"/>
                <a:gd name="connsiteX3" fmla="*/ 850338 w 1430601"/>
                <a:gd name="connsiteY3" fmla="*/ 459311 h 1447750"/>
                <a:gd name="connsiteX4" fmla="*/ 1163588 w 1430601"/>
                <a:gd name="connsiteY4" fmla="*/ 869619 h 1447750"/>
                <a:gd name="connsiteX5" fmla="*/ 1162650 w 1430601"/>
                <a:gd name="connsiteY5" fmla="*/ 870537 h 1447750"/>
                <a:gd name="connsiteX6" fmla="*/ 1199797 w 1430601"/>
                <a:gd name="connsiteY6" fmla="*/ 874289 h 1447750"/>
                <a:gd name="connsiteX7" fmla="*/ 1430601 w 1430601"/>
                <a:gd name="connsiteY7" fmla="*/ 1158077 h 1447750"/>
                <a:gd name="connsiteX8" fmla="*/ 1141541 w 1430601"/>
                <a:gd name="connsiteY8" fmla="*/ 1447750 h 1447750"/>
                <a:gd name="connsiteX9" fmla="*/ 858354 w 1430601"/>
                <a:gd name="connsiteY9" fmla="*/ 1216456 h 1447750"/>
                <a:gd name="connsiteX10" fmla="*/ 853954 w 1430601"/>
                <a:gd name="connsiteY10" fmla="*/ 1172720 h 1447750"/>
                <a:gd name="connsiteX11" fmla="*/ 852022 w 1430601"/>
                <a:gd name="connsiteY11" fmla="*/ 1174611 h 1447750"/>
                <a:gd name="connsiteX12" fmla="*/ 449512 w 1430601"/>
                <a:gd name="connsiteY12" fmla="*/ 851925 h 1447750"/>
                <a:gd name="connsiteX13" fmla="*/ 451548 w 1430601"/>
                <a:gd name="connsiteY13" fmla="*/ 849931 h 1447750"/>
                <a:gd name="connsiteX14" fmla="*/ 426241 w 1430601"/>
                <a:gd name="connsiteY14" fmla="*/ 852482 h 1447750"/>
                <a:gd name="connsiteX15" fmla="*/ 0 w 1430601"/>
                <a:gd name="connsiteY15" fmla="*/ 426241 h 1447750"/>
                <a:gd name="connsiteX16" fmla="*/ 426241 w 1430601"/>
                <a:gd name="connsiteY16" fmla="*/ 0 h 1447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0601" h="1447750">
                  <a:moveTo>
                    <a:pt x="426241" y="0"/>
                  </a:moveTo>
                  <a:cubicBezTo>
                    <a:pt x="661647" y="0"/>
                    <a:pt x="852482" y="190835"/>
                    <a:pt x="852482" y="426241"/>
                  </a:cubicBezTo>
                  <a:lnTo>
                    <a:pt x="849018" y="460604"/>
                  </a:lnTo>
                  <a:lnTo>
                    <a:pt x="850338" y="459311"/>
                  </a:lnTo>
                  <a:cubicBezTo>
                    <a:pt x="825917" y="765988"/>
                    <a:pt x="955597" y="853611"/>
                    <a:pt x="1163588" y="869619"/>
                  </a:cubicBezTo>
                  <a:lnTo>
                    <a:pt x="1162650" y="870537"/>
                  </a:lnTo>
                  <a:lnTo>
                    <a:pt x="1199797" y="874289"/>
                  </a:lnTo>
                  <a:cubicBezTo>
                    <a:pt x="1331516" y="901300"/>
                    <a:pt x="1430601" y="1018093"/>
                    <a:pt x="1430601" y="1158077"/>
                  </a:cubicBezTo>
                  <a:cubicBezTo>
                    <a:pt x="1430601" y="1318059"/>
                    <a:pt x="1301184" y="1447750"/>
                    <a:pt x="1141541" y="1447750"/>
                  </a:cubicBezTo>
                  <a:cubicBezTo>
                    <a:pt x="1001854" y="1447750"/>
                    <a:pt x="885308" y="1348455"/>
                    <a:pt x="858354" y="1216456"/>
                  </a:cubicBezTo>
                  <a:lnTo>
                    <a:pt x="853954" y="1172720"/>
                  </a:lnTo>
                  <a:lnTo>
                    <a:pt x="852022" y="1174611"/>
                  </a:lnTo>
                  <a:cubicBezTo>
                    <a:pt x="840233" y="965666"/>
                    <a:pt x="756026" y="834233"/>
                    <a:pt x="449512" y="851925"/>
                  </a:cubicBezTo>
                  <a:lnTo>
                    <a:pt x="451548" y="849931"/>
                  </a:lnTo>
                  <a:lnTo>
                    <a:pt x="426241" y="852482"/>
                  </a:lnTo>
                  <a:cubicBezTo>
                    <a:pt x="190835" y="852482"/>
                    <a:pt x="0" y="661647"/>
                    <a:pt x="0" y="426241"/>
                  </a:cubicBezTo>
                  <a:cubicBezTo>
                    <a:pt x="0" y="190835"/>
                    <a:pt x="190835" y="0"/>
                    <a:pt x="426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5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D10">
                    <a:lumMod val="75000"/>
                    <a:lumOff val="25000"/>
                  </a:srgbClr>
                </a:solidFill>
                <a:effectLst/>
                <a:uLnTx/>
                <a:uFillTx/>
                <a:latin typeface="kitty原始猫咪中文智能手机字体" panose="02000500000000000000" charset="-122"/>
                <a:ea typeface="kitty原始猫咪中文智能手机字体" panose="02000500000000000000" charset="-122"/>
                <a:cs typeface="kitty原始猫咪中文智能手机字体" panose="02000500000000000000" charset="-122"/>
              </a:endParaRPr>
            </a:p>
          </p:txBody>
        </p:sp>
        <p:sp>
          <p:nvSpPr>
            <p:cNvPr id="21" name="图形"/>
            <p:cNvSpPr/>
            <p:nvPr>
              <p:custDataLst>
                <p:tags r:id="rId30"/>
              </p:custDataLst>
            </p:nvPr>
          </p:nvSpPr>
          <p:spPr>
            <a:xfrm>
              <a:off x="4155366" y="2774157"/>
              <a:ext cx="919810" cy="926819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D10">
                    <a:lumMod val="75000"/>
                    <a:lumOff val="25000"/>
                  </a:srgbClr>
                </a:solidFill>
                <a:effectLst/>
                <a:uLnTx/>
                <a:uFillTx/>
                <a:latin typeface="kitty原始猫咪中文智能手机字体" panose="02000500000000000000" charset="-122"/>
                <a:ea typeface="kitty原始猫咪中文智能手机字体" panose="02000500000000000000" charset="-122"/>
                <a:cs typeface="kitty原始猫咪中文智能手机字体" panose="02000500000000000000" charset="-122"/>
              </a:endParaRPr>
            </a:p>
          </p:txBody>
        </p:sp>
      </p:grpSp>
      <p:grpSp>
        <p:nvGrpSpPr>
          <p:cNvPr id="3" name="Shape4"/>
          <p:cNvGrpSpPr/>
          <p:nvPr>
            <p:custDataLst>
              <p:tags r:id="rId13"/>
            </p:custDataLst>
          </p:nvPr>
        </p:nvGrpSpPr>
        <p:grpSpPr>
          <a:xfrm>
            <a:off x="5355424" y="1776095"/>
            <a:ext cx="1954033" cy="1946903"/>
            <a:chOff x="5355424" y="1776095"/>
            <a:chExt cx="1954033" cy="1946903"/>
          </a:xfrm>
        </p:grpSpPr>
        <p:sp>
          <p:nvSpPr>
            <p:cNvPr id="6" name="图形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355424" y="1776095"/>
              <a:ext cx="1954033" cy="1946903"/>
            </a:xfrm>
            <a:custGeom>
              <a:avLst/>
              <a:gdLst>
                <a:gd name="connsiteX0" fmla="*/ 1021508 w 1447749"/>
                <a:gd name="connsiteY0" fmla="*/ 0 h 1431827"/>
                <a:gd name="connsiteX1" fmla="*/ 1447749 w 1447749"/>
                <a:gd name="connsiteY1" fmla="*/ 426241 h 1431827"/>
                <a:gd name="connsiteX2" fmla="*/ 1021508 w 1447749"/>
                <a:gd name="connsiteY2" fmla="*/ 852482 h 1431827"/>
                <a:gd name="connsiteX3" fmla="*/ 986004 w 1447749"/>
                <a:gd name="connsiteY3" fmla="*/ 848903 h 1431827"/>
                <a:gd name="connsiteX4" fmla="*/ 988438 w 1447749"/>
                <a:gd name="connsiteY4" fmla="*/ 851394 h 1431827"/>
                <a:gd name="connsiteX5" fmla="*/ 578130 w 1447749"/>
                <a:gd name="connsiteY5" fmla="*/ 1164812 h 1431827"/>
                <a:gd name="connsiteX6" fmla="*/ 577161 w 1447749"/>
                <a:gd name="connsiteY6" fmla="*/ 1163822 h 1431827"/>
                <a:gd name="connsiteX7" fmla="*/ 573461 w 1447749"/>
                <a:gd name="connsiteY7" fmla="*/ 1200533 h 1431827"/>
                <a:gd name="connsiteX8" fmla="*/ 289673 w 1447749"/>
                <a:gd name="connsiteY8" fmla="*/ 1431827 h 1431827"/>
                <a:gd name="connsiteX9" fmla="*/ 0 w 1447749"/>
                <a:gd name="connsiteY9" fmla="*/ 1142154 h 1431827"/>
                <a:gd name="connsiteX10" fmla="*/ 231294 w 1447749"/>
                <a:gd name="connsiteY10" fmla="*/ 858366 h 1431827"/>
                <a:gd name="connsiteX11" fmla="*/ 274089 w 1447749"/>
                <a:gd name="connsiteY11" fmla="*/ 854052 h 1431827"/>
                <a:gd name="connsiteX12" fmla="*/ 273138 w 1447749"/>
                <a:gd name="connsiteY12" fmla="*/ 853080 h 1431827"/>
                <a:gd name="connsiteX13" fmla="*/ 595824 w 1447749"/>
                <a:gd name="connsiteY13" fmla="*/ 449512 h 1431827"/>
                <a:gd name="connsiteX14" fmla="*/ 597819 w 1447749"/>
                <a:gd name="connsiteY14" fmla="*/ 451555 h 1431827"/>
                <a:gd name="connsiteX15" fmla="*/ 595267 w 1447749"/>
                <a:gd name="connsiteY15" fmla="*/ 426241 h 1431827"/>
                <a:gd name="connsiteX16" fmla="*/ 1021508 w 1447749"/>
                <a:gd name="connsiteY16" fmla="*/ 0 h 143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47749" h="1431827">
                  <a:moveTo>
                    <a:pt x="1021508" y="0"/>
                  </a:moveTo>
                  <a:cubicBezTo>
                    <a:pt x="1256914" y="0"/>
                    <a:pt x="1447749" y="190835"/>
                    <a:pt x="1447749" y="426241"/>
                  </a:cubicBezTo>
                  <a:cubicBezTo>
                    <a:pt x="1447749" y="661647"/>
                    <a:pt x="1256914" y="852482"/>
                    <a:pt x="1021508" y="852482"/>
                  </a:cubicBezTo>
                  <a:lnTo>
                    <a:pt x="986004" y="848903"/>
                  </a:lnTo>
                  <a:lnTo>
                    <a:pt x="988438" y="851394"/>
                  </a:lnTo>
                  <a:cubicBezTo>
                    <a:pt x="681761" y="826961"/>
                    <a:pt x="594138" y="956710"/>
                    <a:pt x="578130" y="1164812"/>
                  </a:cubicBezTo>
                  <a:lnTo>
                    <a:pt x="577161" y="1163822"/>
                  </a:lnTo>
                  <a:lnTo>
                    <a:pt x="573461" y="1200533"/>
                  </a:lnTo>
                  <a:cubicBezTo>
                    <a:pt x="546450" y="1332532"/>
                    <a:pt x="429657" y="1431827"/>
                    <a:pt x="289673" y="1431827"/>
                  </a:cubicBezTo>
                  <a:cubicBezTo>
                    <a:pt x="129691" y="1431827"/>
                    <a:pt x="0" y="1302136"/>
                    <a:pt x="0" y="1142154"/>
                  </a:cubicBezTo>
                  <a:cubicBezTo>
                    <a:pt x="0" y="1002170"/>
                    <a:pt x="99294" y="885377"/>
                    <a:pt x="231294" y="858366"/>
                  </a:cubicBezTo>
                  <a:lnTo>
                    <a:pt x="274089" y="854052"/>
                  </a:lnTo>
                  <a:lnTo>
                    <a:pt x="273138" y="853080"/>
                  </a:lnTo>
                  <a:cubicBezTo>
                    <a:pt x="482083" y="841284"/>
                    <a:pt x="612674" y="757032"/>
                    <a:pt x="595824" y="449512"/>
                  </a:cubicBezTo>
                  <a:lnTo>
                    <a:pt x="597819" y="451555"/>
                  </a:lnTo>
                  <a:lnTo>
                    <a:pt x="595267" y="426241"/>
                  </a:lnTo>
                  <a:cubicBezTo>
                    <a:pt x="595267" y="190835"/>
                    <a:pt x="786102" y="0"/>
                    <a:pt x="10215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5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D10">
                    <a:lumMod val="75000"/>
                    <a:lumOff val="25000"/>
                  </a:srgbClr>
                </a:solidFill>
                <a:effectLst/>
                <a:uLnTx/>
                <a:uFillTx/>
                <a:latin typeface="kitty原始猫咪中文智能手机字体" panose="02000500000000000000" charset="-122"/>
                <a:ea typeface="kitty原始猫咪中文智能手机字体" panose="02000500000000000000" charset="-122"/>
                <a:cs typeface="kitty原始猫咪中文智能手机字体" panose="02000500000000000000" charset="-122"/>
              </a:endParaRPr>
            </a:p>
          </p:txBody>
        </p:sp>
        <p:sp>
          <p:nvSpPr>
            <p:cNvPr id="22" name="图形"/>
            <p:cNvSpPr/>
            <p:nvPr>
              <p:custDataLst>
                <p:tags r:id="rId28"/>
              </p:custDataLst>
            </p:nvPr>
          </p:nvSpPr>
          <p:spPr>
            <a:xfrm>
              <a:off x="6306087" y="1884904"/>
              <a:ext cx="919810" cy="926819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D10">
                    <a:lumMod val="75000"/>
                    <a:lumOff val="25000"/>
                  </a:srgbClr>
                </a:solidFill>
                <a:effectLst/>
                <a:uLnTx/>
                <a:uFillTx/>
                <a:latin typeface="kitty原始猫咪中文智能手机字体" panose="02000500000000000000" charset="-122"/>
                <a:ea typeface="kitty原始猫咪中文智能手机字体" panose="02000500000000000000" charset="-122"/>
                <a:cs typeface="kitty原始猫咪中文智能手机字体" panose="02000500000000000000" charset="-122"/>
              </a:endParaRPr>
            </a:p>
          </p:txBody>
        </p:sp>
      </p:grpSp>
      <p:sp>
        <p:nvSpPr>
          <p:cNvPr id="9" name="Shape5"/>
          <p:cNvSpPr/>
          <p:nvPr>
            <p:custDataLst>
              <p:tags r:id="rId14"/>
            </p:custDataLst>
          </p:nvPr>
        </p:nvSpPr>
        <p:spPr bwMode="auto">
          <a:xfrm>
            <a:off x="4371981" y="2993072"/>
            <a:ext cx="486580" cy="487697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lIns="25400" tIns="25400" rIns="25400" bIns="254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04165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D10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kitty原始猫咪中文智能手机字体" panose="02000500000000000000" charset="-122"/>
              <a:ea typeface="kitty原始猫咪中文智能手机字体" panose="02000500000000000000" charset="-122"/>
              <a:cs typeface="kitty原始猫咪中文智能手机字体" panose="02000500000000000000" charset="-122"/>
              <a:sym typeface="Gill Sans" panose="020B0502020104020203" charset="0"/>
            </a:endParaRPr>
          </a:p>
        </p:txBody>
      </p:sp>
      <p:sp>
        <p:nvSpPr>
          <p:cNvPr id="36" name="Shape6"/>
          <p:cNvSpPr/>
          <p:nvPr>
            <p:custDataLst>
              <p:tags r:id="rId15"/>
            </p:custDataLst>
          </p:nvPr>
        </p:nvSpPr>
        <p:spPr bwMode="auto">
          <a:xfrm>
            <a:off x="5461482" y="5114846"/>
            <a:ext cx="332957" cy="488971"/>
          </a:xfrm>
          <a:custGeom>
            <a:avLst/>
            <a:gdLst>
              <a:gd name="connsiteX0" fmla="*/ 161795 w 268829"/>
              <a:gd name="connsiteY0" fmla="*/ 348166 h 394794"/>
              <a:gd name="connsiteX1" fmla="*/ 110009 w 268829"/>
              <a:gd name="connsiteY1" fmla="*/ 354710 h 394794"/>
              <a:gd name="connsiteX2" fmla="*/ 134415 w 268829"/>
              <a:gd name="connsiteY2" fmla="*/ 370118 h 394794"/>
              <a:gd name="connsiteX3" fmla="*/ 161795 w 268829"/>
              <a:gd name="connsiteY3" fmla="*/ 348166 h 394794"/>
              <a:gd name="connsiteX4" fmla="*/ 173706 w 268829"/>
              <a:gd name="connsiteY4" fmla="*/ 309653 h 394794"/>
              <a:gd name="connsiteX5" fmla="*/ 98085 w 268829"/>
              <a:gd name="connsiteY5" fmla="*/ 319176 h 394794"/>
              <a:gd name="connsiteX6" fmla="*/ 98198 w 268829"/>
              <a:gd name="connsiteY6" fmla="*/ 319560 h 394794"/>
              <a:gd name="connsiteX7" fmla="*/ 105491 w 268829"/>
              <a:gd name="connsiteY7" fmla="*/ 342938 h 394794"/>
              <a:gd name="connsiteX8" fmla="*/ 166089 w 268829"/>
              <a:gd name="connsiteY8" fmla="*/ 335280 h 394794"/>
              <a:gd name="connsiteX9" fmla="*/ 170483 w 268829"/>
              <a:gd name="connsiteY9" fmla="*/ 320547 h 394794"/>
              <a:gd name="connsiteX10" fmla="*/ 173706 w 268829"/>
              <a:gd name="connsiteY10" fmla="*/ 309653 h 394794"/>
              <a:gd name="connsiteX11" fmla="*/ 87009 w 268829"/>
              <a:gd name="connsiteY11" fmla="*/ 283771 h 394794"/>
              <a:gd name="connsiteX12" fmla="*/ 94526 w 268829"/>
              <a:gd name="connsiteY12" fmla="*/ 307314 h 394794"/>
              <a:gd name="connsiteX13" fmla="*/ 177602 w 268829"/>
              <a:gd name="connsiteY13" fmla="*/ 296822 h 394794"/>
              <a:gd name="connsiteX14" fmla="*/ 181908 w 268829"/>
              <a:gd name="connsiteY14" fmla="*/ 283771 h 394794"/>
              <a:gd name="connsiteX15" fmla="*/ 134533 w 268829"/>
              <a:gd name="connsiteY15" fmla="*/ 62228 h 394794"/>
              <a:gd name="connsiteX16" fmla="*/ 140642 w 268829"/>
              <a:gd name="connsiteY16" fmla="*/ 68381 h 394794"/>
              <a:gd name="connsiteX17" fmla="*/ 134533 w 268829"/>
              <a:gd name="connsiteY17" fmla="*/ 74537 h 394794"/>
              <a:gd name="connsiteX18" fmla="*/ 73455 w 268829"/>
              <a:gd name="connsiteY18" fmla="*/ 136080 h 394794"/>
              <a:gd name="connsiteX19" fmla="*/ 67345 w 268829"/>
              <a:gd name="connsiteY19" fmla="*/ 142236 h 394794"/>
              <a:gd name="connsiteX20" fmla="*/ 61239 w 268829"/>
              <a:gd name="connsiteY20" fmla="*/ 136080 h 394794"/>
              <a:gd name="connsiteX21" fmla="*/ 134533 w 268829"/>
              <a:gd name="connsiteY21" fmla="*/ 62228 h 394794"/>
              <a:gd name="connsiteX22" fmla="*/ 134415 w 268829"/>
              <a:gd name="connsiteY22" fmla="*/ 24676 h 394794"/>
              <a:gd name="connsiteX23" fmla="*/ 24431 w 268829"/>
              <a:gd name="connsiteY23" fmla="*/ 135717 h 394794"/>
              <a:gd name="connsiteX24" fmla="*/ 56852 w 268829"/>
              <a:gd name="connsiteY24" fmla="*/ 219395 h 394794"/>
              <a:gd name="connsiteX25" fmla="*/ 77450 w 268829"/>
              <a:gd name="connsiteY25" fmla="*/ 259096 h 394794"/>
              <a:gd name="connsiteX26" fmla="*/ 191491 w 268829"/>
              <a:gd name="connsiteY26" fmla="*/ 259096 h 394794"/>
              <a:gd name="connsiteX27" fmla="*/ 211940 w 268829"/>
              <a:gd name="connsiteY27" fmla="*/ 219541 h 394794"/>
              <a:gd name="connsiteX28" fmla="*/ 244386 w 268829"/>
              <a:gd name="connsiteY28" fmla="*/ 135717 h 394794"/>
              <a:gd name="connsiteX29" fmla="*/ 134415 w 268829"/>
              <a:gd name="connsiteY29" fmla="*/ 24676 h 394794"/>
              <a:gd name="connsiteX30" fmla="*/ 134415 w 268829"/>
              <a:gd name="connsiteY30" fmla="*/ 0 h 394794"/>
              <a:gd name="connsiteX31" fmla="*/ 268829 w 268829"/>
              <a:gd name="connsiteY31" fmla="*/ 135717 h 394794"/>
              <a:gd name="connsiteX32" fmla="*/ 207347 w 268829"/>
              <a:gd name="connsiteY32" fmla="*/ 284722 h 394794"/>
              <a:gd name="connsiteX33" fmla="*/ 134415 w 268829"/>
              <a:gd name="connsiteY33" fmla="*/ 394794 h 394794"/>
              <a:gd name="connsiteX34" fmla="*/ 61470 w 268829"/>
              <a:gd name="connsiteY34" fmla="*/ 284448 h 394794"/>
              <a:gd name="connsiteX35" fmla="*/ 0 w 268829"/>
              <a:gd name="connsiteY35" fmla="*/ 135717 h 394794"/>
              <a:gd name="connsiteX36" fmla="*/ 134415 w 268829"/>
              <a:gd name="connsiteY36" fmla="*/ 0 h 39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68829" h="394794">
                <a:moveTo>
                  <a:pt x="161795" y="348166"/>
                </a:moveTo>
                <a:lnTo>
                  <a:pt x="110009" y="354710"/>
                </a:lnTo>
                <a:cubicBezTo>
                  <a:pt x="116331" y="368692"/>
                  <a:pt x="122031" y="370118"/>
                  <a:pt x="134415" y="370118"/>
                </a:cubicBezTo>
                <a:cubicBezTo>
                  <a:pt x="148839" y="370118"/>
                  <a:pt x="154303" y="368565"/>
                  <a:pt x="161795" y="348166"/>
                </a:cubicBezTo>
                <a:close/>
                <a:moveTo>
                  <a:pt x="173706" y="309653"/>
                </a:moveTo>
                <a:lnTo>
                  <a:pt x="98085" y="319176"/>
                </a:lnTo>
                <a:cubicBezTo>
                  <a:pt x="98110" y="319304"/>
                  <a:pt x="98160" y="319451"/>
                  <a:pt x="98198" y="319560"/>
                </a:cubicBezTo>
                <a:cubicBezTo>
                  <a:pt x="101010" y="329211"/>
                  <a:pt x="103338" y="336614"/>
                  <a:pt x="105491" y="342938"/>
                </a:cubicBezTo>
                <a:lnTo>
                  <a:pt x="166089" y="335280"/>
                </a:lnTo>
                <a:cubicBezTo>
                  <a:pt x="167433" y="330911"/>
                  <a:pt x="168877" y="326104"/>
                  <a:pt x="170483" y="320547"/>
                </a:cubicBezTo>
                <a:cubicBezTo>
                  <a:pt x="171478" y="317129"/>
                  <a:pt x="172636" y="313291"/>
                  <a:pt x="173706" y="309653"/>
                </a:cubicBezTo>
                <a:close/>
                <a:moveTo>
                  <a:pt x="87009" y="283771"/>
                </a:moveTo>
                <a:cubicBezTo>
                  <a:pt x="89797" y="292051"/>
                  <a:pt x="92311" y="299893"/>
                  <a:pt x="94526" y="307314"/>
                </a:cubicBezTo>
                <a:cubicBezTo>
                  <a:pt x="94526" y="307314"/>
                  <a:pt x="177602" y="296822"/>
                  <a:pt x="177602" y="296822"/>
                </a:cubicBezTo>
                <a:cubicBezTo>
                  <a:pt x="178908" y="292636"/>
                  <a:pt x="180414" y="288195"/>
                  <a:pt x="181908" y="283771"/>
                </a:cubicBezTo>
                <a:close/>
                <a:moveTo>
                  <a:pt x="134533" y="62228"/>
                </a:moveTo>
                <a:cubicBezTo>
                  <a:pt x="137907" y="62228"/>
                  <a:pt x="140642" y="64984"/>
                  <a:pt x="140642" y="68381"/>
                </a:cubicBezTo>
                <a:cubicBezTo>
                  <a:pt x="140642" y="71777"/>
                  <a:pt x="137907" y="74537"/>
                  <a:pt x="134533" y="74537"/>
                </a:cubicBezTo>
                <a:cubicBezTo>
                  <a:pt x="100856" y="74537"/>
                  <a:pt x="73455" y="102147"/>
                  <a:pt x="73455" y="136080"/>
                </a:cubicBezTo>
                <a:cubicBezTo>
                  <a:pt x="73455" y="139477"/>
                  <a:pt x="70720" y="142236"/>
                  <a:pt x="67345" y="142236"/>
                </a:cubicBezTo>
                <a:cubicBezTo>
                  <a:pt x="63971" y="142236"/>
                  <a:pt x="61239" y="139477"/>
                  <a:pt x="61239" y="136080"/>
                </a:cubicBezTo>
                <a:cubicBezTo>
                  <a:pt x="61239" y="95350"/>
                  <a:pt x="94114" y="62228"/>
                  <a:pt x="134533" y="62228"/>
                </a:cubicBezTo>
                <a:close/>
                <a:moveTo>
                  <a:pt x="134415" y="24676"/>
                </a:moveTo>
                <a:cubicBezTo>
                  <a:pt x="73766" y="24676"/>
                  <a:pt x="24431" y="74484"/>
                  <a:pt x="24431" y="135717"/>
                </a:cubicBezTo>
                <a:cubicBezTo>
                  <a:pt x="24431" y="160795"/>
                  <a:pt x="40909" y="190588"/>
                  <a:pt x="56852" y="219395"/>
                </a:cubicBezTo>
                <a:cubicBezTo>
                  <a:pt x="64059" y="232428"/>
                  <a:pt x="71364" y="245771"/>
                  <a:pt x="77450" y="259096"/>
                </a:cubicBezTo>
                <a:lnTo>
                  <a:pt x="191491" y="259096"/>
                </a:lnTo>
                <a:cubicBezTo>
                  <a:pt x="197552" y="245826"/>
                  <a:pt x="204796" y="232555"/>
                  <a:pt x="211940" y="219541"/>
                </a:cubicBezTo>
                <a:cubicBezTo>
                  <a:pt x="227907" y="190552"/>
                  <a:pt x="244386" y="160612"/>
                  <a:pt x="244386" y="135717"/>
                </a:cubicBezTo>
                <a:cubicBezTo>
                  <a:pt x="244386" y="74484"/>
                  <a:pt x="195051" y="24676"/>
                  <a:pt x="134415" y="24676"/>
                </a:cubicBezTo>
                <a:close/>
                <a:moveTo>
                  <a:pt x="134415" y="0"/>
                </a:moveTo>
                <a:cubicBezTo>
                  <a:pt x="208641" y="0"/>
                  <a:pt x="268829" y="60757"/>
                  <a:pt x="268829" y="135717"/>
                </a:cubicBezTo>
                <a:cubicBezTo>
                  <a:pt x="268829" y="185050"/>
                  <a:pt x="223813" y="238331"/>
                  <a:pt x="207347" y="284722"/>
                </a:cubicBezTo>
                <a:cubicBezTo>
                  <a:pt x="182854" y="353668"/>
                  <a:pt x="186339" y="394794"/>
                  <a:pt x="134415" y="394794"/>
                </a:cubicBezTo>
                <a:cubicBezTo>
                  <a:pt x="83238" y="394794"/>
                  <a:pt x="85951" y="353485"/>
                  <a:pt x="61470" y="284448"/>
                </a:cubicBezTo>
                <a:cubicBezTo>
                  <a:pt x="45066" y="238149"/>
                  <a:pt x="0" y="185452"/>
                  <a:pt x="0" y="135717"/>
                </a:cubicBezTo>
                <a:cubicBezTo>
                  <a:pt x="0" y="60757"/>
                  <a:pt x="60175" y="0"/>
                  <a:pt x="13441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lIns="25400" tIns="25400" rIns="25400" bIns="2540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04165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D10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kitty原始猫咪中文智能手机字体" panose="02000500000000000000" charset="-122"/>
              <a:ea typeface="kitty原始猫咪中文智能手机字体" panose="02000500000000000000" charset="-122"/>
              <a:cs typeface="kitty原始猫咪中文智能手机字体" panose="02000500000000000000" charset="-122"/>
              <a:sym typeface="Gill Sans" panose="020B0502020104020203" charset="0"/>
            </a:endParaRPr>
          </a:p>
        </p:txBody>
      </p:sp>
      <p:grpSp>
        <p:nvGrpSpPr>
          <p:cNvPr id="12" name="Shape7"/>
          <p:cNvGrpSpPr/>
          <p:nvPr>
            <p:custDataLst>
              <p:tags r:id="rId16"/>
            </p:custDataLst>
          </p:nvPr>
        </p:nvGrpSpPr>
        <p:grpSpPr>
          <a:xfrm>
            <a:off x="6523344" y="2104465"/>
            <a:ext cx="484652" cy="488345"/>
            <a:chOff x="3191434" y="2145028"/>
            <a:chExt cx="359165" cy="359165"/>
          </a:xfrm>
          <a:solidFill>
            <a:schemeClr val="tx2"/>
          </a:solidFill>
        </p:grpSpPr>
        <p:sp>
          <p:nvSpPr>
            <p:cNvPr id="16" name="AutoShape 123"/>
            <p:cNvSpPr/>
            <p:nvPr>
              <p:custDataLst>
                <p:tags r:id="rId24"/>
              </p:custDataLst>
            </p:nvPr>
          </p:nvSpPr>
          <p:spPr bwMode="auto">
            <a:xfrm>
              <a:off x="319143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04165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D10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kitty原始猫咪中文智能手机字体" panose="02000500000000000000" charset="-122"/>
                <a:ea typeface="kitty原始猫咪中文智能手机字体" panose="02000500000000000000" charset="-122"/>
                <a:cs typeface="kitty原始猫咪中文智能手机字体" panose="02000500000000000000" charset="-122"/>
                <a:sym typeface="Gill Sans" panose="020B0502020104020203" charset="0"/>
              </a:endParaRPr>
            </a:p>
          </p:txBody>
        </p:sp>
        <p:sp>
          <p:nvSpPr>
            <p:cNvPr id="17" name="AutoShape 124"/>
            <p:cNvSpPr/>
            <p:nvPr>
              <p:custDataLst>
                <p:tags r:id="rId25"/>
              </p:custDataLst>
            </p:nvPr>
          </p:nvSpPr>
          <p:spPr bwMode="auto">
            <a:xfrm>
              <a:off x="3292736" y="2245717"/>
              <a:ext cx="157173" cy="1571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04165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D10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kitty原始猫咪中文智能手机字体" panose="02000500000000000000" charset="-122"/>
                <a:ea typeface="kitty原始猫咪中文智能手机字体" panose="02000500000000000000" charset="-122"/>
                <a:cs typeface="kitty原始猫咪中文智能手机字体" panose="02000500000000000000" charset="-122"/>
                <a:sym typeface="Gill Sans" panose="020B0502020104020203" charset="0"/>
              </a:endParaRPr>
            </a:p>
          </p:txBody>
        </p:sp>
        <p:sp>
          <p:nvSpPr>
            <p:cNvPr id="18" name="AutoShape 125"/>
            <p:cNvSpPr/>
            <p:nvPr>
              <p:custDataLst>
                <p:tags r:id="rId26"/>
              </p:custDataLst>
            </p:nvPr>
          </p:nvSpPr>
          <p:spPr bwMode="auto">
            <a:xfrm>
              <a:off x="3325891" y="2279484"/>
              <a:ext cx="90253" cy="9025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04165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D10">
                    <a:lumMod val="75000"/>
                    <a:lumOff val="2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kitty原始猫咪中文智能手机字体" panose="02000500000000000000" charset="-122"/>
                <a:ea typeface="kitty原始猫咪中文智能手机字体" panose="02000500000000000000" charset="-122"/>
                <a:cs typeface="kitty原始猫咪中文智能手机字体" panose="02000500000000000000" charset="-122"/>
                <a:sym typeface="Gill Sans" panose="020B0502020104020203" charset="0"/>
              </a:endParaRPr>
            </a:p>
          </p:txBody>
        </p:sp>
      </p:grpSp>
      <p:sp>
        <p:nvSpPr>
          <p:cNvPr id="35" name="Shape8"/>
          <p:cNvSpPr/>
          <p:nvPr>
            <p:custDataLst>
              <p:tags r:id="rId17"/>
            </p:custDataLst>
          </p:nvPr>
        </p:nvSpPr>
        <p:spPr bwMode="auto">
          <a:xfrm>
            <a:off x="7448938" y="4188674"/>
            <a:ext cx="484652" cy="488323"/>
          </a:xfrm>
          <a:custGeom>
            <a:avLst/>
            <a:gdLst>
              <a:gd name="connsiteX0" fmla="*/ 126740 w 391307"/>
              <a:gd name="connsiteY0" fmla="*/ 235716 h 394271"/>
              <a:gd name="connsiteX1" fmla="*/ 28098 w 391307"/>
              <a:gd name="connsiteY1" fmla="*/ 335109 h 394271"/>
              <a:gd name="connsiteX2" fmla="*/ 28206 w 391307"/>
              <a:gd name="connsiteY2" fmla="*/ 335201 h 394271"/>
              <a:gd name="connsiteX3" fmla="*/ 21576 w 391307"/>
              <a:gd name="connsiteY3" fmla="*/ 350808 h 394271"/>
              <a:gd name="connsiteX4" fmla="*/ 43152 w 391307"/>
              <a:gd name="connsiteY4" fmla="*/ 372530 h 394271"/>
              <a:gd name="connsiteX5" fmla="*/ 58623 w 391307"/>
              <a:gd name="connsiteY5" fmla="*/ 365849 h 394271"/>
              <a:gd name="connsiteX6" fmla="*/ 157247 w 391307"/>
              <a:gd name="connsiteY6" fmla="*/ 266492 h 394271"/>
              <a:gd name="connsiteX7" fmla="*/ 126740 w 391307"/>
              <a:gd name="connsiteY7" fmla="*/ 235716 h 394271"/>
              <a:gd name="connsiteX8" fmla="*/ 244507 w 391307"/>
              <a:gd name="connsiteY8" fmla="*/ 61706 h 394271"/>
              <a:gd name="connsiteX9" fmla="*/ 250661 w 391307"/>
              <a:gd name="connsiteY9" fmla="*/ 67877 h 394271"/>
              <a:gd name="connsiteX10" fmla="*/ 244507 w 391307"/>
              <a:gd name="connsiteY10" fmla="*/ 74047 h 394271"/>
              <a:gd name="connsiteX11" fmla="*/ 170605 w 391307"/>
              <a:gd name="connsiteY11" fmla="*/ 148095 h 394271"/>
              <a:gd name="connsiteX12" fmla="*/ 164447 w 391307"/>
              <a:gd name="connsiteY12" fmla="*/ 154265 h 394271"/>
              <a:gd name="connsiteX13" fmla="*/ 158288 w 391307"/>
              <a:gd name="connsiteY13" fmla="*/ 148095 h 394271"/>
              <a:gd name="connsiteX14" fmla="*/ 244507 w 391307"/>
              <a:gd name="connsiteY14" fmla="*/ 61706 h 394271"/>
              <a:gd name="connsiteX15" fmla="*/ 244549 w 391307"/>
              <a:gd name="connsiteY15" fmla="*/ 24643 h 394271"/>
              <a:gd name="connsiteX16" fmla="*/ 122265 w 391307"/>
              <a:gd name="connsiteY16" fmla="*/ 147859 h 394271"/>
              <a:gd name="connsiteX17" fmla="*/ 244549 w 391307"/>
              <a:gd name="connsiteY17" fmla="*/ 271074 h 394271"/>
              <a:gd name="connsiteX18" fmla="*/ 366832 w 391307"/>
              <a:gd name="connsiteY18" fmla="*/ 147859 h 394271"/>
              <a:gd name="connsiteX19" fmla="*/ 244549 w 391307"/>
              <a:gd name="connsiteY19" fmla="*/ 24643 h 394271"/>
              <a:gd name="connsiteX20" fmla="*/ 244549 w 391307"/>
              <a:gd name="connsiteY20" fmla="*/ 0 h 394271"/>
              <a:gd name="connsiteX21" fmla="*/ 391307 w 391307"/>
              <a:gd name="connsiteY21" fmla="*/ 147859 h 394271"/>
              <a:gd name="connsiteX22" fmla="*/ 244549 w 391307"/>
              <a:gd name="connsiteY22" fmla="*/ 295717 h 394271"/>
              <a:gd name="connsiteX23" fmla="*/ 175871 w 391307"/>
              <a:gd name="connsiteY23" fmla="*/ 278467 h 394271"/>
              <a:gd name="connsiteX24" fmla="*/ 73877 w 391307"/>
              <a:gd name="connsiteY24" fmla="*/ 381219 h 394271"/>
              <a:gd name="connsiteX25" fmla="*/ 73895 w 391307"/>
              <a:gd name="connsiteY25" fmla="*/ 381238 h 394271"/>
              <a:gd name="connsiteX26" fmla="*/ 43152 w 391307"/>
              <a:gd name="connsiteY26" fmla="*/ 394271 h 394271"/>
              <a:gd name="connsiteX27" fmla="*/ 0 w 391307"/>
              <a:gd name="connsiteY27" fmla="*/ 350808 h 394271"/>
              <a:gd name="connsiteX28" fmla="*/ 12917 w 391307"/>
              <a:gd name="connsiteY28" fmla="*/ 319812 h 394271"/>
              <a:gd name="connsiteX29" fmla="*/ 12844 w 391307"/>
              <a:gd name="connsiteY29" fmla="*/ 319721 h 394271"/>
              <a:gd name="connsiteX30" fmla="*/ 114874 w 391307"/>
              <a:gd name="connsiteY30" fmla="*/ 216932 h 394271"/>
              <a:gd name="connsiteX31" fmla="*/ 97808 w 391307"/>
              <a:gd name="connsiteY31" fmla="*/ 147859 h 394271"/>
              <a:gd name="connsiteX32" fmla="*/ 244549 w 391307"/>
              <a:gd name="connsiteY32" fmla="*/ 0 h 394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91307" h="394271">
                <a:moveTo>
                  <a:pt x="126740" y="235716"/>
                </a:moveTo>
                <a:lnTo>
                  <a:pt x="28098" y="335109"/>
                </a:lnTo>
                <a:lnTo>
                  <a:pt x="28206" y="335201"/>
                </a:lnTo>
                <a:cubicBezTo>
                  <a:pt x="24130" y="339162"/>
                  <a:pt x="21576" y="344656"/>
                  <a:pt x="21576" y="350808"/>
                </a:cubicBezTo>
                <a:cubicBezTo>
                  <a:pt x="21576" y="362801"/>
                  <a:pt x="31232" y="372530"/>
                  <a:pt x="43152" y="372530"/>
                </a:cubicBezTo>
                <a:cubicBezTo>
                  <a:pt x="49239" y="372530"/>
                  <a:pt x="54692" y="369938"/>
                  <a:pt x="58623" y="365849"/>
                </a:cubicBezTo>
                <a:cubicBezTo>
                  <a:pt x="58623" y="365849"/>
                  <a:pt x="157247" y="266492"/>
                  <a:pt x="157247" y="266492"/>
                </a:cubicBezTo>
                <a:cubicBezTo>
                  <a:pt x="145635" y="257785"/>
                  <a:pt x="135363" y="247435"/>
                  <a:pt x="126740" y="235716"/>
                </a:cubicBezTo>
                <a:close/>
                <a:moveTo>
                  <a:pt x="244507" y="61706"/>
                </a:moveTo>
                <a:cubicBezTo>
                  <a:pt x="247907" y="61706"/>
                  <a:pt x="250661" y="64470"/>
                  <a:pt x="250661" y="67877"/>
                </a:cubicBezTo>
                <a:cubicBezTo>
                  <a:pt x="250661" y="71279"/>
                  <a:pt x="247907" y="74047"/>
                  <a:pt x="244507" y="74047"/>
                </a:cubicBezTo>
                <a:cubicBezTo>
                  <a:pt x="203694" y="74047"/>
                  <a:pt x="170605" y="107206"/>
                  <a:pt x="170605" y="148095"/>
                </a:cubicBezTo>
                <a:cubicBezTo>
                  <a:pt x="170605" y="151497"/>
                  <a:pt x="167847" y="154265"/>
                  <a:pt x="164447" y="154265"/>
                </a:cubicBezTo>
                <a:cubicBezTo>
                  <a:pt x="161042" y="154265"/>
                  <a:pt x="158288" y="151497"/>
                  <a:pt x="158288" y="148095"/>
                </a:cubicBezTo>
                <a:cubicBezTo>
                  <a:pt x="158288" y="100380"/>
                  <a:pt x="196886" y="61706"/>
                  <a:pt x="244507" y="61706"/>
                </a:cubicBezTo>
                <a:close/>
                <a:moveTo>
                  <a:pt x="244549" y="24643"/>
                </a:moveTo>
                <a:cubicBezTo>
                  <a:pt x="177030" y="24643"/>
                  <a:pt x="122265" y="79807"/>
                  <a:pt x="122265" y="147859"/>
                </a:cubicBezTo>
                <a:cubicBezTo>
                  <a:pt x="122265" y="215892"/>
                  <a:pt x="177030" y="271074"/>
                  <a:pt x="244549" y="271074"/>
                </a:cubicBezTo>
                <a:cubicBezTo>
                  <a:pt x="312086" y="271074"/>
                  <a:pt x="366832" y="215892"/>
                  <a:pt x="366832" y="147859"/>
                </a:cubicBezTo>
                <a:cubicBezTo>
                  <a:pt x="366832" y="79807"/>
                  <a:pt x="312086" y="24643"/>
                  <a:pt x="244549" y="24643"/>
                </a:cubicBezTo>
                <a:close/>
                <a:moveTo>
                  <a:pt x="244549" y="0"/>
                </a:moveTo>
                <a:cubicBezTo>
                  <a:pt x="325600" y="0"/>
                  <a:pt x="391307" y="66190"/>
                  <a:pt x="391307" y="147859"/>
                </a:cubicBezTo>
                <a:cubicBezTo>
                  <a:pt x="391307" y="229509"/>
                  <a:pt x="325600" y="295717"/>
                  <a:pt x="244549" y="295717"/>
                </a:cubicBezTo>
                <a:cubicBezTo>
                  <a:pt x="219712" y="295717"/>
                  <a:pt x="196360" y="289438"/>
                  <a:pt x="175871" y="278467"/>
                </a:cubicBezTo>
                <a:lnTo>
                  <a:pt x="73877" y="381219"/>
                </a:lnTo>
                <a:lnTo>
                  <a:pt x="73895" y="381238"/>
                </a:lnTo>
                <a:cubicBezTo>
                  <a:pt x="66069" y="389288"/>
                  <a:pt x="55199" y="394271"/>
                  <a:pt x="43152" y="394271"/>
                </a:cubicBezTo>
                <a:cubicBezTo>
                  <a:pt x="19311" y="394271"/>
                  <a:pt x="0" y="374812"/>
                  <a:pt x="0" y="350808"/>
                </a:cubicBezTo>
                <a:cubicBezTo>
                  <a:pt x="0" y="338651"/>
                  <a:pt x="4964" y="327716"/>
                  <a:pt x="12917" y="319812"/>
                </a:cubicBezTo>
                <a:lnTo>
                  <a:pt x="12844" y="319721"/>
                </a:lnTo>
                <a:lnTo>
                  <a:pt x="114874" y="216932"/>
                </a:lnTo>
                <a:cubicBezTo>
                  <a:pt x="104022" y="196305"/>
                  <a:pt x="97808" y="172812"/>
                  <a:pt x="97808" y="147859"/>
                </a:cubicBezTo>
                <a:cubicBezTo>
                  <a:pt x="97808" y="66190"/>
                  <a:pt x="163516" y="0"/>
                  <a:pt x="244549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lIns="25400" tIns="25400" rIns="25400" bIns="2540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04165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D10">
                  <a:lumMod val="75000"/>
                  <a:lumOff val="25000"/>
                </a:srgb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kitty原始猫咪中文智能手机字体" panose="02000500000000000000" charset="-122"/>
              <a:ea typeface="kitty原始猫咪中文智能手机字体" panose="02000500000000000000" charset="-122"/>
              <a:cs typeface="kitty原始猫咪中文智能手机字体" panose="02000500000000000000" charset="-122"/>
              <a:sym typeface="Gill Sans" panose="020B0502020104020203" charset="0"/>
            </a:endParaRPr>
          </a:p>
        </p:txBody>
      </p:sp>
      <p:grpSp>
        <p:nvGrpSpPr>
          <p:cNvPr id="37" name="Text9"/>
          <p:cNvGrpSpPr/>
          <p:nvPr>
            <p:custDataLst>
              <p:tags r:id="rId18"/>
            </p:custDataLst>
          </p:nvPr>
        </p:nvGrpSpPr>
        <p:grpSpPr>
          <a:xfrm rot="5400000">
            <a:off x="301973" y="271071"/>
            <a:ext cx="505353" cy="624371"/>
            <a:chOff x="-349093" y="-87119"/>
            <a:chExt cx="698188" cy="862623"/>
          </a:xfrm>
        </p:grpSpPr>
        <p:sp>
          <p:nvSpPr>
            <p:cNvPr id="38" name="等腰三角形 37"/>
            <p:cNvSpPr/>
            <p:nvPr>
              <p:custDataLst>
                <p:tags r:id="rId22"/>
              </p:custDataLst>
            </p:nvPr>
          </p:nvSpPr>
          <p:spPr>
            <a:xfrm>
              <a:off x="-349093" y="173620"/>
              <a:ext cx="698186" cy="601884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思源黑体 CN Bold" panose="020B0800000000000000" pitchFamily="34" charset="-122"/>
                <a:cs typeface="+mn-ea"/>
                <a:sym typeface="Open Sans" panose="020B0606030504020204" pitchFamily="34" charset="0"/>
              </a:endParaRPr>
            </a:p>
          </p:txBody>
        </p:sp>
        <p:sp>
          <p:nvSpPr>
            <p:cNvPr id="39" name="等腰三角形 38"/>
            <p:cNvSpPr/>
            <p:nvPr>
              <p:custDataLst>
                <p:tags r:id="rId23"/>
              </p:custDataLst>
            </p:nvPr>
          </p:nvSpPr>
          <p:spPr>
            <a:xfrm>
              <a:off x="-349091" y="-87119"/>
              <a:ext cx="698186" cy="601885"/>
            </a:xfrm>
            <a:prstGeom prst="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思源黑体 CN Bold" panose="020B0800000000000000" pitchFamily="34" charset="-122"/>
                <a:cs typeface="+mn-ea"/>
                <a:sym typeface="Open Sans" panose="020B0606030504020204" pitchFamily="34" charset="0"/>
              </a:endParaRPr>
            </a:p>
          </p:txBody>
        </p:sp>
      </p:grpSp>
      <p:sp>
        <p:nvSpPr>
          <p:cNvPr id="40" name="Text10"/>
          <p:cNvSpPr txBox="1"/>
          <p:nvPr>
            <p:custDataLst>
              <p:tags r:id="rId19"/>
            </p:custDataLst>
          </p:nvPr>
        </p:nvSpPr>
        <p:spPr>
          <a:xfrm>
            <a:off x="971610" y="223083"/>
            <a:ext cx="9162990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AI相关数据模型</a:t>
            </a:r>
          </a:p>
        </p:txBody>
      </p:sp>
      <p:sp>
        <p:nvSpPr>
          <p:cNvPr id="41" name="椭圆 40-【1】"/>
          <p:cNvSpPr/>
          <p:nvPr>
            <p:custDataLst>
              <p:tags r:id="rId20"/>
            </p:custDataLst>
          </p:nvPr>
        </p:nvSpPr>
        <p:spPr>
          <a:xfrm>
            <a:off x="11457773" y="383353"/>
            <a:ext cx="175648" cy="1756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2" name="椭圆 41-【1】"/>
          <p:cNvSpPr/>
          <p:nvPr>
            <p:custDataLst>
              <p:tags r:id="rId21"/>
            </p:custDataLst>
          </p:nvPr>
        </p:nvSpPr>
        <p:spPr>
          <a:xfrm>
            <a:off x="11711552" y="383353"/>
            <a:ext cx="175648" cy="17564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角星"/>
          <p:cNvSpPr/>
          <p:nvPr/>
        </p:nvSpPr>
        <p:spPr>
          <a:xfrm>
            <a:off x="5840730" y="2882582"/>
            <a:ext cx="301625" cy="300355"/>
          </a:xfrm>
          <a:custGeom>
            <a:avLst/>
            <a:gdLst>
              <a:gd name="T0" fmla="*/ 11209 w 11256"/>
              <a:gd name="T1" fmla="*/ 4253 h 11213"/>
              <a:gd name="T2" fmla="*/ 10891 w 11256"/>
              <a:gd name="T3" fmla="*/ 3984 h 11213"/>
              <a:gd name="T4" fmla="*/ 7510 w 11256"/>
              <a:gd name="T5" fmla="*/ 3462 h 11213"/>
              <a:gd name="T6" fmla="*/ 6001 w 11256"/>
              <a:gd name="T7" fmla="*/ 230 h 11213"/>
              <a:gd name="T8" fmla="*/ 5640 w 11256"/>
              <a:gd name="T9" fmla="*/ 0 h 11213"/>
              <a:gd name="T10" fmla="*/ 5640 w 11256"/>
              <a:gd name="T11" fmla="*/ 0 h 11213"/>
              <a:gd name="T12" fmla="*/ 5279 w 11256"/>
              <a:gd name="T13" fmla="*/ 230 h 11213"/>
              <a:gd name="T14" fmla="*/ 3756 w 11256"/>
              <a:gd name="T15" fmla="*/ 3455 h 11213"/>
              <a:gd name="T16" fmla="*/ 370 w 11256"/>
              <a:gd name="T17" fmla="*/ 3965 h 11213"/>
              <a:gd name="T18" fmla="*/ 49 w 11256"/>
              <a:gd name="T19" fmla="*/ 4231 h 11213"/>
              <a:gd name="T20" fmla="*/ 142 w 11256"/>
              <a:gd name="T21" fmla="*/ 4638 h 11213"/>
              <a:gd name="T22" fmla="*/ 2597 w 11256"/>
              <a:gd name="T23" fmla="*/ 7164 h 11213"/>
              <a:gd name="T24" fmla="*/ 2010 w 11256"/>
              <a:gd name="T25" fmla="*/ 10725 h 11213"/>
              <a:gd name="T26" fmla="*/ 2174 w 11256"/>
              <a:gd name="T27" fmla="*/ 11116 h 11213"/>
              <a:gd name="T28" fmla="*/ 2597 w 11256"/>
              <a:gd name="T29" fmla="*/ 11140 h 11213"/>
              <a:gd name="T30" fmla="*/ 5620 w 11256"/>
              <a:gd name="T31" fmla="*/ 9478 h 11213"/>
              <a:gd name="T32" fmla="*/ 8637 w 11256"/>
              <a:gd name="T33" fmla="*/ 11151 h 11213"/>
              <a:gd name="T34" fmla="*/ 8831 w 11256"/>
              <a:gd name="T35" fmla="*/ 11200 h 11213"/>
              <a:gd name="T36" fmla="*/ 8839 w 11256"/>
              <a:gd name="T37" fmla="*/ 11200 h 11213"/>
              <a:gd name="T38" fmla="*/ 9239 w 11256"/>
              <a:gd name="T39" fmla="*/ 10800 h 11213"/>
              <a:gd name="T40" fmla="*/ 9213 w 11256"/>
              <a:gd name="T41" fmla="*/ 10658 h 11213"/>
              <a:gd name="T42" fmla="*/ 8652 w 11256"/>
              <a:gd name="T43" fmla="*/ 7175 h 11213"/>
              <a:gd name="T44" fmla="*/ 11114 w 11256"/>
              <a:gd name="T45" fmla="*/ 4659 h 11213"/>
              <a:gd name="T46" fmla="*/ 11209 w 11256"/>
              <a:gd name="T47" fmla="*/ 4253 h 1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256" h="11213">
                <a:moveTo>
                  <a:pt x="11209" y="4253"/>
                </a:moveTo>
                <a:cubicBezTo>
                  <a:pt x="11161" y="4111"/>
                  <a:pt x="11039" y="4008"/>
                  <a:pt x="10891" y="3984"/>
                </a:cubicBezTo>
                <a:lnTo>
                  <a:pt x="7510" y="3462"/>
                </a:lnTo>
                <a:lnTo>
                  <a:pt x="6001" y="230"/>
                </a:lnTo>
                <a:cubicBezTo>
                  <a:pt x="5934" y="90"/>
                  <a:pt x="5795" y="0"/>
                  <a:pt x="5640" y="0"/>
                </a:cubicBezTo>
                <a:lnTo>
                  <a:pt x="5640" y="0"/>
                </a:lnTo>
                <a:cubicBezTo>
                  <a:pt x="5485" y="0"/>
                  <a:pt x="5345" y="88"/>
                  <a:pt x="5279" y="230"/>
                </a:cubicBezTo>
                <a:lnTo>
                  <a:pt x="3756" y="3455"/>
                </a:lnTo>
                <a:lnTo>
                  <a:pt x="370" y="3965"/>
                </a:lnTo>
                <a:cubicBezTo>
                  <a:pt x="221" y="3986"/>
                  <a:pt x="99" y="4090"/>
                  <a:pt x="49" y="4231"/>
                </a:cubicBezTo>
                <a:cubicBezTo>
                  <a:pt x="0" y="4373"/>
                  <a:pt x="36" y="4530"/>
                  <a:pt x="142" y="4638"/>
                </a:cubicBezTo>
                <a:lnTo>
                  <a:pt x="2597" y="7164"/>
                </a:lnTo>
                <a:lnTo>
                  <a:pt x="2010" y="10725"/>
                </a:lnTo>
                <a:cubicBezTo>
                  <a:pt x="1984" y="10875"/>
                  <a:pt x="2049" y="11028"/>
                  <a:pt x="2174" y="11116"/>
                </a:cubicBezTo>
                <a:cubicBezTo>
                  <a:pt x="2298" y="11204"/>
                  <a:pt x="2464" y="11213"/>
                  <a:pt x="2597" y="11140"/>
                </a:cubicBezTo>
                <a:lnTo>
                  <a:pt x="5620" y="9478"/>
                </a:lnTo>
                <a:lnTo>
                  <a:pt x="8637" y="11151"/>
                </a:lnTo>
                <a:cubicBezTo>
                  <a:pt x="8697" y="11183"/>
                  <a:pt x="8764" y="11200"/>
                  <a:pt x="8831" y="11200"/>
                </a:cubicBezTo>
                <a:lnTo>
                  <a:pt x="8839" y="11200"/>
                </a:lnTo>
                <a:cubicBezTo>
                  <a:pt x="9061" y="11200"/>
                  <a:pt x="9239" y="11022"/>
                  <a:pt x="9239" y="10800"/>
                </a:cubicBezTo>
                <a:cubicBezTo>
                  <a:pt x="9239" y="10751"/>
                  <a:pt x="9231" y="10703"/>
                  <a:pt x="9213" y="10658"/>
                </a:cubicBezTo>
                <a:lnTo>
                  <a:pt x="8652" y="7175"/>
                </a:lnTo>
                <a:lnTo>
                  <a:pt x="11114" y="4659"/>
                </a:lnTo>
                <a:cubicBezTo>
                  <a:pt x="11219" y="4552"/>
                  <a:pt x="11256" y="4395"/>
                  <a:pt x="11209" y="425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99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组合 6"/>
          <p:cNvGrpSpPr/>
          <p:nvPr/>
        </p:nvGrpSpPr>
        <p:grpSpPr>
          <a:xfrm flipH="1">
            <a:off x="6198870" y="2958147"/>
            <a:ext cx="777240" cy="156845"/>
            <a:chOff x="4887865" y="3342962"/>
            <a:chExt cx="713775" cy="156845"/>
          </a:xfrm>
        </p:grpSpPr>
        <p:sp>
          <p:nvSpPr>
            <p:cNvPr id="14" name="平行四边形 13"/>
            <p:cNvSpPr/>
            <p:nvPr/>
          </p:nvSpPr>
          <p:spPr>
            <a:xfrm flipH="1">
              <a:off x="5032872" y="3412812"/>
              <a:ext cx="568768" cy="86995"/>
            </a:xfrm>
            <a:prstGeom prst="parallelogram">
              <a:avLst>
                <a:gd name="adj" fmla="val 90891"/>
              </a:avLst>
            </a:prstGeom>
            <a:gradFill flip="none" rotWithShape="1">
              <a:gsLst>
                <a:gs pos="41000">
                  <a:schemeClr val="accent1">
                    <a:lumMod val="75000"/>
                    <a:alpha val="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平行四边形 14"/>
            <p:cNvSpPr/>
            <p:nvPr/>
          </p:nvSpPr>
          <p:spPr>
            <a:xfrm flipH="1">
              <a:off x="4887865" y="3342962"/>
              <a:ext cx="568768" cy="86995"/>
            </a:xfrm>
            <a:prstGeom prst="parallelogram">
              <a:avLst>
                <a:gd name="adj" fmla="val 99126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8" name="Text1"/>
          <p:cNvSpPr txBox="1"/>
          <p:nvPr>
            <p:custDataLst>
              <p:tags r:id="rId2"/>
            </p:custDataLst>
          </p:nvPr>
        </p:nvSpPr>
        <p:spPr>
          <a:xfrm>
            <a:off x="527050" y="3327717"/>
            <a:ext cx="11137900" cy="135064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核心功能实现</a:t>
            </a:r>
          </a:p>
        </p:txBody>
      </p:sp>
      <p:sp>
        <p:nvSpPr>
          <p:cNvPr id="9" name="Text2"/>
          <p:cNvSpPr txBox="1"/>
          <p:nvPr>
            <p:custDataLst>
              <p:tags r:id="rId3"/>
            </p:custDataLst>
          </p:nvPr>
        </p:nvSpPr>
        <p:spPr>
          <a:xfrm>
            <a:off x="528955" y="4815522"/>
            <a:ext cx="11135360" cy="87820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Implementation of core functions</a:t>
            </a:r>
          </a:p>
        </p:txBody>
      </p:sp>
      <p:sp>
        <p:nvSpPr>
          <p:cNvPr id="10" name="Text3"/>
          <p:cNvSpPr txBox="1"/>
          <p:nvPr>
            <p:custDataLst>
              <p:tags r:id="rId4"/>
            </p:custDataLst>
          </p:nvPr>
        </p:nvSpPr>
        <p:spPr>
          <a:xfrm>
            <a:off x="5006975" y="1164272"/>
            <a:ext cx="2095500" cy="1833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006975" y="2958147"/>
            <a:ext cx="777240" cy="156845"/>
            <a:chOff x="4887865" y="3342962"/>
            <a:chExt cx="713775" cy="156845"/>
          </a:xfrm>
        </p:grpSpPr>
        <p:sp>
          <p:nvSpPr>
            <p:cNvPr id="12" name="平行四边形 11"/>
            <p:cNvSpPr/>
            <p:nvPr/>
          </p:nvSpPr>
          <p:spPr>
            <a:xfrm flipH="1">
              <a:off x="5032872" y="3412812"/>
              <a:ext cx="568768" cy="86995"/>
            </a:xfrm>
            <a:prstGeom prst="parallelogram">
              <a:avLst>
                <a:gd name="adj" fmla="val 90891"/>
              </a:avLst>
            </a:prstGeom>
            <a:gradFill flip="none" rotWithShape="1">
              <a:gsLst>
                <a:gs pos="41000">
                  <a:schemeClr val="accent1">
                    <a:lumMod val="75000"/>
                    <a:alpha val="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/>
          </p:nvSpPr>
          <p:spPr>
            <a:xfrm flipH="1">
              <a:off x="4887865" y="3342962"/>
              <a:ext cx="568768" cy="86995"/>
            </a:xfrm>
            <a:prstGeom prst="parallelogram">
              <a:avLst>
                <a:gd name="adj" fmla="val 99126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1"/>
          <p:cNvSpPr txBox="1"/>
          <p:nvPr>
            <p:custDataLst>
              <p:tags r:id="rId2"/>
            </p:custDataLst>
          </p:nvPr>
        </p:nvSpPr>
        <p:spPr>
          <a:xfrm>
            <a:off x="347808" y="305152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基础邮件核心功能</a:t>
            </a:r>
          </a:p>
        </p:txBody>
      </p:sp>
      <p:sp>
        <p:nvSpPr>
          <p:cNvPr id="54" name="Text2"/>
          <p:cNvSpPr/>
          <p:nvPr>
            <p:custDataLst>
              <p:tags r:id="rId3"/>
            </p:custDataLst>
          </p:nvPr>
        </p:nvSpPr>
        <p:spPr>
          <a:xfrm>
            <a:off x="369375" y="3281697"/>
            <a:ext cx="1540643" cy="4577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342900" dist="101600" dir="27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3"/>
          <p:cNvSpPr/>
          <p:nvPr>
            <p:custDataLst>
              <p:tags r:id="rId4"/>
            </p:custDataLst>
          </p:nvPr>
        </p:nvSpPr>
        <p:spPr>
          <a:xfrm>
            <a:off x="2336539" y="1876779"/>
            <a:ext cx="1540643" cy="4577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342900" dist="101600" dir="27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4"/>
          <p:cNvSpPr/>
          <p:nvPr>
            <p:custDataLst>
              <p:tags r:id="rId5"/>
            </p:custDataLst>
          </p:nvPr>
        </p:nvSpPr>
        <p:spPr>
          <a:xfrm>
            <a:off x="4296955" y="3281697"/>
            <a:ext cx="1540643" cy="4577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342900" dist="101600" dir="27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5"/>
          <p:cNvSpPr/>
          <p:nvPr>
            <p:custDataLst>
              <p:tags r:id="rId6"/>
            </p:custDataLst>
          </p:nvPr>
        </p:nvSpPr>
        <p:spPr>
          <a:xfrm>
            <a:off x="6265230" y="1876779"/>
            <a:ext cx="1540643" cy="4577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342900" dist="101600" dir="27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6"/>
          <p:cNvSpPr txBox="1"/>
          <p:nvPr>
            <p:custDataLst>
              <p:tags r:id="rId7"/>
            </p:custDataLst>
          </p:nvPr>
        </p:nvSpPr>
        <p:spPr>
          <a:xfrm>
            <a:off x="449577" y="3332366"/>
            <a:ext cx="1374282" cy="35640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用户鉴权功能</a:t>
            </a:r>
          </a:p>
        </p:txBody>
      </p:sp>
      <p:sp>
        <p:nvSpPr>
          <p:cNvPr id="86" name="Text7"/>
          <p:cNvSpPr txBox="1"/>
          <p:nvPr>
            <p:custDataLst>
              <p:tags r:id="rId8"/>
            </p:custDataLst>
          </p:nvPr>
        </p:nvSpPr>
        <p:spPr>
          <a:xfrm>
            <a:off x="2416741" y="1927448"/>
            <a:ext cx="1374282" cy="35640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邮件收发功能</a:t>
            </a:r>
          </a:p>
        </p:txBody>
      </p:sp>
      <p:sp>
        <p:nvSpPr>
          <p:cNvPr id="89" name="Text8"/>
          <p:cNvSpPr txBox="1"/>
          <p:nvPr>
            <p:custDataLst>
              <p:tags r:id="rId9"/>
            </p:custDataLst>
          </p:nvPr>
        </p:nvSpPr>
        <p:spPr>
          <a:xfrm>
            <a:off x="4377157" y="3332365"/>
            <a:ext cx="1374282" cy="35640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邮件管理功能</a:t>
            </a:r>
          </a:p>
        </p:txBody>
      </p:sp>
      <p:sp>
        <p:nvSpPr>
          <p:cNvPr id="92" name="Text9"/>
          <p:cNvSpPr txBox="1"/>
          <p:nvPr>
            <p:custDataLst>
              <p:tags r:id="rId10"/>
            </p:custDataLst>
          </p:nvPr>
        </p:nvSpPr>
        <p:spPr>
          <a:xfrm>
            <a:off x="6345432" y="1927447"/>
            <a:ext cx="1374282" cy="35640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附件处理功能</a:t>
            </a:r>
          </a:p>
        </p:txBody>
      </p:sp>
      <p:sp>
        <p:nvSpPr>
          <p:cNvPr id="58" name="Text10"/>
          <p:cNvSpPr txBox="1"/>
          <p:nvPr>
            <p:custDataLst>
              <p:tags r:id="rId11"/>
            </p:custDataLst>
          </p:nvPr>
        </p:nvSpPr>
        <p:spPr>
          <a:xfrm>
            <a:off x="191344" y="3882471"/>
            <a:ext cx="1967164" cy="252967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采用JWT做身份鉴权，结合BCrypt密码加密与Spring</a:t>
            </a:r>
            <a:r>
              <a:rPr lang="en-US" altLang="zh-CN" sz="14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 Security过滤器链，Token有效期设置为24小时，支持用户注册、登录功能，保障账户访问安全。</a:t>
            </a:r>
          </a:p>
        </p:txBody>
      </p:sp>
      <p:sp>
        <p:nvSpPr>
          <p:cNvPr id="87" name="Text11"/>
          <p:cNvSpPr txBox="1"/>
          <p:nvPr>
            <p:custDataLst>
              <p:tags r:id="rId12"/>
            </p:custDataLst>
          </p:nvPr>
        </p:nvSpPr>
        <p:spPr>
          <a:xfrm>
            <a:off x="2242521" y="2510590"/>
            <a:ext cx="1722722" cy="292254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支持同服务器用户间的站内收发，邮件投递成功后会自动为发件人和所有收件人创建对应的mailbox_item，每个用户仅能查看自己视图内的邮件，符合权限要求。</a:t>
            </a:r>
          </a:p>
        </p:txBody>
      </p:sp>
      <p:sp>
        <p:nvSpPr>
          <p:cNvPr id="90" name="Text12"/>
          <p:cNvSpPr txBox="1"/>
          <p:nvPr>
            <p:custDataLst>
              <p:tags r:id="rId13"/>
            </p:custDataLst>
          </p:nvPr>
        </p:nvSpPr>
        <p:spPr>
          <a:xfrm>
            <a:off x="4202936" y="3915509"/>
            <a:ext cx="1722722" cy="2529678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提供系统默认的五个文件夹视图，支持软删除功能，仅修改mailbox_item标记不删除原始mail_message；支持按主题、发件人、正文、分类多字段搜索，提升查找效率。</a:t>
            </a:r>
          </a:p>
        </p:txBody>
      </p:sp>
      <p:sp>
        <p:nvSpPr>
          <p:cNvPr id="93" name="Text13"/>
          <p:cNvSpPr txBox="1"/>
          <p:nvPr>
            <p:custDataLst>
              <p:tags r:id="rId14"/>
            </p:custDataLst>
          </p:nvPr>
        </p:nvSpPr>
        <p:spPr>
          <a:xfrm>
            <a:off x="6171212" y="2510591"/>
            <a:ext cx="1722722" cy="292254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用户撰写邮件时选择附件即实时上传为待绑定附件，发送成功后才绑定为正式附件，下载时会做权限校验，仅允许有权限的用户下载，保障附件安全。</a:t>
            </a:r>
          </a:p>
        </p:txBody>
      </p:sp>
      <p:sp>
        <p:nvSpPr>
          <p:cNvPr id="2" name="Text14"/>
          <p:cNvSpPr/>
          <p:nvPr>
            <p:custDataLst>
              <p:tags r:id="rId15"/>
            </p:custDataLst>
          </p:nvPr>
        </p:nvSpPr>
        <p:spPr>
          <a:xfrm>
            <a:off x="8319664" y="3281697"/>
            <a:ext cx="1540643" cy="4577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342900" dist="101600" dir="27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15"/>
          <p:cNvSpPr/>
          <p:nvPr>
            <p:custDataLst>
              <p:tags r:id="rId16"/>
            </p:custDataLst>
          </p:nvPr>
        </p:nvSpPr>
        <p:spPr>
          <a:xfrm>
            <a:off x="10287939" y="1876779"/>
            <a:ext cx="1540643" cy="4577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342900" dist="101600" dir="27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16"/>
          <p:cNvSpPr txBox="1"/>
          <p:nvPr>
            <p:custDataLst>
              <p:tags r:id="rId17"/>
            </p:custDataLst>
          </p:nvPr>
        </p:nvSpPr>
        <p:spPr>
          <a:xfrm>
            <a:off x="8399866" y="3332365"/>
            <a:ext cx="1374282" cy="35640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同步与提醒功能</a:t>
            </a:r>
          </a:p>
        </p:txBody>
      </p:sp>
      <p:sp>
        <p:nvSpPr>
          <p:cNvPr id="6" name="Text17"/>
          <p:cNvSpPr txBox="1"/>
          <p:nvPr>
            <p:custDataLst>
              <p:tags r:id="rId18"/>
            </p:custDataLst>
          </p:nvPr>
        </p:nvSpPr>
        <p:spPr>
          <a:xfrm>
            <a:off x="10368141" y="1927447"/>
            <a:ext cx="1374282" cy="35640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功能可用性说明</a:t>
            </a:r>
          </a:p>
        </p:txBody>
      </p:sp>
      <p:sp>
        <p:nvSpPr>
          <p:cNvPr id="7" name="Text18"/>
          <p:cNvSpPr txBox="1"/>
          <p:nvPr>
            <p:custDataLst>
              <p:tags r:id="rId19"/>
            </p:custDataLst>
          </p:nvPr>
        </p:nvSpPr>
        <p:spPr>
          <a:xfrm>
            <a:off x="8225646" y="3915508"/>
            <a:ext cx="1722722" cy="252967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支持登录自动拉取最新邮件、手动刷新、定时轮询同步三种同步方式；新邮件会展示未读徽标提醒，本地支持自动保存草稿，避免内容丢失。</a:t>
            </a:r>
          </a:p>
        </p:txBody>
      </p:sp>
      <p:sp>
        <p:nvSpPr>
          <p:cNvPr id="8" name="Text19"/>
          <p:cNvSpPr txBox="1"/>
          <p:nvPr>
            <p:custDataLst>
              <p:tags r:id="rId20"/>
            </p:custDataLst>
          </p:nvPr>
        </p:nvSpPr>
        <p:spPr>
          <a:xfrm>
            <a:off x="10193921" y="2510591"/>
            <a:ext cx="1722722" cy="292254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所有基础邮件功能在AI插件关闭的状态下均可完整使用，核心链路不依赖任何AI服务，完全符合项目最初的设计定位，满足基础邮件使用需求。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Text1"/>
          <p:cNvCxnSpPr/>
          <p:nvPr>
            <p:custDataLst>
              <p:tags r:id="rId2"/>
            </p:custDataLst>
          </p:nvPr>
        </p:nvCxnSpPr>
        <p:spPr>
          <a:xfrm>
            <a:off x="4107139" y="1779690"/>
            <a:ext cx="2926724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Text2"/>
          <p:cNvCxnSpPr/>
          <p:nvPr>
            <p:custDataLst>
              <p:tags r:id="rId3"/>
            </p:custDataLst>
          </p:nvPr>
        </p:nvCxnSpPr>
        <p:spPr>
          <a:xfrm>
            <a:off x="4425660" y="2872668"/>
            <a:ext cx="2596725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Text3"/>
          <p:cNvCxnSpPr/>
          <p:nvPr>
            <p:custDataLst>
              <p:tags r:id="rId4"/>
            </p:custDataLst>
          </p:nvPr>
        </p:nvCxnSpPr>
        <p:spPr>
          <a:xfrm>
            <a:off x="4853930" y="3924115"/>
            <a:ext cx="2168455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Text4"/>
          <p:cNvCxnSpPr/>
          <p:nvPr>
            <p:custDataLst>
              <p:tags r:id="rId5"/>
            </p:custDataLst>
          </p:nvPr>
        </p:nvCxnSpPr>
        <p:spPr>
          <a:xfrm>
            <a:off x="5199322" y="4864813"/>
            <a:ext cx="183454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Text5"/>
          <p:cNvCxnSpPr/>
          <p:nvPr>
            <p:custDataLst>
              <p:tags r:id="rId6"/>
            </p:custDataLst>
          </p:nvPr>
        </p:nvCxnSpPr>
        <p:spPr>
          <a:xfrm>
            <a:off x="5592726" y="5827169"/>
            <a:ext cx="1455585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Text6"/>
          <p:cNvGrpSpPr/>
          <p:nvPr>
            <p:custDataLst>
              <p:tags r:id="rId7"/>
            </p:custDataLst>
          </p:nvPr>
        </p:nvGrpSpPr>
        <p:grpSpPr>
          <a:xfrm>
            <a:off x="2303446" y="1467379"/>
            <a:ext cx="1207141" cy="700764"/>
            <a:chOff x="2303446" y="1467379"/>
            <a:chExt cx="1207141" cy="700764"/>
          </a:xfrm>
        </p:grpSpPr>
        <p:sp>
          <p:nvSpPr>
            <p:cNvPr id="101" name="Freeform: Shape 100"/>
            <p:cNvSpPr/>
            <p:nvPr>
              <p:custDataLst>
                <p:tags r:id="rId44"/>
              </p:custDataLst>
            </p:nvPr>
          </p:nvSpPr>
          <p:spPr>
            <a:xfrm>
              <a:off x="2641727" y="1467379"/>
              <a:ext cx="868860" cy="633707"/>
            </a:xfrm>
            <a:custGeom>
              <a:avLst/>
              <a:gdLst>
                <a:gd name="connsiteX0" fmla="*/ 699716 w 868860"/>
                <a:gd name="connsiteY0" fmla="*/ 633708 h 633707"/>
                <a:gd name="connsiteX1" fmla="*/ 0 w 868860"/>
                <a:gd name="connsiteY1" fmla="*/ 633708 h 633707"/>
                <a:gd name="connsiteX2" fmla="*/ 0 w 868860"/>
                <a:gd name="connsiteY2" fmla="*/ 0 h 633707"/>
                <a:gd name="connsiteX3" fmla="*/ 699716 w 868860"/>
                <a:gd name="connsiteY3" fmla="*/ 0 h 633707"/>
                <a:gd name="connsiteX4" fmla="*/ 868861 w 868860"/>
                <a:gd name="connsiteY4" fmla="*/ 316859 h 63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860" h="633707">
                  <a:moveTo>
                    <a:pt x="699716" y="633708"/>
                  </a:moveTo>
                  <a:lnTo>
                    <a:pt x="0" y="633708"/>
                  </a:lnTo>
                  <a:lnTo>
                    <a:pt x="0" y="0"/>
                  </a:lnTo>
                  <a:lnTo>
                    <a:pt x="699716" y="0"/>
                  </a:lnTo>
                  <a:lnTo>
                    <a:pt x="868861" y="316859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Freeform: Shape 104"/>
            <p:cNvSpPr/>
            <p:nvPr>
              <p:custDataLst>
                <p:tags r:id="rId45"/>
              </p:custDataLst>
            </p:nvPr>
          </p:nvSpPr>
          <p:spPr>
            <a:xfrm>
              <a:off x="2303446" y="2101087"/>
              <a:ext cx="676560" cy="67056"/>
            </a:xfrm>
            <a:custGeom>
              <a:avLst/>
              <a:gdLst>
                <a:gd name="connsiteX0" fmla="*/ 338280 w 676560"/>
                <a:gd name="connsiteY0" fmla="*/ 67056 h 67056"/>
                <a:gd name="connsiteX1" fmla="*/ 0 w 676560"/>
                <a:gd name="connsiteY1" fmla="*/ 0 h 67056"/>
                <a:gd name="connsiteX2" fmla="*/ 676561 w 676560"/>
                <a:gd name="connsiteY2" fmla="*/ 0 h 6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560" h="67056">
                  <a:moveTo>
                    <a:pt x="338280" y="67056"/>
                  </a:moveTo>
                  <a:lnTo>
                    <a:pt x="0" y="0"/>
                  </a:lnTo>
                  <a:lnTo>
                    <a:pt x="67656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Freeform: Shape 113"/>
            <p:cNvSpPr/>
            <p:nvPr>
              <p:custDataLst>
                <p:tags r:id="rId46"/>
              </p:custDataLst>
            </p:nvPr>
          </p:nvSpPr>
          <p:spPr>
            <a:xfrm>
              <a:off x="2303446" y="1467379"/>
              <a:ext cx="338280" cy="633707"/>
            </a:xfrm>
            <a:custGeom>
              <a:avLst/>
              <a:gdLst>
                <a:gd name="connsiteX0" fmla="*/ 338280 w 338280"/>
                <a:gd name="connsiteY0" fmla="*/ 0 h 633707"/>
                <a:gd name="connsiteX1" fmla="*/ 338280 w 338280"/>
                <a:gd name="connsiteY1" fmla="*/ 633708 h 633707"/>
                <a:gd name="connsiteX2" fmla="*/ 0 w 338280"/>
                <a:gd name="connsiteY2" fmla="*/ 633708 h 63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8280" h="633707">
                  <a:moveTo>
                    <a:pt x="338280" y="0"/>
                  </a:moveTo>
                  <a:lnTo>
                    <a:pt x="338280" y="633708"/>
                  </a:lnTo>
                  <a:lnTo>
                    <a:pt x="0" y="63370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Freeform: Shape 114"/>
            <p:cNvSpPr/>
            <p:nvPr>
              <p:custDataLst>
                <p:tags r:id="rId47"/>
              </p:custDataLst>
            </p:nvPr>
          </p:nvSpPr>
          <p:spPr>
            <a:xfrm>
              <a:off x="2641727" y="1467379"/>
              <a:ext cx="338280" cy="633707"/>
            </a:xfrm>
            <a:custGeom>
              <a:avLst/>
              <a:gdLst>
                <a:gd name="connsiteX0" fmla="*/ 338280 w 338280"/>
                <a:gd name="connsiteY0" fmla="*/ 633708 h 633707"/>
                <a:gd name="connsiteX1" fmla="*/ 0 w 338280"/>
                <a:gd name="connsiteY1" fmla="*/ 633708 h 633707"/>
                <a:gd name="connsiteX2" fmla="*/ 0 w 338280"/>
                <a:gd name="connsiteY2" fmla="*/ 0 h 63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8280" h="633707">
                  <a:moveTo>
                    <a:pt x="338280" y="633708"/>
                  </a:moveTo>
                  <a:lnTo>
                    <a:pt x="0" y="6337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" name="Text7"/>
          <p:cNvGrpSpPr/>
          <p:nvPr>
            <p:custDataLst>
              <p:tags r:id="rId8"/>
            </p:custDataLst>
          </p:nvPr>
        </p:nvGrpSpPr>
        <p:grpSpPr>
          <a:xfrm>
            <a:off x="1874535" y="2553823"/>
            <a:ext cx="2065030" cy="762119"/>
            <a:chOff x="1874535" y="2553823"/>
            <a:chExt cx="2065030" cy="762119"/>
          </a:xfrm>
        </p:grpSpPr>
        <p:sp>
          <p:nvSpPr>
            <p:cNvPr id="102" name="Freeform: Shape 101"/>
            <p:cNvSpPr/>
            <p:nvPr>
              <p:custDataLst>
                <p:tags r:id="rId40"/>
              </p:custDataLst>
            </p:nvPr>
          </p:nvSpPr>
          <p:spPr>
            <a:xfrm>
              <a:off x="2641727" y="2554778"/>
              <a:ext cx="1297838" cy="633707"/>
            </a:xfrm>
            <a:custGeom>
              <a:avLst/>
              <a:gdLst>
                <a:gd name="connsiteX0" fmla="*/ 1128693 w 1297838"/>
                <a:gd name="connsiteY0" fmla="*/ 633708 h 633707"/>
                <a:gd name="connsiteX1" fmla="*/ 0 w 1297838"/>
                <a:gd name="connsiteY1" fmla="*/ 633708 h 633707"/>
                <a:gd name="connsiteX2" fmla="*/ 0 w 1297838"/>
                <a:gd name="connsiteY2" fmla="*/ 0 h 633707"/>
                <a:gd name="connsiteX3" fmla="*/ 1128693 w 1297838"/>
                <a:gd name="connsiteY3" fmla="*/ 0 h 633707"/>
                <a:gd name="connsiteX4" fmla="*/ 1297839 w 1297838"/>
                <a:gd name="connsiteY4" fmla="*/ 316849 h 63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7838" h="633707">
                  <a:moveTo>
                    <a:pt x="1128693" y="633708"/>
                  </a:moveTo>
                  <a:lnTo>
                    <a:pt x="0" y="633708"/>
                  </a:lnTo>
                  <a:lnTo>
                    <a:pt x="0" y="0"/>
                  </a:lnTo>
                  <a:lnTo>
                    <a:pt x="1128693" y="0"/>
                  </a:lnTo>
                  <a:lnTo>
                    <a:pt x="1297839" y="316849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6" name="Freeform: Shape 105"/>
            <p:cNvSpPr/>
            <p:nvPr>
              <p:custDataLst>
                <p:tags r:id="rId41"/>
              </p:custDataLst>
            </p:nvPr>
          </p:nvSpPr>
          <p:spPr>
            <a:xfrm>
              <a:off x="1874535" y="3190708"/>
              <a:ext cx="1534391" cy="125234"/>
            </a:xfrm>
            <a:custGeom>
              <a:avLst/>
              <a:gdLst>
                <a:gd name="connsiteX0" fmla="*/ 767191 w 1534391"/>
                <a:gd name="connsiteY0" fmla="*/ 125235 h 125234"/>
                <a:gd name="connsiteX1" fmla="*/ 0 w 1534391"/>
                <a:gd name="connsiteY1" fmla="*/ 0 h 125234"/>
                <a:gd name="connsiteX2" fmla="*/ 1534392 w 1534391"/>
                <a:gd name="connsiteY2" fmla="*/ 0 h 125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4391" h="125233">
                  <a:moveTo>
                    <a:pt x="767191" y="125235"/>
                  </a:moveTo>
                  <a:lnTo>
                    <a:pt x="0" y="0"/>
                  </a:lnTo>
                  <a:lnTo>
                    <a:pt x="153439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Freeform: Shape 111"/>
            <p:cNvSpPr/>
            <p:nvPr>
              <p:custDataLst>
                <p:tags r:id="rId42"/>
              </p:custDataLst>
            </p:nvPr>
          </p:nvSpPr>
          <p:spPr>
            <a:xfrm>
              <a:off x="1874535" y="2553823"/>
              <a:ext cx="767191" cy="636885"/>
            </a:xfrm>
            <a:custGeom>
              <a:avLst/>
              <a:gdLst>
                <a:gd name="connsiteX0" fmla="*/ 767191 w 767191"/>
                <a:gd name="connsiteY0" fmla="*/ 0 h 633707"/>
                <a:gd name="connsiteX1" fmla="*/ 767191 w 767191"/>
                <a:gd name="connsiteY1" fmla="*/ 633708 h 633707"/>
                <a:gd name="connsiteX2" fmla="*/ 0 w 767191"/>
                <a:gd name="connsiteY2" fmla="*/ 633708 h 633707"/>
                <a:gd name="connsiteX3" fmla="*/ 338280 w 767191"/>
                <a:gd name="connsiteY3" fmla="*/ 0 h 63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7191" h="633707">
                  <a:moveTo>
                    <a:pt x="767191" y="0"/>
                  </a:moveTo>
                  <a:lnTo>
                    <a:pt x="767191" y="633708"/>
                  </a:lnTo>
                  <a:lnTo>
                    <a:pt x="0" y="633708"/>
                  </a:lnTo>
                  <a:lnTo>
                    <a:pt x="33828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1"/>
                </a:gs>
              </a:gsLst>
              <a:lin ang="27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Freeform: Shape 112"/>
            <p:cNvSpPr/>
            <p:nvPr>
              <p:custDataLst>
                <p:tags r:id="rId43"/>
              </p:custDataLst>
            </p:nvPr>
          </p:nvSpPr>
          <p:spPr>
            <a:xfrm>
              <a:off x="2641727" y="2557001"/>
              <a:ext cx="767200" cy="633707"/>
            </a:xfrm>
            <a:custGeom>
              <a:avLst/>
              <a:gdLst>
                <a:gd name="connsiteX0" fmla="*/ 767201 w 767200"/>
                <a:gd name="connsiteY0" fmla="*/ 633708 h 633707"/>
                <a:gd name="connsiteX1" fmla="*/ 0 w 767200"/>
                <a:gd name="connsiteY1" fmla="*/ 633708 h 633707"/>
                <a:gd name="connsiteX2" fmla="*/ 0 w 767200"/>
                <a:gd name="connsiteY2" fmla="*/ 0 h 633707"/>
                <a:gd name="connsiteX3" fmla="*/ 428911 w 767200"/>
                <a:gd name="connsiteY3" fmla="*/ 0 h 63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7200" h="633707">
                  <a:moveTo>
                    <a:pt x="767201" y="633708"/>
                  </a:moveTo>
                  <a:lnTo>
                    <a:pt x="0" y="633708"/>
                  </a:lnTo>
                  <a:lnTo>
                    <a:pt x="0" y="0"/>
                  </a:lnTo>
                  <a:lnTo>
                    <a:pt x="428911" y="0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" name="Text8"/>
          <p:cNvGrpSpPr/>
          <p:nvPr>
            <p:custDataLst>
              <p:tags r:id="rId9"/>
            </p:custDataLst>
          </p:nvPr>
        </p:nvGrpSpPr>
        <p:grpSpPr>
          <a:xfrm>
            <a:off x="1445529" y="3619173"/>
            <a:ext cx="2923013" cy="817235"/>
            <a:chOff x="1445529" y="3619173"/>
            <a:chExt cx="2923013" cy="817235"/>
          </a:xfrm>
        </p:grpSpPr>
        <p:sp>
          <p:nvSpPr>
            <p:cNvPr id="93" name="Freeform: Shape 92"/>
            <p:cNvSpPr/>
            <p:nvPr>
              <p:custDataLst>
                <p:tags r:id="rId36"/>
              </p:custDataLst>
            </p:nvPr>
          </p:nvSpPr>
          <p:spPr>
            <a:xfrm>
              <a:off x="2641727" y="3619173"/>
              <a:ext cx="1726815" cy="636884"/>
            </a:xfrm>
            <a:custGeom>
              <a:avLst/>
              <a:gdLst>
                <a:gd name="connsiteX0" fmla="*/ 1557671 w 1726815"/>
                <a:gd name="connsiteY0" fmla="*/ 633708 h 633707"/>
                <a:gd name="connsiteX1" fmla="*/ 0 w 1726815"/>
                <a:gd name="connsiteY1" fmla="*/ 633708 h 633707"/>
                <a:gd name="connsiteX2" fmla="*/ 0 w 1726815"/>
                <a:gd name="connsiteY2" fmla="*/ 0 h 633707"/>
                <a:gd name="connsiteX3" fmla="*/ 1557671 w 1726815"/>
                <a:gd name="connsiteY3" fmla="*/ 0 h 633707"/>
                <a:gd name="connsiteX4" fmla="*/ 1726816 w 1726815"/>
                <a:gd name="connsiteY4" fmla="*/ 316859 h 63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6815" h="633707">
                  <a:moveTo>
                    <a:pt x="1557671" y="633708"/>
                  </a:moveTo>
                  <a:lnTo>
                    <a:pt x="0" y="633708"/>
                  </a:lnTo>
                  <a:lnTo>
                    <a:pt x="0" y="0"/>
                  </a:lnTo>
                  <a:lnTo>
                    <a:pt x="1557671" y="0"/>
                  </a:lnTo>
                  <a:lnTo>
                    <a:pt x="1726816" y="316859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4" name="Freeform: Shape 93"/>
            <p:cNvSpPr/>
            <p:nvPr>
              <p:custDataLst>
                <p:tags r:id="rId37"/>
              </p:custDataLst>
            </p:nvPr>
          </p:nvSpPr>
          <p:spPr>
            <a:xfrm>
              <a:off x="1445529" y="4252976"/>
              <a:ext cx="2392394" cy="183432"/>
            </a:xfrm>
            <a:custGeom>
              <a:avLst/>
              <a:gdLst>
                <a:gd name="connsiteX0" fmla="*/ 1196197 w 2392394"/>
                <a:gd name="connsiteY0" fmla="*/ 183432 h 183432"/>
                <a:gd name="connsiteX1" fmla="*/ 0 w 2392394"/>
                <a:gd name="connsiteY1" fmla="*/ 0 h 183432"/>
                <a:gd name="connsiteX2" fmla="*/ 2392394 w 2392394"/>
                <a:gd name="connsiteY2" fmla="*/ 0 h 183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92394" h="183432">
                  <a:moveTo>
                    <a:pt x="1196197" y="183432"/>
                  </a:moveTo>
                  <a:lnTo>
                    <a:pt x="0" y="0"/>
                  </a:lnTo>
                  <a:lnTo>
                    <a:pt x="2392394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8" name="Freeform: Shape 107"/>
            <p:cNvSpPr/>
            <p:nvPr>
              <p:custDataLst>
                <p:tags r:id="rId38"/>
              </p:custDataLst>
            </p:nvPr>
          </p:nvSpPr>
          <p:spPr>
            <a:xfrm>
              <a:off x="1445615" y="3619173"/>
              <a:ext cx="1196111" cy="633803"/>
            </a:xfrm>
            <a:custGeom>
              <a:avLst/>
              <a:gdLst>
                <a:gd name="connsiteX0" fmla="*/ 1196112 w 1196111"/>
                <a:gd name="connsiteY0" fmla="*/ 0 h 633803"/>
                <a:gd name="connsiteX1" fmla="*/ 1196112 w 1196111"/>
                <a:gd name="connsiteY1" fmla="*/ 633803 h 633803"/>
                <a:gd name="connsiteX2" fmla="*/ 0 w 1196111"/>
                <a:gd name="connsiteY2" fmla="*/ 633803 h 633803"/>
                <a:gd name="connsiteX3" fmla="*/ 338195 w 1196111"/>
                <a:gd name="connsiteY3" fmla="*/ 0 h 633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6111" h="633803">
                  <a:moveTo>
                    <a:pt x="1196112" y="0"/>
                  </a:moveTo>
                  <a:lnTo>
                    <a:pt x="1196112" y="633803"/>
                  </a:lnTo>
                  <a:lnTo>
                    <a:pt x="0" y="633803"/>
                  </a:lnTo>
                  <a:lnTo>
                    <a:pt x="33819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Freeform: Shape 108"/>
            <p:cNvSpPr/>
            <p:nvPr>
              <p:custDataLst>
                <p:tags r:id="rId39"/>
              </p:custDataLst>
            </p:nvPr>
          </p:nvSpPr>
          <p:spPr>
            <a:xfrm>
              <a:off x="2641727" y="3619173"/>
              <a:ext cx="1196197" cy="633803"/>
            </a:xfrm>
            <a:custGeom>
              <a:avLst/>
              <a:gdLst>
                <a:gd name="connsiteX0" fmla="*/ 1196197 w 1196197"/>
                <a:gd name="connsiteY0" fmla="*/ 633803 h 633803"/>
                <a:gd name="connsiteX1" fmla="*/ 0 w 1196197"/>
                <a:gd name="connsiteY1" fmla="*/ 633803 h 633803"/>
                <a:gd name="connsiteX2" fmla="*/ 0 w 1196197"/>
                <a:gd name="connsiteY2" fmla="*/ 0 h 633803"/>
                <a:gd name="connsiteX3" fmla="*/ 857917 w 1196197"/>
                <a:gd name="connsiteY3" fmla="*/ 0 h 633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6197" h="633803">
                  <a:moveTo>
                    <a:pt x="1196197" y="633803"/>
                  </a:moveTo>
                  <a:lnTo>
                    <a:pt x="0" y="633803"/>
                  </a:lnTo>
                  <a:lnTo>
                    <a:pt x="0" y="0"/>
                  </a:lnTo>
                  <a:lnTo>
                    <a:pt x="857917" y="0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" name="Text9"/>
          <p:cNvGrpSpPr/>
          <p:nvPr>
            <p:custDataLst>
              <p:tags r:id="rId10"/>
            </p:custDataLst>
          </p:nvPr>
        </p:nvGrpSpPr>
        <p:grpSpPr>
          <a:xfrm>
            <a:off x="1016609" y="4557833"/>
            <a:ext cx="3780958" cy="875404"/>
            <a:chOff x="1016609" y="4557833"/>
            <a:chExt cx="3780958" cy="875404"/>
          </a:xfrm>
        </p:grpSpPr>
        <p:sp>
          <p:nvSpPr>
            <p:cNvPr id="100" name="Freeform: Shape 99"/>
            <p:cNvSpPr/>
            <p:nvPr>
              <p:custDataLst>
                <p:tags r:id="rId32"/>
              </p:custDataLst>
            </p:nvPr>
          </p:nvSpPr>
          <p:spPr>
            <a:xfrm>
              <a:off x="1016609" y="5191626"/>
              <a:ext cx="3250234" cy="241611"/>
            </a:xfrm>
            <a:custGeom>
              <a:avLst/>
              <a:gdLst>
                <a:gd name="connsiteX0" fmla="*/ 1625118 w 3250234"/>
                <a:gd name="connsiteY0" fmla="*/ 241611 h 241611"/>
                <a:gd name="connsiteX1" fmla="*/ 0 w 3250234"/>
                <a:gd name="connsiteY1" fmla="*/ 0 h 241611"/>
                <a:gd name="connsiteX2" fmla="*/ 3250235 w 3250234"/>
                <a:gd name="connsiteY2" fmla="*/ 0 h 24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50234" h="241611">
                  <a:moveTo>
                    <a:pt x="1625118" y="241611"/>
                  </a:moveTo>
                  <a:lnTo>
                    <a:pt x="0" y="0"/>
                  </a:lnTo>
                  <a:lnTo>
                    <a:pt x="3250235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Freeform: Shape 102"/>
            <p:cNvSpPr/>
            <p:nvPr>
              <p:custDataLst>
                <p:tags r:id="rId33"/>
              </p:custDataLst>
            </p:nvPr>
          </p:nvSpPr>
          <p:spPr>
            <a:xfrm>
              <a:off x="2641727" y="4557833"/>
              <a:ext cx="2155840" cy="633707"/>
            </a:xfrm>
            <a:custGeom>
              <a:avLst/>
              <a:gdLst>
                <a:gd name="connsiteX0" fmla="*/ 1986696 w 2155840"/>
                <a:gd name="connsiteY0" fmla="*/ 633708 h 633707"/>
                <a:gd name="connsiteX1" fmla="*/ 0 w 2155840"/>
                <a:gd name="connsiteY1" fmla="*/ 633708 h 633707"/>
                <a:gd name="connsiteX2" fmla="*/ 0 w 2155840"/>
                <a:gd name="connsiteY2" fmla="*/ 0 h 633707"/>
                <a:gd name="connsiteX3" fmla="*/ 1986696 w 2155840"/>
                <a:gd name="connsiteY3" fmla="*/ 0 h 633707"/>
                <a:gd name="connsiteX4" fmla="*/ 2155841 w 2155840"/>
                <a:gd name="connsiteY4" fmla="*/ 316849 h 63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5840" h="633707">
                  <a:moveTo>
                    <a:pt x="1986696" y="633708"/>
                  </a:moveTo>
                  <a:lnTo>
                    <a:pt x="0" y="633708"/>
                  </a:lnTo>
                  <a:lnTo>
                    <a:pt x="0" y="0"/>
                  </a:lnTo>
                  <a:lnTo>
                    <a:pt x="1986696" y="0"/>
                  </a:lnTo>
                  <a:lnTo>
                    <a:pt x="2155841" y="316849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1"/>
                </a:gs>
              </a:gsLst>
              <a:lin ang="27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0" name="Freeform: Shape 109"/>
            <p:cNvSpPr/>
            <p:nvPr>
              <p:custDataLst>
                <p:tags r:id="rId34"/>
              </p:custDataLst>
            </p:nvPr>
          </p:nvSpPr>
          <p:spPr>
            <a:xfrm>
              <a:off x="1016609" y="4557919"/>
              <a:ext cx="1625117" cy="633707"/>
            </a:xfrm>
            <a:custGeom>
              <a:avLst/>
              <a:gdLst>
                <a:gd name="connsiteX0" fmla="*/ 1625118 w 1625117"/>
                <a:gd name="connsiteY0" fmla="*/ 0 h 633707"/>
                <a:gd name="connsiteX1" fmla="*/ 1625118 w 1625117"/>
                <a:gd name="connsiteY1" fmla="*/ 633708 h 633707"/>
                <a:gd name="connsiteX2" fmla="*/ 0 w 1625117"/>
                <a:gd name="connsiteY2" fmla="*/ 633708 h 633707"/>
                <a:gd name="connsiteX3" fmla="*/ 338290 w 1625117"/>
                <a:gd name="connsiteY3" fmla="*/ 0 h 63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17" h="633707">
                  <a:moveTo>
                    <a:pt x="1625118" y="0"/>
                  </a:moveTo>
                  <a:lnTo>
                    <a:pt x="1625118" y="633708"/>
                  </a:lnTo>
                  <a:lnTo>
                    <a:pt x="0" y="633708"/>
                  </a:lnTo>
                  <a:lnTo>
                    <a:pt x="33829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1"/>
                </a:gs>
              </a:gsLst>
              <a:lin ang="27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Freeform: Shape 110"/>
            <p:cNvSpPr/>
            <p:nvPr>
              <p:custDataLst>
                <p:tags r:id="rId35"/>
              </p:custDataLst>
            </p:nvPr>
          </p:nvSpPr>
          <p:spPr>
            <a:xfrm>
              <a:off x="2641727" y="4557919"/>
              <a:ext cx="1625117" cy="633707"/>
            </a:xfrm>
            <a:custGeom>
              <a:avLst/>
              <a:gdLst>
                <a:gd name="connsiteX0" fmla="*/ 1625117 w 1625117"/>
                <a:gd name="connsiteY0" fmla="*/ 633708 h 633707"/>
                <a:gd name="connsiteX1" fmla="*/ 0 w 1625117"/>
                <a:gd name="connsiteY1" fmla="*/ 633708 h 633707"/>
                <a:gd name="connsiteX2" fmla="*/ 0 w 1625117"/>
                <a:gd name="connsiteY2" fmla="*/ 0 h 633707"/>
                <a:gd name="connsiteX3" fmla="*/ 1286837 w 1625117"/>
                <a:gd name="connsiteY3" fmla="*/ 0 h 63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17" h="633707">
                  <a:moveTo>
                    <a:pt x="1625117" y="633708"/>
                  </a:moveTo>
                  <a:lnTo>
                    <a:pt x="0" y="633708"/>
                  </a:lnTo>
                  <a:lnTo>
                    <a:pt x="0" y="0"/>
                  </a:lnTo>
                  <a:lnTo>
                    <a:pt x="1286837" y="0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" name="Text10"/>
          <p:cNvGrpSpPr/>
          <p:nvPr>
            <p:custDataLst>
              <p:tags r:id="rId11"/>
            </p:custDataLst>
          </p:nvPr>
        </p:nvGrpSpPr>
        <p:grpSpPr>
          <a:xfrm>
            <a:off x="653967" y="5510186"/>
            <a:ext cx="4572578" cy="838419"/>
            <a:chOff x="653967" y="5510186"/>
            <a:chExt cx="4572578" cy="838419"/>
          </a:xfrm>
        </p:grpSpPr>
        <p:sp>
          <p:nvSpPr>
            <p:cNvPr id="121" name="Freeform: Shape 120"/>
            <p:cNvSpPr/>
            <p:nvPr>
              <p:custDataLst>
                <p:tags r:id="rId28"/>
              </p:custDataLst>
            </p:nvPr>
          </p:nvSpPr>
          <p:spPr>
            <a:xfrm>
              <a:off x="653967" y="5510272"/>
              <a:ext cx="2054028" cy="633793"/>
            </a:xfrm>
            <a:custGeom>
              <a:avLst/>
              <a:gdLst>
                <a:gd name="connsiteX0" fmla="*/ 2054028 w 2054028"/>
                <a:gd name="connsiteY0" fmla="*/ 0 h 633793"/>
                <a:gd name="connsiteX1" fmla="*/ 2054028 w 2054028"/>
                <a:gd name="connsiteY1" fmla="*/ 633794 h 633793"/>
                <a:gd name="connsiteX2" fmla="*/ 0 w 2054028"/>
                <a:gd name="connsiteY2" fmla="*/ 633794 h 633793"/>
                <a:gd name="connsiteX3" fmla="*/ 338280 w 2054028"/>
                <a:gd name="connsiteY3" fmla="*/ 0 h 63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028" h="633793">
                  <a:moveTo>
                    <a:pt x="2054028" y="0"/>
                  </a:moveTo>
                  <a:lnTo>
                    <a:pt x="2054028" y="633794"/>
                  </a:lnTo>
                  <a:lnTo>
                    <a:pt x="0" y="633794"/>
                  </a:lnTo>
                  <a:lnTo>
                    <a:pt x="338280" y="0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lumMod val="75000"/>
                  </a:schemeClr>
                </a:gs>
                <a:gs pos="0">
                  <a:schemeClr val="accent3"/>
                </a:gs>
              </a:gsLst>
              <a:lin ang="27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" name="Freeform: Shape 103"/>
            <p:cNvSpPr/>
            <p:nvPr>
              <p:custDataLst>
                <p:tags r:id="rId29"/>
              </p:custDataLst>
            </p:nvPr>
          </p:nvSpPr>
          <p:spPr>
            <a:xfrm>
              <a:off x="2641727" y="5510186"/>
              <a:ext cx="2584818" cy="633707"/>
            </a:xfrm>
            <a:custGeom>
              <a:avLst/>
              <a:gdLst>
                <a:gd name="connsiteX0" fmla="*/ 2415674 w 2584818"/>
                <a:gd name="connsiteY0" fmla="*/ 633708 h 633707"/>
                <a:gd name="connsiteX1" fmla="*/ 0 w 2584818"/>
                <a:gd name="connsiteY1" fmla="*/ 633708 h 633707"/>
                <a:gd name="connsiteX2" fmla="*/ 0 w 2584818"/>
                <a:gd name="connsiteY2" fmla="*/ 0 h 633707"/>
                <a:gd name="connsiteX3" fmla="*/ 2415674 w 2584818"/>
                <a:gd name="connsiteY3" fmla="*/ 0 h 633707"/>
                <a:gd name="connsiteX4" fmla="*/ 2584819 w 2584818"/>
                <a:gd name="connsiteY4" fmla="*/ 316849 h 63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4818" h="633707">
                  <a:moveTo>
                    <a:pt x="2415674" y="633708"/>
                  </a:moveTo>
                  <a:lnTo>
                    <a:pt x="0" y="633708"/>
                  </a:lnTo>
                  <a:lnTo>
                    <a:pt x="0" y="0"/>
                  </a:lnTo>
                  <a:lnTo>
                    <a:pt x="2415674" y="0"/>
                  </a:lnTo>
                  <a:lnTo>
                    <a:pt x="2584819" y="316849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lumMod val="75000"/>
                  </a:schemeClr>
                </a:gs>
                <a:gs pos="0">
                  <a:schemeClr val="accent3"/>
                </a:gs>
              </a:gsLst>
              <a:lin ang="27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7" name="Freeform: Shape 106"/>
            <p:cNvSpPr/>
            <p:nvPr>
              <p:custDataLst>
                <p:tags r:id="rId30"/>
              </p:custDataLst>
            </p:nvPr>
          </p:nvSpPr>
          <p:spPr>
            <a:xfrm>
              <a:off x="653967" y="6144066"/>
              <a:ext cx="4108056" cy="204539"/>
            </a:xfrm>
            <a:custGeom>
              <a:avLst/>
              <a:gdLst>
                <a:gd name="connsiteX0" fmla="*/ 2054028 w 4108056"/>
                <a:gd name="connsiteY0" fmla="*/ 204540 h 204539"/>
                <a:gd name="connsiteX1" fmla="*/ 0 w 4108056"/>
                <a:gd name="connsiteY1" fmla="*/ 0 h 204539"/>
                <a:gd name="connsiteX2" fmla="*/ 4108056 w 4108056"/>
                <a:gd name="connsiteY2" fmla="*/ 0 h 204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8056" h="204539">
                  <a:moveTo>
                    <a:pt x="2054028" y="204540"/>
                  </a:moveTo>
                  <a:lnTo>
                    <a:pt x="0" y="0"/>
                  </a:lnTo>
                  <a:lnTo>
                    <a:pt x="4108056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Freeform: Shape 121"/>
            <p:cNvSpPr/>
            <p:nvPr>
              <p:custDataLst>
                <p:tags r:id="rId31"/>
              </p:custDataLst>
            </p:nvPr>
          </p:nvSpPr>
          <p:spPr>
            <a:xfrm>
              <a:off x="2641727" y="5510272"/>
              <a:ext cx="2054028" cy="633793"/>
            </a:xfrm>
            <a:custGeom>
              <a:avLst/>
              <a:gdLst>
                <a:gd name="connsiteX0" fmla="*/ 2054028 w 2054028"/>
                <a:gd name="connsiteY0" fmla="*/ 633794 h 633793"/>
                <a:gd name="connsiteX1" fmla="*/ 0 w 2054028"/>
                <a:gd name="connsiteY1" fmla="*/ 633794 h 633793"/>
                <a:gd name="connsiteX2" fmla="*/ 0 w 2054028"/>
                <a:gd name="connsiteY2" fmla="*/ 0 h 633793"/>
                <a:gd name="connsiteX3" fmla="*/ 1715833 w 2054028"/>
                <a:gd name="connsiteY3" fmla="*/ 0 h 63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4028" h="633793">
                  <a:moveTo>
                    <a:pt x="2054028" y="633794"/>
                  </a:moveTo>
                  <a:lnTo>
                    <a:pt x="0" y="633794"/>
                  </a:lnTo>
                  <a:lnTo>
                    <a:pt x="0" y="0"/>
                  </a:lnTo>
                  <a:lnTo>
                    <a:pt x="1715833" y="0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6" name="Text11"/>
          <p:cNvSpPr txBox="1"/>
          <p:nvPr>
            <p:custDataLst>
              <p:tags r:id="rId12"/>
            </p:custDataLst>
          </p:nvPr>
        </p:nvSpPr>
        <p:spPr>
          <a:xfrm>
            <a:off x="2944928" y="1614955"/>
            <a:ext cx="484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spc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01</a:t>
            </a:r>
            <a:endParaRPr lang="en-ID" sz="1600" b="1" spc="1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117" name="Text12"/>
          <p:cNvSpPr txBox="1"/>
          <p:nvPr>
            <p:custDataLst>
              <p:tags r:id="rId13"/>
            </p:custDataLst>
          </p:nvPr>
        </p:nvSpPr>
        <p:spPr>
          <a:xfrm>
            <a:off x="3341510" y="2702354"/>
            <a:ext cx="520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spc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02</a:t>
            </a:r>
            <a:endParaRPr lang="en-ID" sz="1600" b="1" spc="1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118" name="Text13"/>
          <p:cNvSpPr txBox="1"/>
          <p:nvPr>
            <p:custDataLst>
              <p:tags r:id="rId14"/>
            </p:custDataLst>
          </p:nvPr>
        </p:nvSpPr>
        <p:spPr>
          <a:xfrm>
            <a:off x="3750046" y="3772013"/>
            <a:ext cx="520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spc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03</a:t>
            </a:r>
            <a:endParaRPr lang="en-ID" sz="1600" b="1" spc="1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119" name="Text14"/>
          <p:cNvSpPr txBox="1"/>
          <p:nvPr>
            <p:custDataLst>
              <p:tags r:id="rId15"/>
            </p:custDataLst>
          </p:nvPr>
        </p:nvSpPr>
        <p:spPr>
          <a:xfrm>
            <a:off x="4190374" y="4695536"/>
            <a:ext cx="520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spc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04</a:t>
            </a:r>
            <a:endParaRPr lang="en-ID" sz="1600" b="1" spc="1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120" name="Text15"/>
          <p:cNvSpPr txBox="1"/>
          <p:nvPr>
            <p:custDataLst>
              <p:tags r:id="rId16"/>
            </p:custDataLst>
          </p:nvPr>
        </p:nvSpPr>
        <p:spPr>
          <a:xfrm>
            <a:off x="4618644" y="5649927"/>
            <a:ext cx="520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spc="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05</a:t>
            </a:r>
            <a:endParaRPr lang="en-ID" sz="1600" b="1" spc="1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6" name="Text16"/>
          <p:cNvSpPr txBox="1"/>
          <p:nvPr>
            <p:custDataLst>
              <p:tags r:id="rId17"/>
            </p:custDataLst>
          </p:nvPr>
        </p:nvSpPr>
        <p:spPr>
          <a:xfrm>
            <a:off x="7247626" y="1165994"/>
            <a:ext cx="3675218" cy="328322"/>
          </a:xfrm>
          <a:prstGeom prst="rect">
            <a:avLst/>
          </a:prstGeom>
          <a:noFill/>
        </p:spPr>
        <p:txBody>
          <a:bodyPr wrap="none" rtlCol="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自动分析管道</a:t>
            </a:r>
          </a:p>
        </p:txBody>
      </p:sp>
      <p:sp>
        <p:nvSpPr>
          <p:cNvPr id="5" name="Text17"/>
          <p:cNvSpPr txBox="1"/>
          <p:nvPr>
            <p:custDataLst>
              <p:tags r:id="rId18"/>
            </p:custDataLst>
          </p:nvPr>
        </p:nvSpPr>
        <p:spPr>
          <a:xfrm>
            <a:off x="7247626" y="1438762"/>
            <a:ext cx="3675218" cy="560948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 dirty="0" err="1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邮件入箱后自动触发后台异步分析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200" dirty="0" err="1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pipeline，依次完成摘要生成、智能分类、垃圾邮件分流、优先级预测、安全风险提示五个步骤，分析失败不影响用户查看邮件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0" name="Text18"/>
          <p:cNvSpPr txBox="1"/>
          <p:nvPr>
            <p:custDataLst>
              <p:tags r:id="rId19"/>
            </p:custDataLst>
          </p:nvPr>
        </p:nvSpPr>
        <p:spPr>
          <a:xfrm>
            <a:off x="7247626" y="2342755"/>
            <a:ext cx="3675218" cy="328322"/>
          </a:xfrm>
          <a:prstGeom prst="rect">
            <a:avLst/>
          </a:prstGeom>
          <a:noFill/>
        </p:spPr>
        <p:txBody>
          <a:bodyPr wrap="none" rtlCol="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交互式问答功能</a:t>
            </a:r>
          </a:p>
        </p:txBody>
      </p:sp>
      <p:sp>
        <p:nvSpPr>
          <p:cNvPr id="19" name="Text19"/>
          <p:cNvSpPr txBox="1"/>
          <p:nvPr>
            <p:custDataLst>
              <p:tags r:id="rId20"/>
            </p:custDataLst>
          </p:nvPr>
        </p:nvSpPr>
        <p:spPr>
          <a:xfrm>
            <a:off x="7247626" y="2637689"/>
            <a:ext cx="3675218" cy="560948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提供两种交互式问答入口，当前邮件Agent可通过右侧抽屉呼出，仅针对当前选中邮件交互；全局Agent可通过左侧导航呼出，支持用户针对全邮箱内容提问。</a:t>
            </a:r>
          </a:p>
        </p:txBody>
      </p:sp>
      <p:sp>
        <p:nvSpPr>
          <p:cNvPr id="22" name="Text20"/>
          <p:cNvSpPr txBox="1"/>
          <p:nvPr>
            <p:custDataLst>
              <p:tags r:id="rId21"/>
            </p:custDataLst>
          </p:nvPr>
        </p:nvSpPr>
        <p:spPr>
          <a:xfrm>
            <a:off x="7247626" y="3397094"/>
            <a:ext cx="3675218" cy="328322"/>
          </a:xfrm>
          <a:prstGeom prst="rect">
            <a:avLst/>
          </a:prstGeom>
          <a:noFill/>
        </p:spPr>
        <p:txBody>
          <a:bodyPr wrap="none" rtlCol="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权限控制设计</a:t>
            </a:r>
          </a:p>
        </p:txBody>
      </p:sp>
      <p:sp>
        <p:nvSpPr>
          <p:cNvPr id="21" name="Text21"/>
          <p:cNvSpPr txBox="1"/>
          <p:nvPr>
            <p:custDataLst>
              <p:tags r:id="rId22"/>
            </p:custDataLst>
          </p:nvPr>
        </p:nvSpPr>
        <p:spPr>
          <a:xfrm>
            <a:off x="7247626" y="3692028"/>
            <a:ext cx="3675218" cy="560948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 dirty="0" err="1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自动分析管道采用系统级权限，仅写入分析结果；交互式问答采用用户级权限，默认仅读取当前用户可见的数据，写操作需要用户主动确认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64" name="Text22"/>
          <p:cNvSpPr txBox="1"/>
          <p:nvPr>
            <p:custDataLst>
              <p:tags r:id="rId23"/>
            </p:custDataLst>
          </p:nvPr>
        </p:nvSpPr>
        <p:spPr>
          <a:xfrm>
            <a:off x="7247626" y="4451433"/>
            <a:ext cx="3675218" cy="328322"/>
          </a:xfrm>
          <a:prstGeom prst="rect">
            <a:avLst/>
          </a:prstGeom>
          <a:noFill/>
        </p:spPr>
        <p:txBody>
          <a:bodyPr wrap="none" rtlCol="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RAG工具设计</a:t>
            </a:r>
          </a:p>
        </p:txBody>
      </p:sp>
      <p:sp>
        <p:nvSpPr>
          <p:cNvPr id="31" name="Text23"/>
          <p:cNvSpPr txBox="1"/>
          <p:nvPr>
            <p:custDataLst>
              <p:tags r:id="rId24"/>
            </p:custDataLst>
          </p:nvPr>
        </p:nvSpPr>
        <p:spPr>
          <a:xfrm>
            <a:off x="7247626" y="4746367"/>
            <a:ext cx="3675218" cy="560948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 dirty="0" err="1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当前RAG工具为MVP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200" dirty="0" err="1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已经预留好扩展接口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200" b="1" u="sng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当前</a:t>
            </a:r>
            <a:r>
              <a:rPr lang="en-US" altLang="zh-CN" sz="1200" b="1" u="sng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为BM25与向量检索结合的混合检索方案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，提升全局问答的内容准确性与召回率。</a:t>
            </a:r>
          </a:p>
        </p:txBody>
      </p:sp>
      <p:sp>
        <p:nvSpPr>
          <p:cNvPr id="66" name="Text24"/>
          <p:cNvSpPr txBox="1"/>
          <p:nvPr>
            <p:custDataLst>
              <p:tags r:id="rId25"/>
            </p:custDataLst>
          </p:nvPr>
        </p:nvSpPr>
        <p:spPr>
          <a:xfrm>
            <a:off x="7247626" y="5532235"/>
            <a:ext cx="3675218" cy="328322"/>
          </a:xfrm>
          <a:prstGeom prst="rect">
            <a:avLst/>
          </a:prstGeom>
          <a:noFill/>
        </p:spPr>
        <p:txBody>
          <a:bodyPr wrap="none" rtlCol="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可插拔特性说明</a:t>
            </a:r>
          </a:p>
        </p:txBody>
      </p:sp>
      <p:sp>
        <p:nvSpPr>
          <p:cNvPr id="65" name="Text25"/>
          <p:cNvSpPr txBox="1"/>
          <p:nvPr>
            <p:custDataLst>
              <p:tags r:id="rId26"/>
            </p:custDataLst>
          </p:nvPr>
        </p:nvSpPr>
        <p:spPr>
          <a:xfrm>
            <a:off x="7247626" y="5827169"/>
            <a:ext cx="3675218" cy="560948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AI插件作为可选扩展模块，关闭后不会影响任何基础邮件功能运行，完全符合项目一开始的设计定位，做到了AI增强而非替代基础功能。</a:t>
            </a:r>
          </a:p>
        </p:txBody>
      </p:sp>
      <p:sp>
        <p:nvSpPr>
          <p:cNvPr id="2" name="Text26"/>
          <p:cNvSpPr txBox="1"/>
          <p:nvPr>
            <p:custDataLst>
              <p:tags r:id="rId27"/>
            </p:custDataLst>
          </p:nvPr>
        </p:nvSpPr>
        <p:spPr>
          <a:xfrm>
            <a:off x="347808" y="305152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Smail Agent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形"/>
          <p:cNvSpPr/>
          <p:nvPr>
            <p:custDataLst>
              <p:tags r:id="rId2"/>
            </p:custDataLst>
          </p:nvPr>
        </p:nvSpPr>
        <p:spPr>
          <a:xfrm rot="9198256">
            <a:off x="2384209" y="3149335"/>
            <a:ext cx="1480745" cy="1483695"/>
          </a:xfrm>
          <a:prstGeom prst="rect">
            <a:avLst/>
          </a:prstGeom>
          <a:solidFill>
            <a:schemeClr val="accent2"/>
          </a:solidFill>
          <a:ln w="635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D1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hape1"/>
          <p:cNvSpPr/>
          <p:nvPr>
            <p:custDataLst>
              <p:tags r:id="rId3"/>
            </p:custDataLst>
          </p:nvPr>
        </p:nvSpPr>
        <p:spPr>
          <a:xfrm rot="9198256">
            <a:off x="3190950" y="4584359"/>
            <a:ext cx="1687224" cy="18524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993900"/>
              </a:cxn>
              <a:cxn ang="0">
                <a:pos x="1816100" y="1993900"/>
              </a:cxn>
            </a:cxnLst>
            <a:rect l="0" t="0" r="0" b="0"/>
            <a:pathLst>
              <a:path w="820" h="819">
                <a:moveTo>
                  <a:pt x="0" y="0"/>
                </a:moveTo>
                <a:lnTo>
                  <a:pt x="0" y="819"/>
                </a:lnTo>
                <a:lnTo>
                  <a:pt x="820" y="819"/>
                </a:lnTo>
              </a:path>
            </a:pathLst>
          </a:custGeom>
          <a:noFill/>
          <a:ln w="222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D1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Shape2"/>
          <p:cNvSpPr/>
          <p:nvPr>
            <p:custDataLst>
              <p:tags r:id="rId4"/>
            </p:custDataLst>
          </p:nvPr>
        </p:nvSpPr>
        <p:spPr>
          <a:xfrm rot="14598256">
            <a:off x="664538" y="3872009"/>
            <a:ext cx="1690174" cy="18524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993900"/>
              </a:cxn>
              <a:cxn ang="0">
                <a:pos x="1819275" y="1993900"/>
              </a:cxn>
            </a:cxnLst>
            <a:rect l="0" t="0" r="0" b="0"/>
            <a:pathLst>
              <a:path w="820" h="819">
                <a:moveTo>
                  <a:pt x="0" y="0"/>
                </a:moveTo>
                <a:lnTo>
                  <a:pt x="0" y="819"/>
                </a:lnTo>
                <a:lnTo>
                  <a:pt x="820" y="819"/>
                </a:lnTo>
              </a:path>
            </a:pathLst>
          </a:custGeom>
          <a:noFill/>
          <a:ln w="222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D1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Shape3"/>
          <p:cNvSpPr/>
          <p:nvPr>
            <p:custDataLst>
              <p:tags r:id="rId5"/>
            </p:custDataLst>
          </p:nvPr>
        </p:nvSpPr>
        <p:spPr>
          <a:xfrm rot="3798256" flipH="1">
            <a:off x="1286923" y="1435564"/>
            <a:ext cx="1855356" cy="16739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801813"/>
              </a:cxn>
              <a:cxn ang="0">
                <a:pos x="1997075" y="1801813"/>
              </a:cxn>
            </a:cxnLst>
            <a:rect l="0" t="0" r="0" b="0"/>
            <a:pathLst>
              <a:path w="820" h="819">
                <a:moveTo>
                  <a:pt x="0" y="0"/>
                </a:moveTo>
                <a:lnTo>
                  <a:pt x="0" y="819"/>
                </a:lnTo>
                <a:lnTo>
                  <a:pt x="820" y="819"/>
                </a:lnTo>
              </a:path>
            </a:pathLst>
          </a:custGeom>
          <a:noFill/>
          <a:ln w="222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D1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Shape4"/>
          <p:cNvSpPr/>
          <p:nvPr>
            <p:custDataLst>
              <p:tags r:id="rId6"/>
            </p:custDataLst>
          </p:nvPr>
        </p:nvSpPr>
        <p:spPr>
          <a:xfrm rot="14598256" flipH="1" flipV="1">
            <a:off x="3897401" y="2057949"/>
            <a:ext cx="1684274" cy="18524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993900"/>
              </a:cxn>
              <a:cxn ang="0">
                <a:pos x="1812925" y="1993900"/>
              </a:cxn>
            </a:cxnLst>
            <a:rect l="0" t="0" r="0" b="0"/>
            <a:pathLst>
              <a:path w="820" h="819">
                <a:moveTo>
                  <a:pt x="0" y="0"/>
                </a:moveTo>
                <a:lnTo>
                  <a:pt x="0" y="819"/>
                </a:lnTo>
                <a:lnTo>
                  <a:pt x="820" y="819"/>
                </a:lnTo>
              </a:path>
            </a:pathLst>
          </a:custGeom>
          <a:noFill/>
          <a:ln w="222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D1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9" name="组合"/>
          <p:cNvGrpSpPr/>
          <p:nvPr>
            <p:custDataLst>
              <p:tags r:id="rId7"/>
            </p:custDataLst>
          </p:nvPr>
        </p:nvGrpSpPr>
        <p:grpSpPr>
          <a:xfrm rot="20757168">
            <a:off x="2740489" y="3439118"/>
            <a:ext cx="881536" cy="877329"/>
            <a:chOff x="7886700" y="4848225"/>
            <a:chExt cx="665163" cy="661988"/>
          </a:xfrm>
          <a:solidFill>
            <a:srgbClr val="FFFFFF"/>
          </a:solidFill>
        </p:grpSpPr>
        <p:sp>
          <p:nvSpPr>
            <p:cNvPr id="10" name="图形"/>
            <p:cNvSpPr/>
            <p:nvPr>
              <p:custDataLst>
                <p:tags r:id="rId22"/>
              </p:custDataLst>
            </p:nvPr>
          </p:nvSpPr>
          <p:spPr bwMode="auto">
            <a:xfrm>
              <a:off x="7886700" y="5243513"/>
              <a:ext cx="266700" cy="266700"/>
            </a:xfrm>
            <a:custGeom>
              <a:avLst/>
              <a:gdLst>
                <a:gd name="T0" fmla="*/ 168 w 168"/>
                <a:gd name="T1" fmla="*/ 86 h 168"/>
                <a:gd name="T2" fmla="*/ 0 w 168"/>
                <a:gd name="T3" fmla="*/ 168 h 168"/>
                <a:gd name="T4" fmla="*/ 82 w 168"/>
                <a:gd name="T5" fmla="*/ 0 h 168"/>
                <a:gd name="T6" fmla="*/ 168 w 168"/>
                <a:gd name="T7" fmla="*/ 8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8" h="168">
                  <a:moveTo>
                    <a:pt x="168" y="86"/>
                  </a:moveTo>
                  <a:lnTo>
                    <a:pt x="0" y="168"/>
                  </a:lnTo>
                  <a:lnTo>
                    <a:pt x="82" y="0"/>
                  </a:lnTo>
                  <a:lnTo>
                    <a:pt x="168" y="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11" name="图形"/>
            <p:cNvSpPr/>
            <p:nvPr>
              <p:custDataLst>
                <p:tags r:id="rId23"/>
              </p:custDataLst>
            </p:nvPr>
          </p:nvSpPr>
          <p:spPr bwMode="auto">
            <a:xfrm>
              <a:off x="8355013" y="4848225"/>
              <a:ext cx="196850" cy="193675"/>
            </a:xfrm>
            <a:custGeom>
              <a:avLst/>
              <a:gdLst>
                <a:gd name="T0" fmla="*/ 43 w 62"/>
                <a:gd name="T1" fmla="*/ 61 h 61"/>
                <a:gd name="T2" fmla="*/ 0 w 62"/>
                <a:gd name="T3" fmla="*/ 18 h 61"/>
                <a:gd name="T4" fmla="*/ 14 w 62"/>
                <a:gd name="T5" fmla="*/ 5 h 61"/>
                <a:gd name="T6" fmla="*/ 33 w 62"/>
                <a:gd name="T7" fmla="*/ 5 h 61"/>
                <a:gd name="T8" fmla="*/ 56 w 62"/>
                <a:gd name="T9" fmla="*/ 28 h 61"/>
                <a:gd name="T10" fmla="*/ 56 w 62"/>
                <a:gd name="T11" fmla="*/ 48 h 61"/>
                <a:gd name="T12" fmla="*/ 43 w 62"/>
                <a:gd name="T13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61">
                  <a:moveTo>
                    <a:pt x="43" y="61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9" y="0"/>
                    <a:pt x="27" y="0"/>
                    <a:pt x="33" y="5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62" y="34"/>
                    <a:pt x="62" y="42"/>
                    <a:pt x="56" y="48"/>
                  </a:cubicBezTo>
                  <a:lnTo>
                    <a:pt x="4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12" name="图形"/>
            <p:cNvSpPr/>
            <p:nvPr>
              <p:custDataLst>
                <p:tags r:id="rId24"/>
              </p:custDataLst>
            </p:nvPr>
          </p:nvSpPr>
          <p:spPr bwMode="auto">
            <a:xfrm>
              <a:off x="8039100" y="4937125"/>
              <a:ext cx="420688" cy="423863"/>
            </a:xfrm>
            <a:custGeom>
              <a:avLst/>
              <a:gdLst>
                <a:gd name="T0" fmla="*/ 65 w 133"/>
                <a:gd name="T1" fmla="*/ 91 h 134"/>
                <a:gd name="T2" fmla="*/ 65 w 133"/>
                <a:gd name="T3" fmla="*/ 80 h 134"/>
                <a:gd name="T4" fmla="*/ 117 w 133"/>
                <a:gd name="T5" fmla="*/ 28 h 134"/>
                <a:gd name="T6" fmla="*/ 89 w 133"/>
                <a:gd name="T7" fmla="*/ 0 h 134"/>
                <a:gd name="T8" fmla="*/ 0 w 133"/>
                <a:gd name="T9" fmla="*/ 90 h 134"/>
                <a:gd name="T10" fmla="*/ 43 w 133"/>
                <a:gd name="T11" fmla="*/ 134 h 134"/>
                <a:gd name="T12" fmla="*/ 133 w 133"/>
                <a:gd name="T13" fmla="*/ 44 h 134"/>
                <a:gd name="T14" fmla="*/ 128 w 133"/>
                <a:gd name="T15" fmla="*/ 39 h 134"/>
                <a:gd name="T16" fmla="*/ 75 w 133"/>
                <a:gd name="T17" fmla="*/ 91 h 134"/>
                <a:gd name="T18" fmla="*/ 65 w 133"/>
                <a:gd name="T19" fmla="*/ 9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3" h="134">
                  <a:moveTo>
                    <a:pt x="65" y="91"/>
                  </a:moveTo>
                  <a:cubicBezTo>
                    <a:pt x="62" y="88"/>
                    <a:pt x="62" y="83"/>
                    <a:pt x="65" y="80"/>
                  </a:cubicBezTo>
                  <a:cubicBezTo>
                    <a:pt x="117" y="28"/>
                    <a:pt x="117" y="28"/>
                    <a:pt x="117" y="28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28" y="39"/>
                    <a:pt x="128" y="39"/>
                    <a:pt x="128" y="39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3" y="94"/>
                    <a:pt x="68" y="94"/>
                    <a:pt x="65" y="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</p:grpSp>
      <p:sp>
        <p:nvSpPr>
          <p:cNvPr id="14" name="Text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051253" y="5134382"/>
            <a:ext cx="2128652" cy="63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状态管理</a:t>
            </a:r>
          </a:p>
        </p:txBody>
      </p:sp>
      <p:sp>
        <p:nvSpPr>
          <p:cNvPr id="15" name="Text2"/>
          <p:cNvSpPr txBox="1"/>
          <p:nvPr>
            <p:custDataLst>
              <p:tags r:id="rId9"/>
            </p:custDataLst>
          </p:nvPr>
        </p:nvSpPr>
        <p:spPr>
          <a:xfrm>
            <a:off x="2214601" y="5688566"/>
            <a:ext cx="2796846" cy="794446"/>
          </a:xfrm>
          <a:prstGeom prst="rect">
            <a:avLst/>
          </a:prstGeom>
          <a:noFill/>
        </p:spPr>
        <p:txBody>
          <a:bodyPr wrap="square" lIns="0" tIns="0" rIns="0" bIns="0" rtlCol="0">
            <a:normAutofit fontScale="9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218565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zh-CN" sz="1200" b="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采用Pinia维护mailStore，统一管理文件夹列表、邮件列表、当前选中项、未读数、加载状态、错误信息等全局状态，结构清晰，便于维护。</a:t>
            </a:r>
          </a:p>
        </p:txBody>
      </p:sp>
      <p:sp>
        <p:nvSpPr>
          <p:cNvPr id="17" name="Text3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-1289194" y="3013020"/>
            <a:ext cx="2676493" cy="831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请求处理设计</a:t>
            </a:r>
          </a:p>
        </p:txBody>
      </p:sp>
      <p:sp>
        <p:nvSpPr>
          <p:cNvPr id="18" name="Text4"/>
          <p:cNvSpPr txBox="1"/>
          <p:nvPr>
            <p:custDataLst>
              <p:tags r:id="rId11"/>
            </p:custDataLst>
          </p:nvPr>
        </p:nvSpPr>
        <p:spPr>
          <a:xfrm>
            <a:off x="160380" y="3697596"/>
            <a:ext cx="1821455" cy="1531604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218565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zh-CN" sz="1200" b="0" dirty="0" err="1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通过Axios拦截器自动注入JWT</a:t>
            </a:r>
            <a:r>
              <a:rPr lang="en-US" altLang="zh-CN" sz="1200" b="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 Token，无需手动添加；统一处理401未授权响应，自动跳转回登录页面，提升了安全性与用户体验。</a:t>
            </a:r>
          </a:p>
        </p:txBody>
      </p:sp>
      <p:sp>
        <p:nvSpPr>
          <p:cNvPr id="20" name="Text5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378050" y="2405341"/>
            <a:ext cx="2418008" cy="624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路由设计</a:t>
            </a:r>
          </a:p>
        </p:txBody>
      </p:sp>
      <p:sp>
        <p:nvSpPr>
          <p:cNvPr id="21" name="Text6"/>
          <p:cNvSpPr txBox="1"/>
          <p:nvPr>
            <p:custDataLst>
              <p:tags r:id="rId13"/>
            </p:custDataLst>
          </p:nvPr>
        </p:nvSpPr>
        <p:spPr>
          <a:xfrm>
            <a:off x="4378296" y="2952842"/>
            <a:ext cx="2149752" cy="1268245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zh-CN" sz="1200" b="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路由设计简洁清晰，包含登录页、注册页、文件夹列表页、邮件详情页四个层级，符合用户操作习惯，浏览器前进后退功能可正常使用，体验流畅。</a:t>
            </a:r>
          </a:p>
        </p:txBody>
      </p:sp>
      <p:sp>
        <p:nvSpPr>
          <p:cNvPr id="23" name="Text7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15480" y="787481"/>
            <a:ext cx="2629929" cy="57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布局设计</a:t>
            </a:r>
          </a:p>
        </p:txBody>
      </p:sp>
      <p:sp>
        <p:nvSpPr>
          <p:cNvPr id="24" name="Text8"/>
          <p:cNvSpPr txBox="1"/>
          <p:nvPr>
            <p:custDataLst>
              <p:tags r:id="rId15"/>
            </p:custDataLst>
          </p:nvPr>
        </p:nvSpPr>
        <p:spPr>
          <a:xfrm>
            <a:off x="1382069" y="1298454"/>
            <a:ext cx="3885844" cy="794445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zh-CN" sz="1200" b="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采用简洁三栏布局，左侧为240px宽度的导航栏，包含视图、邮件、分类、Agent、设置入口；中间为邮件列表，右侧为邮件详情与AI交互抽屉，布局清晰易用。</a:t>
            </a:r>
          </a:p>
        </p:txBody>
      </p:sp>
      <p:sp>
        <p:nvSpPr>
          <p:cNvPr id="28" name="Text9"/>
          <p:cNvSpPr txBox="1"/>
          <p:nvPr>
            <p:custDataLst>
              <p:tags r:id="rId16"/>
            </p:custDataLst>
          </p:nvPr>
        </p:nvSpPr>
        <p:spPr>
          <a:xfrm>
            <a:off x="971610" y="223083"/>
            <a:ext cx="9462175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前端交互设计</a:t>
            </a:r>
          </a:p>
        </p:txBody>
      </p:sp>
      <p:sp>
        <p:nvSpPr>
          <p:cNvPr id="29" name="椭圆 28-【1】"/>
          <p:cNvSpPr/>
          <p:nvPr>
            <p:custDataLst>
              <p:tags r:id="rId17"/>
            </p:custDataLst>
          </p:nvPr>
        </p:nvSpPr>
        <p:spPr>
          <a:xfrm>
            <a:off x="11457773" y="383353"/>
            <a:ext cx="175648" cy="1756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椭圆 29-【1】"/>
          <p:cNvSpPr/>
          <p:nvPr>
            <p:custDataLst>
              <p:tags r:id="rId18"/>
            </p:custDataLst>
          </p:nvPr>
        </p:nvSpPr>
        <p:spPr>
          <a:xfrm>
            <a:off x="11711552" y="383353"/>
            <a:ext cx="175648" cy="17564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3" name="Text10"/>
          <p:cNvGrpSpPr/>
          <p:nvPr>
            <p:custDataLst>
              <p:tags r:id="rId19"/>
            </p:custDataLst>
          </p:nvPr>
        </p:nvGrpSpPr>
        <p:grpSpPr>
          <a:xfrm>
            <a:off x="-126977" y="274084"/>
            <a:ext cx="888923" cy="634946"/>
            <a:chOff x="-126977" y="274084"/>
            <a:chExt cx="888923" cy="634946"/>
          </a:xfrm>
        </p:grpSpPr>
        <p:sp>
          <p:nvSpPr>
            <p:cNvPr id="2" name="椭圆 1"/>
            <p:cNvSpPr/>
            <p:nvPr>
              <p:custDataLst>
                <p:tags r:id="rId20"/>
              </p:custDataLst>
            </p:nvPr>
          </p:nvSpPr>
          <p:spPr>
            <a:xfrm>
              <a:off x="127000" y="274084"/>
              <a:ext cx="634946" cy="634946"/>
            </a:xfrm>
            <a:prstGeom prst="ellipse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" name="椭圆 2"/>
            <p:cNvSpPr>
              <a:spLocks noChangeAspect="1"/>
            </p:cNvSpPr>
            <p:nvPr>
              <p:custDataLst>
                <p:tags r:id="rId21"/>
              </p:custDataLst>
            </p:nvPr>
          </p:nvSpPr>
          <p:spPr>
            <a:xfrm>
              <a:off x="-126977" y="274085"/>
              <a:ext cx="507957" cy="507957"/>
            </a:xfrm>
            <a:prstGeom prst="ellipse">
              <a:avLst/>
            </a:prstGeom>
            <a:solidFill>
              <a:schemeClr val="accent1">
                <a:lumMod val="50000"/>
                <a:lumOff val="50000"/>
                <a:alpha val="5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2EE13121-940F-F687-4C74-5BACBF83C33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15343" y="677242"/>
            <a:ext cx="5004611" cy="443711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角星"/>
          <p:cNvSpPr/>
          <p:nvPr/>
        </p:nvSpPr>
        <p:spPr>
          <a:xfrm>
            <a:off x="5840730" y="2882582"/>
            <a:ext cx="301625" cy="300355"/>
          </a:xfrm>
          <a:custGeom>
            <a:avLst/>
            <a:gdLst>
              <a:gd name="T0" fmla="*/ 11209 w 11256"/>
              <a:gd name="T1" fmla="*/ 4253 h 11213"/>
              <a:gd name="T2" fmla="*/ 10891 w 11256"/>
              <a:gd name="T3" fmla="*/ 3984 h 11213"/>
              <a:gd name="T4" fmla="*/ 7510 w 11256"/>
              <a:gd name="T5" fmla="*/ 3462 h 11213"/>
              <a:gd name="T6" fmla="*/ 6001 w 11256"/>
              <a:gd name="T7" fmla="*/ 230 h 11213"/>
              <a:gd name="T8" fmla="*/ 5640 w 11256"/>
              <a:gd name="T9" fmla="*/ 0 h 11213"/>
              <a:gd name="T10" fmla="*/ 5640 w 11256"/>
              <a:gd name="T11" fmla="*/ 0 h 11213"/>
              <a:gd name="T12" fmla="*/ 5279 w 11256"/>
              <a:gd name="T13" fmla="*/ 230 h 11213"/>
              <a:gd name="T14" fmla="*/ 3756 w 11256"/>
              <a:gd name="T15" fmla="*/ 3455 h 11213"/>
              <a:gd name="T16" fmla="*/ 370 w 11256"/>
              <a:gd name="T17" fmla="*/ 3965 h 11213"/>
              <a:gd name="T18" fmla="*/ 49 w 11256"/>
              <a:gd name="T19" fmla="*/ 4231 h 11213"/>
              <a:gd name="T20" fmla="*/ 142 w 11256"/>
              <a:gd name="T21" fmla="*/ 4638 h 11213"/>
              <a:gd name="T22" fmla="*/ 2597 w 11256"/>
              <a:gd name="T23" fmla="*/ 7164 h 11213"/>
              <a:gd name="T24" fmla="*/ 2010 w 11256"/>
              <a:gd name="T25" fmla="*/ 10725 h 11213"/>
              <a:gd name="T26" fmla="*/ 2174 w 11256"/>
              <a:gd name="T27" fmla="*/ 11116 h 11213"/>
              <a:gd name="T28" fmla="*/ 2597 w 11256"/>
              <a:gd name="T29" fmla="*/ 11140 h 11213"/>
              <a:gd name="T30" fmla="*/ 5620 w 11256"/>
              <a:gd name="T31" fmla="*/ 9478 h 11213"/>
              <a:gd name="T32" fmla="*/ 8637 w 11256"/>
              <a:gd name="T33" fmla="*/ 11151 h 11213"/>
              <a:gd name="T34" fmla="*/ 8831 w 11256"/>
              <a:gd name="T35" fmla="*/ 11200 h 11213"/>
              <a:gd name="T36" fmla="*/ 8839 w 11256"/>
              <a:gd name="T37" fmla="*/ 11200 h 11213"/>
              <a:gd name="T38" fmla="*/ 9239 w 11256"/>
              <a:gd name="T39" fmla="*/ 10800 h 11213"/>
              <a:gd name="T40" fmla="*/ 9213 w 11256"/>
              <a:gd name="T41" fmla="*/ 10658 h 11213"/>
              <a:gd name="T42" fmla="*/ 8652 w 11256"/>
              <a:gd name="T43" fmla="*/ 7175 h 11213"/>
              <a:gd name="T44" fmla="*/ 11114 w 11256"/>
              <a:gd name="T45" fmla="*/ 4659 h 11213"/>
              <a:gd name="T46" fmla="*/ 11209 w 11256"/>
              <a:gd name="T47" fmla="*/ 4253 h 1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256" h="11213">
                <a:moveTo>
                  <a:pt x="11209" y="4253"/>
                </a:moveTo>
                <a:cubicBezTo>
                  <a:pt x="11161" y="4111"/>
                  <a:pt x="11039" y="4008"/>
                  <a:pt x="10891" y="3984"/>
                </a:cubicBezTo>
                <a:lnTo>
                  <a:pt x="7510" y="3462"/>
                </a:lnTo>
                <a:lnTo>
                  <a:pt x="6001" y="230"/>
                </a:lnTo>
                <a:cubicBezTo>
                  <a:pt x="5934" y="90"/>
                  <a:pt x="5795" y="0"/>
                  <a:pt x="5640" y="0"/>
                </a:cubicBezTo>
                <a:lnTo>
                  <a:pt x="5640" y="0"/>
                </a:lnTo>
                <a:cubicBezTo>
                  <a:pt x="5485" y="0"/>
                  <a:pt x="5345" y="88"/>
                  <a:pt x="5279" y="230"/>
                </a:cubicBezTo>
                <a:lnTo>
                  <a:pt x="3756" y="3455"/>
                </a:lnTo>
                <a:lnTo>
                  <a:pt x="370" y="3965"/>
                </a:lnTo>
                <a:cubicBezTo>
                  <a:pt x="221" y="3986"/>
                  <a:pt x="99" y="4090"/>
                  <a:pt x="49" y="4231"/>
                </a:cubicBezTo>
                <a:cubicBezTo>
                  <a:pt x="0" y="4373"/>
                  <a:pt x="36" y="4530"/>
                  <a:pt x="142" y="4638"/>
                </a:cubicBezTo>
                <a:lnTo>
                  <a:pt x="2597" y="7164"/>
                </a:lnTo>
                <a:lnTo>
                  <a:pt x="2010" y="10725"/>
                </a:lnTo>
                <a:cubicBezTo>
                  <a:pt x="1984" y="10875"/>
                  <a:pt x="2049" y="11028"/>
                  <a:pt x="2174" y="11116"/>
                </a:cubicBezTo>
                <a:cubicBezTo>
                  <a:pt x="2298" y="11204"/>
                  <a:pt x="2464" y="11213"/>
                  <a:pt x="2597" y="11140"/>
                </a:cubicBezTo>
                <a:lnTo>
                  <a:pt x="5620" y="9478"/>
                </a:lnTo>
                <a:lnTo>
                  <a:pt x="8637" y="11151"/>
                </a:lnTo>
                <a:cubicBezTo>
                  <a:pt x="8697" y="11183"/>
                  <a:pt x="8764" y="11200"/>
                  <a:pt x="8831" y="11200"/>
                </a:cubicBezTo>
                <a:lnTo>
                  <a:pt x="8839" y="11200"/>
                </a:lnTo>
                <a:cubicBezTo>
                  <a:pt x="9061" y="11200"/>
                  <a:pt x="9239" y="11022"/>
                  <a:pt x="9239" y="10800"/>
                </a:cubicBezTo>
                <a:cubicBezTo>
                  <a:pt x="9239" y="10751"/>
                  <a:pt x="9231" y="10703"/>
                  <a:pt x="9213" y="10658"/>
                </a:cubicBezTo>
                <a:lnTo>
                  <a:pt x="8652" y="7175"/>
                </a:lnTo>
                <a:lnTo>
                  <a:pt x="11114" y="4659"/>
                </a:lnTo>
                <a:cubicBezTo>
                  <a:pt x="11219" y="4552"/>
                  <a:pt x="11256" y="4395"/>
                  <a:pt x="11209" y="425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99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组合 6"/>
          <p:cNvGrpSpPr/>
          <p:nvPr/>
        </p:nvGrpSpPr>
        <p:grpSpPr>
          <a:xfrm flipH="1">
            <a:off x="6198870" y="2958147"/>
            <a:ext cx="777240" cy="156845"/>
            <a:chOff x="4887865" y="3342962"/>
            <a:chExt cx="713775" cy="156845"/>
          </a:xfrm>
        </p:grpSpPr>
        <p:sp>
          <p:nvSpPr>
            <p:cNvPr id="14" name="平行四边形 13"/>
            <p:cNvSpPr/>
            <p:nvPr/>
          </p:nvSpPr>
          <p:spPr>
            <a:xfrm flipH="1">
              <a:off x="5032872" y="3412812"/>
              <a:ext cx="568768" cy="86995"/>
            </a:xfrm>
            <a:prstGeom prst="parallelogram">
              <a:avLst>
                <a:gd name="adj" fmla="val 90891"/>
              </a:avLst>
            </a:prstGeom>
            <a:gradFill flip="none" rotWithShape="1">
              <a:gsLst>
                <a:gs pos="41000">
                  <a:schemeClr val="accent1">
                    <a:lumMod val="75000"/>
                    <a:alpha val="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平行四边形 14"/>
            <p:cNvSpPr/>
            <p:nvPr/>
          </p:nvSpPr>
          <p:spPr>
            <a:xfrm flipH="1">
              <a:off x="4887865" y="3342962"/>
              <a:ext cx="568768" cy="86995"/>
            </a:xfrm>
            <a:prstGeom prst="parallelogram">
              <a:avLst>
                <a:gd name="adj" fmla="val 99126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8" name="Text1"/>
          <p:cNvSpPr txBox="1"/>
          <p:nvPr>
            <p:custDataLst>
              <p:tags r:id="rId2"/>
            </p:custDataLst>
          </p:nvPr>
        </p:nvSpPr>
        <p:spPr>
          <a:xfrm>
            <a:off x="527050" y="3327717"/>
            <a:ext cx="11137900" cy="135064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项目总结</a:t>
            </a:r>
          </a:p>
        </p:txBody>
      </p:sp>
      <p:sp>
        <p:nvSpPr>
          <p:cNvPr id="9" name="Text2"/>
          <p:cNvSpPr txBox="1"/>
          <p:nvPr>
            <p:custDataLst>
              <p:tags r:id="rId3"/>
            </p:custDataLst>
          </p:nvPr>
        </p:nvSpPr>
        <p:spPr>
          <a:xfrm>
            <a:off x="528955" y="4815522"/>
            <a:ext cx="11135360" cy="87820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Project Summary</a:t>
            </a:r>
          </a:p>
        </p:txBody>
      </p:sp>
      <p:sp>
        <p:nvSpPr>
          <p:cNvPr id="10" name="Text3"/>
          <p:cNvSpPr txBox="1"/>
          <p:nvPr>
            <p:custDataLst>
              <p:tags r:id="rId4"/>
            </p:custDataLst>
          </p:nvPr>
        </p:nvSpPr>
        <p:spPr>
          <a:xfrm>
            <a:off x="5006975" y="1164272"/>
            <a:ext cx="2095500" cy="1833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006975" y="2958147"/>
            <a:ext cx="777240" cy="156845"/>
            <a:chOff x="4887865" y="3342962"/>
            <a:chExt cx="713775" cy="156845"/>
          </a:xfrm>
        </p:grpSpPr>
        <p:sp>
          <p:nvSpPr>
            <p:cNvPr id="12" name="平行四边形 11"/>
            <p:cNvSpPr/>
            <p:nvPr/>
          </p:nvSpPr>
          <p:spPr>
            <a:xfrm flipH="1">
              <a:off x="5032872" y="3412812"/>
              <a:ext cx="568768" cy="86995"/>
            </a:xfrm>
            <a:prstGeom prst="parallelogram">
              <a:avLst>
                <a:gd name="adj" fmla="val 90891"/>
              </a:avLst>
            </a:prstGeom>
            <a:gradFill flip="none" rotWithShape="1">
              <a:gsLst>
                <a:gs pos="41000">
                  <a:schemeClr val="accent1">
                    <a:lumMod val="75000"/>
                    <a:alpha val="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/>
          </p:nvSpPr>
          <p:spPr>
            <a:xfrm flipH="1">
              <a:off x="4887865" y="3342962"/>
              <a:ext cx="568768" cy="86995"/>
            </a:xfrm>
            <a:prstGeom prst="parallelogram">
              <a:avLst>
                <a:gd name="adj" fmla="val 99126"/>
              </a:avLst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384048"/>
          </a:xfrm>
          <a:prstGeom prst="rect">
            <a:avLst/>
          </a:prstGeom>
          <a:solidFill>
            <a:srgbClr val="2F6F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661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55648" y="15819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基础可用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794760" y="160020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关闭时仍是完整邮箱，满足注册、登录、收发、附件、搜索、管理等核心功能。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932688" y="2176272"/>
            <a:ext cx="1014984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5176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55648" y="2633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智能可插拔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94760" y="265176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通过独立 Agent 服务接入，采用异步分析与权限确认机制，不破坏核心链路。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32688" y="3227832"/>
            <a:ext cx="1014984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7033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55648" y="3685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工程可验收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94760" y="370332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三端工程、文档、测试、联调与演示路径齐全，能够支撑课程答辩验收。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32688" y="4279392"/>
            <a:ext cx="1014984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074920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感谢各位老师批评指正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" y="55961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661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6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SmartMail AI智能邮件工作台 · 课程实训答辩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39"/>
  <p:tag name="TAG_CHATPAGE_CATALOG" val="项目概述、技术架构、核心数据模型、核心功能实现、项目总结"/>
  <p:tag name="TAG_PPT_THEMETITLE" val="SmartMail AI智能邮件工作台 项目答辩"/>
  <p:tag name="TAG_PPT_THEMEWORD" val="SmartMail AI智能邮件工作台 项目答辩"/>
  <p:tag name="TAG_PRESENTATION_STYLE" val="商务"/>
  <p:tag name="TAG_PRESENTATION_TEMPLATE" val="{&quot;image&quot;:&quot;&quot;,&quot;sub_images&quot;:[],&quot;title&quot;:&quot;&quot;,&quot;style&quot;:&quot;商务&quot;,&quot;template_type&quot;:&quot;插图&quot;,&quot;isVector&quot;:false,&quot;color&quot;:&quot;粉色&quot;,&quot;colorList&quot;:[&quot;#3E0B0E&quot;,&quot;#FFFFFF&quot;,&quot;#FFFFFF&quot;,&quot;#401C22&quot;,&quot;#FF2B40&quot;,&quot;#FE6053&quot;,&quot;#FE8C46&quot;,&quot;#FEC34B&quot;,&quot;#A1C9FD&quot;,&quot;#F76964&quot;,&quot;#000D10&quot;,&quot;#00252E&quot;],&quot;scene&quot;:&quot;&quot;,&quot;group&quot;:&quot;group_1&quot;,&quot;cover_id&quot;:&quot;Fvpu8pvvpm66&quot;,&quot;end_id&quot;:&quot;KWHmb6YWTuMZ&quot;,&quot;catalog_id&quot;:&quot;PRdDG5ccuwzk&quot;,&quot;chapter_id&quot;:&quot;snVMdfZ8rmzt&quot;,&quot;content_ids&quot;:[],&quot;picture_url&quot;:&quot;&quot;,&quot;isuse&quot;:false,&quot;theme_colors&quot;:[],&quot;company&quot;:&quot;&quot;,&quot;logo_left&quot;:false,&quot;logoLight&quot;:&quot;&quot;,&quot;logoDark&quot;:&quot;&quot;,&quot;school&quot;:&quot;&quot;,&quot;isCollect&quot;:false,&quot;data_id&quot;:&quot;&quot;,&quot;userName&quot;:&quot;&quot;,&quot;authorName&quot;:&quot;&quot;,&quot;json&quot;:&quot;&quot;,&quot;index&quot;:0}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YOO_CHATPAGE_TYPE" val="TAG_CHATPAGE_CATALOG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ITEM" val="1"/>
  <p:tag name="YOO_CHATSHAPE_TYPE" val="YOO_CHATSHAPE_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ITEM" val="3"/>
  <p:tag name="YOO_CHATSHAPE_TYPE" val="YOO_CHATSHAPE_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ITEM" val="5"/>
  <p:tag name="YOO_CHATSHAPE_TYPE" val="YOO_CHATSHAPE_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ITEM" val="2"/>
  <p:tag name="YOO_CHATSHAPE_TYPE" val="YOO_CHATSHAPE_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ITEM" val="4"/>
  <p:tag name="YOO_CHATSHAPE_TYPE" val="YOO_CHATSHAPE_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_DIAGRAM_SHAPETYPE" val="YOO_CHATSHAPE_DIAGRAM_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_DIAGRAM_SHAPETYPE" val="YOO_CHAT_DIAGRAM_NUM"/>
  <p:tag name="YOO_CHATSHAPE_TYPE" val="YOO_CHATSHAPE_NU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_DIAGRAM_SHAPETYPE" val="YOO_CHATSHAPE_DIAGRAM_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_DIAGRAM_SHAPETYPE" val="YOO_CHAT_DIAGRAM_NUM"/>
  <p:tag name="YOO_CHATSHAPE_TYPE" val="YOO_CHATSHAPE_NU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_DIAGRAM_SHAPETYPE" val="YOO_CHATSHAPE_DIAGRAM_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_DIAGRAM_SHAPETYPE" val="YOO_CHAT_DIAGRAM_NUM"/>
  <p:tag name="YOO_CHATSHAPE_TYPE" val="YOO_CHATSHAPE_NU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_DIAGRAM_SHAPETYPE" val="YOO_CHATSHAPE_DIAGRAM_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_DIAGRAM_SHAPETYPE" val="YOO_CHAT_DIAGRAM_NUM"/>
  <p:tag name="YOO_CHATSHAPE_TYPE" val="YOO_CHATSHAPE_NU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_DIAGRAM_SHAPETYPE" val="YOO_CHATSHAPE_DIAGRAM_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_DIAGRAM_SHAPETYPE" val="YOO_CHAT_DIAGRAM_NUM"/>
  <p:tag name="YOO_CHATSHAPE_TYPE" val="YOO_CHATSHAPE_NU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TAG_CHAPTER_ID" val="0"/>
  <p:tag name="YOO_CHATPAGE_TYPE" val="TAG_CHATPAGE_CHAPTER"/>
  <p:tag name="YOO_CHATSHAPE_TITLE" val="项目概述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SUBTITLE_TYPE" val="TAG_CHATSHAPE_SUBTITLE_ENGLISH"/>
  <p:tag name="YOO_CHATSHAPE_TYPE" val="YOO_CHATSHAPE_SUB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PAGE_CHAPTER" val="0"/>
  <p:tag name="YOO_CHATSHAPE_TYPE" val="YOO_CHATSHAPE_NU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TAG_CHAPTER_ID" val="0"/>
  <p:tag name="TAG_CONTENT_TYPE" val="1标题1内容2图"/>
  <p:tag name="TAG_SECTION_ID" val="0"/>
  <p:tag name="YOO_CHATPAGE_TYPE" val="TAG_CHATPAGE_CONTENT"/>
  <p:tag name="YOO_CHATSHAPE_TITLE" val="项目基本信息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SUBINDEX" val="2"/>
  <p:tag name="YOO_CHATSHAPE_TYPE" val="YOO_CHATSHAPE_IMAG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CONTEN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PAGEDECORA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SUBINDEX" val="1"/>
  <p:tag name="YOO_CHATSHAPE_TYPE" val="YOO_CHATSHAPE_IMAG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TAG_CHAPTER_ID" val="1"/>
  <p:tag name="YOO_CHATPAGE_TYPE" val="TAG_CHATPAGE_CHAPTER"/>
  <p:tag name="YOO_CHATSHAPE_TITLE" val="技术架构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SUBTITLE_TYPE" val="TAG_CHATSHAPE_SUBTITLE_ENGLISH"/>
  <p:tag name="YOO_CHATSHAPE_TYPE" val="YOO_CHATSHAPE_SUB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PAGE_CHAPTER" val="1"/>
  <p:tag name="YOO_CHATSHAPE_TYPE" val="YOO_CHATSHAPE_NU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TAG_CHAPTER_ID" val="1"/>
  <p:tag name="TAG_CONTENT_TYPE" val="二级大纲5"/>
  <p:tag name="TAG_SECTION_ID" val="1"/>
  <p:tag name="YOO_CHATPAGE_TYPE" val="TAG_CHATPAGE_MULTCONTENT"/>
  <p:tag name="YOO_CHATSHAPE_TITLE" val="技术选型明细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5fec1a9ec0284c27a267177ba8d7f30a"/>
  <p:tag name="TAG_CONTENT_GROUPCOUNT" val="5"/>
  <p:tag name="TAG_CONTENT_GROUPINDEX" val="1"/>
  <p:tag name="TAG_CONTENT_SUBINDEX" val="1"/>
  <p:tag name="YOO_CHATSHAPE_TYPE" val="YOO_CHATSHAPE_CHILDDECORA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5fec1a9ec0284c27a267177ba8d7f30a"/>
  <p:tag name="TAG_CONTENT_GROUPCOUNT" val="5"/>
  <p:tag name="TAG_CONTENT_GROUPINDEX" val="2"/>
  <p:tag name="TAG_CONTENT_SUBINDEX" val="2"/>
  <p:tag name="YOO_CHATSHAPE_TYPE" val="YOO_CHATSHAPE_CHILDDECORA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5fec1a9ec0284c27a267177ba8d7f30a"/>
  <p:tag name="TAG_CONTENT_GROUPCOUNT" val="5"/>
  <p:tag name="TAG_CONTENT_GROUPINDEX" val="3"/>
  <p:tag name="TAG_CONTENT_SUBINDEX" val="3"/>
  <p:tag name="YOO_CHATSHAPE_TYPE" val="YOO_CHATSHAPE_CHILDDECORA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5fec1a9ec0284c27a267177ba8d7f30a"/>
  <p:tag name="TAG_CONTENT_GROUPCOUNT" val="5"/>
  <p:tag name="TAG_CONTENT_GROUPINDEX" val="4"/>
  <p:tag name="TAG_CONTENT_SUBINDEX" val="4"/>
  <p:tag name="YOO_CHATSHAPE_TYPE" val="YOO_CHATSHAPE_CHILDDECORA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5fec1a9ec0284c27a267177ba8d7f30a"/>
  <p:tag name="TAG_CONTENT_GROUPCOUNT" val="5"/>
  <p:tag name="TAG_CONTENT_GROUPINDEX" val="1"/>
  <p:tag name="TAG_CONTENT_SUBINDEX" val="1"/>
  <p:tag name="YOO_CHATSHAPE_TYPE" val="YOO_CHATSHAPE_CHILDDECORA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5fec1a9ec0284c27a267177ba8d7f30a"/>
  <p:tag name="TAG_CONTENT_GROUPCOUNT" val="5"/>
  <p:tag name="TAG_CONTENT_GROUPINDEX" val="2"/>
  <p:tag name="TAG_CONTENT_SUBINDEX" val="2"/>
  <p:tag name="YOO_CHATSHAPE_TYPE" val="YOO_CHATSHAPE_CHILDDECORA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5fec1a9ec0284c27a267177ba8d7f30a"/>
  <p:tag name="TAG_CONTENT_GROUPCOUNT" val="5"/>
  <p:tag name="TAG_CONTENT_GROUPINDEX" val="3"/>
  <p:tag name="TAG_CONTENT_SUBINDEX" val="3"/>
  <p:tag name="YOO_CHATSHAPE_TYPE" val="YOO_CHATSHAPE_CHILDDECORA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5fec1a9ec0284c27a267177ba8d7f30a"/>
  <p:tag name="TAG_CONTENT_GROUPCOUNT" val="5"/>
  <p:tag name="TAG_CONTENT_GROUPINDEX" val="4"/>
  <p:tag name="TAG_CONTENT_SUBINDEX" val="4"/>
  <p:tag name="YOO_CHATSHAPE_TYPE" val="YOO_CHATSHAPE_CHILDDECORA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2"/>
  <p:tag name="TAG_CONTENT_SUBINDEX" val="2"/>
  <p:tag name="YOO_CHATSHAPE_TYPE" val="YOO_CHATSHAPE_CHILDCONTENT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2"/>
  <p:tag name="TAG_CONTENT_SUBINDEX" val="2"/>
  <p:tag name="YOO_CHATSHAPE_TYPE" val="YOO_CHATSHAPE_CHILD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1"/>
  <p:tag name="TAG_CONTENT_SUBINDEX" val="1"/>
  <p:tag name="YOO_CHATSHAPE_TYPE" val="YOO_CHATSHAPE_CHILDCONTEN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1"/>
  <p:tag name="TAG_CONTENT_SUBINDEX" val="1"/>
  <p:tag name="YOO_CHATSHAPE_TYPE" val="YOO_CHATSHAPE_CHILD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4"/>
  <p:tag name="TAG_CONTENT_SUBINDEX" val="4"/>
  <p:tag name="YOO_CHATSHAPE_TYPE" val="YOO_CHATSHAPE_CHILDCONTEN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4"/>
  <p:tag name="TAG_CONTENT_SUBINDEX" val="4"/>
  <p:tag name="YOO_CHATSHAPE_TYPE" val="YOO_CHATSHAPE_CHILD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3"/>
  <p:tag name="TAG_CONTENT_SUBINDEX" val="3"/>
  <p:tag name="YOO_CHATSHAPE_TYPE" val="YOO_CHATSHAPE_CHILDCONTEN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3"/>
  <p:tag name="TAG_CONTENT_SUBINDEX" val="3"/>
  <p:tag name="YOO_CHATSHAPE_TYPE" val="YOO_CHATSHAPE_CHILD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1"/>
  <p:tag name="TAG_CONTENT_SUBINDEX" val="1"/>
  <p:tag name="YOO_CHATSHAPE_TYPE" val="YOO_CHATSHAPE_NU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2"/>
  <p:tag name="TAG_CONTENT_SUBINDEX" val="2"/>
  <p:tag name="YOO_CHATSHAPE_TYPE" val="YOO_CHATSHAPE_NU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3"/>
  <p:tag name="TAG_CONTENT_SUBINDEX" val="3"/>
  <p:tag name="YOO_CHATSHAPE_TYPE" val="YOO_CHATSHAPE_NU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4"/>
  <p:tag name="TAG_CONTENT_SUBINDEX" val="4"/>
  <p:tag name="YOO_CHATSHAPE_TYPE" val="YOO_CHATSHAPE_NU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5fec1a9ec0284c27a267177ba8d7f30a"/>
  <p:tag name="TAG_CONTENT_GROUPCOUNT" val="5"/>
  <p:tag name="TAG_CONTENT_GROUPINDEX" val="5"/>
  <p:tag name="TAG_CONTENT_SUBINDEX" val="5"/>
  <p:tag name="YOO_CHATSHAPE_TYPE" val="YOO_CHATSHAPE_CHILDDECORA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5fec1a9ec0284c27a267177ba8d7f30a"/>
  <p:tag name="TAG_CONTENT_GROUPCOUNT" val="5"/>
  <p:tag name="TAG_CONTENT_GROUPINDEX" val="5"/>
  <p:tag name="TAG_CONTENT_SUBINDEX" val="5"/>
  <p:tag name="YOO_CHATSHAPE_TYPE" val="YOO_CHATSHAPE_CHILDDECORA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5"/>
  <p:tag name="TAG_CONTENT_SUBINDEX" val="5"/>
  <p:tag name="YOO_CHATSHAPE_TYPE" val="YOO_CHATSHAPE_CHILDCONTEN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5"/>
  <p:tag name="TAG_CONTENT_SUBINDEX" val="5"/>
  <p:tag name="YOO_CHATSHAPE_TYPE" val="YOO_CHATSHAPE_CHILD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fec1a9ec0284c27a267177ba8d7f30a"/>
  <p:tag name="TAG_CONTENT_GROUPCOUNT" val="5"/>
  <p:tag name="TAG_CONTENT_GROUPINDEX" val="5"/>
  <p:tag name="TAG_CONTENT_SUBINDEX" val="5"/>
  <p:tag name="YOO_CHATSHAPE_TYPE" val="YOO_CHATSHAPE_NU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5fec1a9ec0284c27a267177ba8d7f30a"/>
  <p:tag name="TAG_CONTENT_GROUPCOUNT" val="5"/>
  <p:tag name="TAG_CONTENT_GROUPINDEX" val="5"/>
  <p:tag name="TAG_CONTENT_SUBINDEX" val="5"/>
  <p:tag name="YOO_CHATSHAPE_TYPE" val="YOO_CHATSHAPE_DECORATION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5fec1a9ec0284c27a267177ba8d7f30a"/>
  <p:tag name="TAG_CONTENT_GROUPCOUNT" val="5"/>
  <p:tag name="TAG_CONTENT_GROUPINDEX" val="5"/>
  <p:tag name="TAG_CONTENT_SUBINDEX" val="5"/>
  <p:tag name="YOO_CHATSHAPE_TYPE" val="YOO_CHATSHAPE_DECORATION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5fec1a9ec0284c27a267177ba8d7f30a"/>
  <p:tag name="TAG_CONTENT_GROUPCOUNT" val="5"/>
  <p:tag name="TAG_CONTENT_GROUPINDEX" val="5"/>
  <p:tag name="TAG_CONTENT_SUBINDEX" val="5"/>
  <p:tag name="YOO_CHATSHAPE_TYPE" val="YOO_CHATSHAPE_DECORATION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5fec1a9ec0284c27a267177ba8d7f30a"/>
  <p:tag name="TAG_CONTENT_GROUPCOUNT" val="5"/>
  <p:tag name="TAG_CONTENT_GROUPINDEX" val="5"/>
  <p:tag name="TAG_CONTENT_SUBINDEX" val="5"/>
  <p:tag name="YOO_CHATSHAPE_TYPE" val="YOO_CHATSHAPE_DECORATION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5fec1a9ec0284c27a267177ba8d7f30a"/>
  <p:tag name="TAG_CONTENT_GROUPCOUNT" val="5"/>
  <p:tag name="TAG_CONTENT_GROUPINDEX" val="5"/>
  <p:tag name="TAG_CONTENT_SUBINDEX" val="5"/>
  <p:tag name="YOO_CHATSHAPE_TYPE" val="YOO_CHATSHAPE_DECORATION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5fec1a9ec0284c27a267177ba8d7f30a"/>
  <p:tag name="TAG_CONTENT_GROUPCOUNT" val="5"/>
  <p:tag name="TAG_CONTENT_GROUPINDEX" val="5"/>
  <p:tag name="TAG_CONTENT_SUBINDEX" val="5"/>
  <p:tag name="YOO_CHATSHAPE_TYPE" val="YOO_CHATSHAPE_DECORATION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5fec1a9ec0284c27a267177ba8d7f30a"/>
  <p:tag name="TAG_CONTENT_GROUPCOUNT" val="5"/>
  <p:tag name="TAG_CONTENT_GROUPINDEX" val="5"/>
  <p:tag name="TAG_CONTENT_SUBINDEX" val="5"/>
  <p:tag name="YOO_CHATSHAPE_TYPE" val="YOO_CHATSHAPE_DECORATION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5fec1a9ec0284c27a267177ba8d7f30a"/>
  <p:tag name="TAG_CONTENT_GROUPCOUNT" val="5"/>
  <p:tag name="TAG_CONTENT_GROUPINDEX" val="4"/>
  <p:tag name="TAG_CONTENT_SUBINDEX" val="4"/>
  <p:tag name="YOO_CHATSHAPE_TYPE" val="YOO_CHATSHAPE_DECORATION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5fec1a9ec0284c27a267177ba8d7f30a"/>
  <p:tag name="TAG_CONTENT_GROUPCOUNT" val="5"/>
  <p:tag name="TAG_CONTENT_GROUPINDEX" val="4"/>
  <p:tag name="TAG_CONTENT_SUBINDEX" val="4"/>
  <p:tag name="YOO_CHATSHAPE_TYPE" val="YOO_CHATSHAPE_DECORATION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5fec1a9ec0284c27a267177ba8d7f30a"/>
  <p:tag name="TAG_CONTENT_GROUPCOUNT" val="5"/>
  <p:tag name="TAG_CONTENT_GROUPINDEX" val="4"/>
  <p:tag name="TAG_CONTENT_SUBINDEX" val="4"/>
  <p:tag name="YOO_CHATSHAPE_TYPE" val="YOO_CHATSHAPE_DECORATION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5fec1a9ec0284c27a267177ba8d7f30a"/>
  <p:tag name="TAG_CONTENT_GROUPCOUNT" val="5"/>
  <p:tag name="TAG_CONTENT_GROUPINDEX" val="4"/>
  <p:tag name="TAG_CONTENT_SUBINDEX" val="4"/>
  <p:tag name="YOO_CHATSHAPE_TYPE" val="YOO_CHATSHAPE_DECORATION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5fec1a9ec0284c27a267177ba8d7f30a"/>
  <p:tag name="TAG_CONTENT_GROUPCOUNT" val="5"/>
  <p:tag name="TAG_CONTENT_GROUPINDEX" val="4"/>
  <p:tag name="TAG_CONTENT_SUBINDEX" val="4"/>
  <p:tag name="YOO_CHATSHAPE_TYPE" val="YOO_CHATSHAPE_DECORATION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5fec1a9ec0284c27a267177ba8d7f30a"/>
  <p:tag name="TAG_CONTENT_GROUPCOUNT" val="5"/>
  <p:tag name="TAG_CONTENT_GROUPINDEX" val="4"/>
  <p:tag name="TAG_CONTENT_SUBINDEX" val="4"/>
  <p:tag name="YOO_CHATSHAPE_TYPE" val="YOO_CHATSHAPE_DECORATION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5fec1a9ec0284c27a267177ba8d7f30a"/>
  <p:tag name="TAG_CONTENT_GROUPCOUNT" val="5"/>
  <p:tag name="TAG_CONTENT_GROUPINDEX" val="4"/>
  <p:tag name="TAG_CONTENT_SUBINDEX" val="4"/>
  <p:tag name="YOO_CHATSHAPE_TYPE" val="YOO_CHATSHAPE_DECORATION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5fec1a9ec0284c27a267177ba8d7f30a"/>
  <p:tag name="TAG_CONTENT_GROUPCOUNT" val="5"/>
  <p:tag name="TAG_CONTENT_GROUPINDEX" val="3"/>
  <p:tag name="TAG_CONTENT_SUBINDEX" val="3"/>
  <p:tag name="YOO_CHATSHAPE_TYPE" val="YOO_CHATSHAPE_DECORATION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5fec1a9ec0284c27a267177ba8d7f30a"/>
  <p:tag name="TAG_CONTENT_GROUPCOUNT" val="5"/>
  <p:tag name="TAG_CONTENT_GROUPINDEX" val="3"/>
  <p:tag name="TAG_CONTENT_SUBINDEX" val="3"/>
  <p:tag name="YOO_CHATSHAPE_TYPE" val="YOO_CHATSHAPE_DECORATION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5fec1a9ec0284c27a267177ba8d7f30a"/>
  <p:tag name="TAG_CONTENT_GROUPCOUNT" val="5"/>
  <p:tag name="TAG_CONTENT_GROUPINDEX" val="3"/>
  <p:tag name="TAG_CONTENT_SUBINDEX" val="3"/>
  <p:tag name="YOO_CHATSHAPE_TYPE" val="YOO_CHATSHAPE_DECORATION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5fec1a9ec0284c27a267177ba8d7f30a"/>
  <p:tag name="TAG_CONTENT_GROUPCOUNT" val="5"/>
  <p:tag name="TAG_CONTENT_GROUPINDEX" val="3"/>
  <p:tag name="TAG_CONTENT_SUBINDEX" val="3"/>
  <p:tag name="YOO_CHATSHAPE_TYPE" val="YOO_CHATSHAPE_DECORATION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5fec1a9ec0284c27a267177ba8d7f30a"/>
  <p:tag name="TAG_CONTENT_GROUPCOUNT" val="5"/>
  <p:tag name="TAG_CONTENT_GROUPINDEX" val="3"/>
  <p:tag name="TAG_CONTENT_SUBINDEX" val="3"/>
  <p:tag name="YOO_CHATSHAPE_TYPE" val="YOO_CHATSHAPE_DECORATION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5fec1a9ec0284c27a267177ba8d7f30a"/>
  <p:tag name="TAG_CONTENT_GROUPCOUNT" val="5"/>
  <p:tag name="TAG_CONTENT_GROUPINDEX" val="3"/>
  <p:tag name="TAG_CONTENT_SUBINDEX" val="3"/>
  <p:tag name="YOO_CHATSHAPE_TYPE" val="YOO_CHATSHAPE_DECORATION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5fec1a9ec0284c27a267177ba8d7f30a"/>
  <p:tag name="TAG_CONTENT_GROUPCOUNT" val="5"/>
  <p:tag name="TAG_CONTENT_GROUPINDEX" val="3"/>
  <p:tag name="TAG_CONTENT_SUBINDEX" val="3"/>
  <p:tag name="YOO_CHATSHAPE_TYPE" val="YOO_CHATSHAPE_DECORATION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5fec1a9ec0284c27a267177ba8d7f30a"/>
  <p:tag name="TAG_CONTENT_GROUPCOUNT" val="5"/>
  <p:tag name="TAG_CONTENT_GROUPINDEX" val="2"/>
  <p:tag name="TAG_CONTENT_SUBINDEX" val="2"/>
  <p:tag name="YOO_CHATSHAPE_TYPE" val="YOO_CHATSHAPE_DECORATION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5fec1a9ec0284c27a267177ba8d7f30a"/>
  <p:tag name="TAG_CONTENT_GROUPCOUNT" val="5"/>
  <p:tag name="TAG_CONTENT_GROUPINDEX" val="2"/>
  <p:tag name="TAG_CONTENT_SUBINDEX" val="2"/>
  <p:tag name="YOO_CHATSHAPE_TYPE" val="YOO_CHATSHAPE_DECORATION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5fec1a9ec0284c27a267177ba8d7f30a"/>
  <p:tag name="TAG_CONTENT_GROUPCOUNT" val="5"/>
  <p:tag name="TAG_CONTENT_GROUPINDEX" val="2"/>
  <p:tag name="TAG_CONTENT_SUBINDEX" val="2"/>
  <p:tag name="YOO_CHATSHAPE_TYPE" val="YOO_CHATSHAPE_DECORATION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5fec1a9ec0284c27a267177ba8d7f30a"/>
  <p:tag name="TAG_CONTENT_GROUPCOUNT" val="5"/>
  <p:tag name="TAG_CONTENT_GROUPINDEX" val="2"/>
  <p:tag name="TAG_CONTENT_SUBINDEX" val="2"/>
  <p:tag name="YOO_CHATSHAPE_TYPE" val="YOO_CHATSHAPE_DECORATION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5fec1a9ec0284c27a267177ba8d7f30a"/>
  <p:tag name="TAG_CONTENT_GROUPCOUNT" val="5"/>
  <p:tag name="TAG_CONTENT_GROUPINDEX" val="2"/>
  <p:tag name="TAG_CONTENT_SUBINDEX" val="2"/>
  <p:tag name="YOO_CHATSHAPE_TYPE" val="YOO_CHATSHAPE_DECORATION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5fec1a9ec0284c27a267177ba8d7f30a"/>
  <p:tag name="TAG_CONTENT_GROUPCOUNT" val="5"/>
  <p:tag name="TAG_CONTENT_GROUPINDEX" val="2"/>
  <p:tag name="TAG_CONTENT_SUBINDEX" val="2"/>
  <p:tag name="YOO_CHATSHAPE_TYPE" val="YOO_CHATSHAPE_DECORATION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5fec1a9ec0284c27a267177ba8d7f30a"/>
  <p:tag name="TAG_CONTENT_GROUPCOUNT" val="5"/>
  <p:tag name="TAG_CONTENT_GROUPINDEX" val="2"/>
  <p:tag name="TAG_CONTENT_SUBINDEX" val="2"/>
  <p:tag name="YOO_CHATSHAPE_TYPE" val="YOO_CHATSHAPE_DECORATION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5fec1a9ec0284c27a267177ba8d7f30a"/>
  <p:tag name="TAG_CONTENT_GROUPCOUNT" val="5"/>
  <p:tag name="TAG_CONTENT_GROUPINDEX" val="1"/>
  <p:tag name="TAG_CONTENT_SUBINDEX" val="1"/>
  <p:tag name="YOO_CHATSHAPE_TYPE" val="YOO_CHATSHAPE_DECORATION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5fec1a9ec0284c27a267177ba8d7f30a"/>
  <p:tag name="TAG_CONTENT_GROUPCOUNT" val="5"/>
  <p:tag name="TAG_CONTENT_GROUPINDEX" val="1"/>
  <p:tag name="TAG_CONTENT_SUBINDEX" val="1"/>
  <p:tag name="YOO_CHATSHAPE_TYPE" val="YOO_CHATSHAPE_DECORATION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5fec1a9ec0284c27a267177ba8d7f30a"/>
  <p:tag name="TAG_CONTENT_GROUPCOUNT" val="5"/>
  <p:tag name="TAG_CONTENT_GROUPINDEX" val="1"/>
  <p:tag name="TAG_CONTENT_SUBINDEX" val="1"/>
  <p:tag name="YOO_CHATSHAPE_TYPE" val="YOO_CHATSHAPE_DECORATION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5fec1a9ec0284c27a267177ba8d7f30a"/>
  <p:tag name="TAG_CONTENT_GROUPCOUNT" val="5"/>
  <p:tag name="TAG_CONTENT_GROUPINDEX" val="1"/>
  <p:tag name="TAG_CONTENT_SUBINDEX" val="1"/>
  <p:tag name="YOO_CHATSHAPE_TYPE" val="YOO_CHATSHAPE_DECORATION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5fec1a9ec0284c27a267177ba8d7f30a"/>
  <p:tag name="TAG_CONTENT_GROUPCOUNT" val="5"/>
  <p:tag name="TAG_CONTENT_GROUPINDEX" val="1"/>
  <p:tag name="TAG_CONTENT_SUBINDEX" val="1"/>
  <p:tag name="YOO_CHATSHAPE_TYPE" val="YOO_CHATSHAPE_DECORATION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5fec1a9ec0284c27a267177ba8d7f30a"/>
  <p:tag name="TAG_CONTENT_GROUPCOUNT" val="5"/>
  <p:tag name="TAG_CONTENT_GROUPINDEX" val="1"/>
  <p:tag name="TAG_CONTENT_SUBINDEX" val="1"/>
  <p:tag name="YOO_CHATSHAPE_TYPE" val="YOO_CHATSHAPE_DECORATION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5fec1a9ec0284c27a267177ba8d7f30a"/>
  <p:tag name="TAG_CONTENT_GROUPCOUNT" val="5"/>
  <p:tag name="TAG_CONTENT_GROUPINDEX" val="1"/>
  <p:tag name="TAG_CONTENT_SUBINDEX" val="1"/>
  <p:tag name="YOO_CHATSHAPE_TYPE" val="YOO_CHATSHAPE_DECORATION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TAG_CHAPTER_ID" val="2"/>
  <p:tag name="YOO_CHATPAGE_TYPE" val="TAG_CHATPAGE_CHAPTER"/>
  <p:tag name="YOO_CHATSHAPE_TITLE" val="核心数据模型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SUBTITLE_TYPE" val="TAG_CHATSHAPE_SUBTITLE_ENGLISH"/>
  <p:tag name="YOO_CHATSHAPE_TYPE" val="YOO_CHATSHAPE_SUB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PAGE_CHAPTER" val="2"/>
  <p:tag name="YOO_CHATSHAPE_TYPE" val="YOO_CHATSHAPE_NU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TAG_CHAPTER_ID" val="2"/>
  <p:tag name="TAG_CHATPAGE_AS_KEYWORDS" val="TRUE"/>
  <p:tag name="TAG_CONTENT_TYPE" val="二级大纲5"/>
  <p:tag name="TAG_SECTION_ID" val="0"/>
  <p:tag name="YOO_CHATPAGE_TYPE" val="TAG_CHATPAGE_MULTCONTENT"/>
  <p:tag name="YOO_CHATSHAPE_TITLE" val="核心设计：邮件原文与用户视图分离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SUBINDEX" val="1"/>
  <p:tag name="YOO_CHATSHAPE_TYPE" val="YOO_CHATSHAPE_DECORATION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1"/>
  <p:tag name="TAG_CONTENT_SUBINDEX" val="1"/>
  <p:tag name="YOO_CHATSHAPE_TYPE" val="YOO_CHATSHAPE_CHILDCONTEN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1"/>
  <p:tag name="TAG_CONTENT_SUBINDEX" val="1"/>
  <p:tag name="YOO_CHATSHAPE_TYPE" val="YOO_CHATSHAPE_CHILD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1"/>
  <p:tag name="TAG_CONTENT_SUBINDEX" val="1"/>
  <p:tag name="YOO_CHATSHAPE_TYPE" val="YOO_CHATSHAPE_ICON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2"/>
  <p:tag name="TAG_CONTENT_SUBINDEX" val="2"/>
  <p:tag name="YOO_CHATSHAPE_TYPE" val="YOO_CHATSHAPE_ICON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SUBINDEX" val="2"/>
  <p:tag name="YOO_CHATSHAPE_TYPE" val="YOO_CHATSHAPE_DECORATION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2"/>
  <p:tag name="TAG_CONTENT_SUBINDEX" val="2"/>
  <p:tag name="YOO_CHATSHAPE_TYPE" val="YOO_CHATSHAPE_CHILDCONTEN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2"/>
  <p:tag name="TAG_CONTENT_SUBINDEX" val="2"/>
  <p:tag name="YOO_CHATSHAPE_TYPE" val="YOO_CHATSHAPE_CHILD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SUBINDEX" val="3"/>
  <p:tag name="YOO_CHATSHAPE_TYPE" val="YOO_CHATSHAPE_DECORATION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4"/>
  <p:tag name="TAG_CONTENT_SUBINDEX" val="4"/>
  <p:tag name="YOO_CHATSHAPE_TYPE" val="YOO_CHATSHAPE_ICON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SUBINDEX" val="4"/>
  <p:tag name="YOO_CHATSHAPE_TYPE" val="YOO_CHATSHAPE_DECORATION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3"/>
  <p:tag name="TAG_CONTENT_SUBINDEX" val="3"/>
  <p:tag name="YOO_CHATSHAPE_TYPE" val="YOO_CHATSHAPE_CHILDCONTEN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1302827775b34a2d97904a4eca6c647e"/>
  <p:tag name="TAG_CONTENT_GROUPCOUNT" val="5"/>
  <p:tag name="TAG_CONTENT_GROUPINDEX" val="3"/>
  <p:tag name="YOO_CHATSHAPE_TYPE" val="YOO_CHATSHAPE_KEYWOR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4"/>
  <p:tag name="TAG_CONTENT_SUBINDEX" val="4"/>
  <p:tag name="YOO_CHATSHAPE_TYPE" val="YOO_CHATSHAPE_CHILDCONTEN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4"/>
  <p:tag name="TAG_CONTENT_SUBINDEX" val="4"/>
  <p:tag name="YOO_CHATSHAPE_TYPE" val="YOO_CHATSHAPE_CHILD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5"/>
  <p:tag name="TAG_CONTENT_SUBINDEX" val="5"/>
  <p:tag name="YOO_CHATSHAPE_TYPE" val="YOO_CHATSHAPE_CHILDCONTEN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5"/>
  <p:tag name="TAG_CONTENT_SUBINDEX" val="5"/>
  <p:tag name="YOO_CHATSHAPE_TYPE" val="YOO_CHATSHAPE_CHILD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3"/>
  <p:tag name="TAG_CONTENT_SUBINDEX" val="3"/>
  <p:tag name="YOO_CHATSHAPE_TYPE" val="YOO_CHATSHAPE_ICON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5"/>
  <p:tag name="TAG_CONTENT_SUBINDEX" val="5"/>
  <p:tag name="YOO_CHATSHAPE_TYPE" val="YOO_CHATSHAPE_IC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5"/>
  <p:tag name="TAG_CONTENT_SUBINDEX" val="5"/>
  <p:tag name="YOO_CHATSHAPE_TYPE" val="YOO_CHATSHAPE_DECORATI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5"/>
  <p:tag name="TAG_CONTENT_SUBINDEX" val="5"/>
  <p:tag name="YOO_CHATSHAPE_TYPE" val="YOO_CHATSHAPE_DECORATI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5"/>
  <p:tag name="TAG_CONTENT_SUBINDEX" val="5"/>
  <p:tag name="YOO_CHATSHAPE_TYPE" val="YOO_CHATSHAPE_DECORATI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5"/>
  <p:tag name="TAG_CONTENT_SUBINDEX" val="5"/>
  <p:tag name="YOO_CHATSHAPE_TYPE" val="YOO_CHATSHAPE_DECORATI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3"/>
  <p:tag name="TAG_CONTENT_SUBINDEX" val="3"/>
  <p:tag name="YOO_CHATSHAPE_TYPE" val="YOO_CHATSHAPE_DECORATION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3"/>
  <p:tag name="TAG_CONTENT_SUBINDEX" val="3"/>
  <p:tag name="YOO_CHATSHAPE_TYPE" val="YOO_CHATSHAPE_DECORATION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3"/>
  <p:tag name="TAG_CONTENT_SUBINDEX" val="3"/>
  <p:tag name="YOO_CHATSHAPE_TYPE" val="YOO_CHATSHAPE_DECORATION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3"/>
  <p:tag name="TAG_CONTENT_SUBINDEX" val="3"/>
  <p:tag name="YOO_CHATSHAPE_TYPE" val="YOO_CHATSHAPE_DECORATION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3"/>
  <p:tag name="TAG_CONTENT_SUBINDEX" val="3"/>
  <p:tag name="YOO_CHATSHAPE_TYPE" val="YOO_CHATSHAPE_DECORATION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GROUPINDEX" val="3"/>
  <p:tag name="TAG_CONTENT_SUBINDEX" val="3"/>
  <p:tag name="YOO_CHATSHAPE_TYPE" val="YOO_CHATSHAPE_DECORATION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SUBINDEX" val="4"/>
  <p:tag name="YOO_CHATSHAPE_TYPE" val="YOO_CHATSHAPE_DECORATION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SUBINDEX" val="4"/>
  <p:tag name="YOO_CHATSHAPE_TYPE" val="YOO_CHATSHAPE_DECORATION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SUBINDEX" val="3"/>
  <p:tag name="YOO_CHATSHAPE_TYPE" val="YOO_CHATSHAPE_DECORATION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SUBINDEX" val="3"/>
  <p:tag name="YOO_CHATSHAPE_TYPE" val="YOO_CHATSHAPE_DECORATION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SUBINDEX" val="2"/>
  <p:tag name="YOO_CHATSHAPE_TYPE" val="YOO_CHATSHAPE_DECORATION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SUBINDEX" val="2"/>
  <p:tag name="YOO_CHATSHAPE_TYPE" val="YOO_CHATSHAPE_DECORATION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SUBINDEX" val="1"/>
  <p:tag name="YOO_CHATSHAPE_TYPE" val="YOO_CHATSHAPE_DECORATION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1302827775b34a2d97904a4eca6c647e"/>
  <p:tag name="TAG_CONTENT_GROUPCOUNT" val="5"/>
  <p:tag name="TAG_CONTENT_SUBINDEX" val="1"/>
  <p:tag name="YOO_CHATSHAPE_TYPE" val="YOO_CHATSHAPE_DECORATION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TAG_CHAPTER_ID" val="2"/>
  <p:tag name="TAG_CONTENT_TYPE" val="二级大纲4"/>
  <p:tag name="TAG_SECTION_ID" val="1"/>
  <p:tag name="YOO_CHATPAGE_TYPE" val="TAG_CHATPAGE_MULTCONTENT"/>
  <p:tag name="YOO_CHATSHAPE_TITLE" val="AI相关数据模型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4"/>
  <p:tag name="YOO_CHATSHAPE_TYPE" val="YOO_CHATSHAPE_CHILDCONTEN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4"/>
  <p:tag name="YOO_CHATSHAPE_TYPE" val="YOO_CHATSHAPE_CHILD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1"/>
  <p:tag name="YOO_CHATSHAPE_TYPE" val="YOO_CHATSHAPE_CHILDCONTEN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1"/>
  <p:tag name="YOO_CHATSHAPE_TYPE" val="YOO_CHATSHAPE_CHILD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3"/>
  <p:tag name="YOO_CHATSHAPE_TYPE" val="YOO_CHATSHAPE_CHILDCONTEN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3"/>
  <p:tag name="YOO_CHATSHAPE_TYPE" val="YOO_CHATSHAPE_CHILD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2"/>
  <p:tag name="YOO_CHATSHAPE_TYPE" val="YOO_CHATSHAPE_CHILDCONTEN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2"/>
  <p:tag name="YOO_CHATSHAPE_TYPE" val="YOO_CHATSHAPE_CHILDTITL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3"/>
  <p:tag name="YOO_CHATSHAPE_TYPE" val="YOO_CHATSHAPE_CHILDDECORA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4"/>
  <p:tag name="YOO_CHATSHAPE_TYPE" val="YOO_CHATSHAPE_CHILDDECORA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1"/>
  <p:tag name="YOO_CHATSHAPE_TYPE" val="YOO_CHATSHAPE_CHILDDECORA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2"/>
  <p:tag name="YOO_CHATSHAPE_TYPE" val="YOO_CHATSHAPE_CHILDDECORA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1"/>
  <p:tag name="YOO_CHATSHAPE_TYPE" val="YOO_CHATSHAPE_ICON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3"/>
  <p:tag name="YOO_CHATSHAPE_TYPE" val="YOO_CHATSHAPE_ICON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2"/>
  <p:tag name="YOO_CHATSHAPE_TYPE" val="YOO_CHATSHAPE_ICON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4"/>
  <p:tag name="YOO_CHATSHAPE_TYPE" val="YOO_CHATSHAPE_ICON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标题"/>
  <p:tag name="YOO_CHATSHAPE_TYPE" val="YOO_CHATSHAPE_PAGEDECORA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标题"/>
  <p:tag name="YOO_CHATSHAPE_TYPE" val="YOO_CHATSHAPE_DECORATION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标题"/>
  <p:tag name="YOO_CHATSHAPE_TYPE" val="YOO_CHATSHAPE_DECORATION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2"/>
  <p:tag name="YOO_CHATSHAPE_TYPE" val="YOO_CHATSHAPE_DECORATION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2"/>
  <p:tag name="YOO_CHATSHAPE_TYPE" val="YOO_CHATSHAPE_DECORATION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2"/>
  <p:tag name="YOO_CHATSHAPE_TYPE" val="YOO_CHATSHAPE_DECORATION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2"/>
  <p:tag name="YOO_CHATSHAPE_TYPE" val="YOO_CHATSHAPE_DECORATION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2"/>
  <p:tag name="YOO_CHATSHAPE_TYPE" val="YOO_CHATSHAPE_DECORATION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1"/>
  <p:tag name="YOO_CHATSHAPE_TYPE" val="YOO_CHATSHAPE_DECORATION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1"/>
  <p:tag name="YOO_CHATSHAPE_TYPE" val="YOO_CHATSHAPE_DECORATION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4"/>
  <p:tag name="YOO_CHATSHAPE_TYPE" val="YOO_CHATSHAPE_DECORATION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4"/>
  <p:tag name="YOO_CHATSHAPE_TYPE" val="YOO_CHATSHAPE_DECORATION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3"/>
  <p:tag name="YOO_CHATSHAPE_TYPE" val="YOO_CHATSHAPE_DECORATION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cbdc81d099f2448495b5f01f917c59aa"/>
  <p:tag name="TAG_CONTENT_GROUPCOUNT" val="4"/>
  <p:tag name="TAG_CONTENT_GROUPINDEX" val="3"/>
  <p:tag name="YOO_CHATSHAPE_TYPE" val="YOO_CHATSHAPE_DECORATION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TAG_CHAPTER_ID" val="3"/>
  <p:tag name="YOO_CHATPAGE_TYPE" val="TAG_CHATPAGE_CHAPTER"/>
  <p:tag name="YOO_CHATSHAPE_TITLE" val="核心功能实现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SUBTITLE_TYPE" val="TAG_CHATSHAPE_SUBTITLE_ENGLISH"/>
  <p:tag name="YOO_CHATSHAPE_TYPE" val="YOO_CHATSHAPE_SUB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PAGE_CHAPTER" val="3"/>
  <p:tag name="YOO_CHATSHAPE_TYPE" val="YOO_CHATSHAPE_NUM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TAG_CHAPTER_ID" val="3"/>
  <p:tag name="TAG_CONTENT_TYPE" val="二级大纲6"/>
  <p:tag name="TAG_SECTION_ID" val="0"/>
  <p:tag name="YOO_CHATPAGE_TYPE" val="TAG_CHATPAGE_MULTCONTENT"/>
  <p:tag name="YOO_CHATSHAPE_TITLE" val="基础邮件核心功能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5d6c6960df904464bf942a5565c72229"/>
  <p:tag name="TAG_CONTENT_GROUPCOUNT" val="6"/>
  <p:tag name="TAG_CONTENT_GROUPINDEX" val="1"/>
  <p:tag name="TAG_CONTENT_SUBINDEX" val="1"/>
  <p:tag name="YOO_CHATSHAPE_TYPE" val="YOO_CHATSHAPE_CHILDDECORA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5d6c6960df904464bf942a5565c72229"/>
  <p:tag name="TAG_CONTENT_GROUPCOUNT" val="6"/>
  <p:tag name="TAG_CONTENT_GROUPINDEX" val="2"/>
  <p:tag name="TAG_CONTENT_SUBINDEX" val="2"/>
  <p:tag name="YOO_CHATSHAPE_TYPE" val="YOO_CHATSHAPE_CHILDDECORA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5d6c6960df904464bf942a5565c72229"/>
  <p:tag name="TAG_CONTENT_GROUPCOUNT" val="6"/>
  <p:tag name="TAG_CONTENT_GROUPINDEX" val="3"/>
  <p:tag name="TAG_CONTENT_SUBINDEX" val="3"/>
  <p:tag name="YOO_CHATSHAPE_TYPE" val="YOO_CHATSHAPE_CHILDDECORA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5d6c6960df904464bf942a5565c72229"/>
  <p:tag name="TAG_CONTENT_GROUPCOUNT" val="6"/>
  <p:tag name="TAG_CONTENT_GROUPINDEX" val="4"/>
  <p:tag name="TAG_CONTENT_SUBINDEX" val="4"/>
  <p:tag name="YOO_CHATSHAPE_TYPE" val="YOO_CHATSHAPE_CHILDDECORA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d6c6960df904464bf942a5565c72229"/>
  <p:tag name="TAG_CONTENT_GROUPCOUNT" val="6"/>
  <p:tag name="TAG_CONTENT_GROUPINDEX" val="1"/>
  <p:tag name="TAG_CONTENT_SUBINDEX" val="1"/>
  <p:tag name="YOO_CHATSHAPE_TYPE" val="YOO_CHATSHAPE_CHILD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d6c6960df904464bf942a5565c72229"/>
  <p:tag name="TAG_CONTENT_GROUPCOUNT" val="6"/>
  <p:tag name="TAG_CONTENT_GROUPINDEX" val="2"/>
  <p:tag name="TAG_CONTENT_SUBINDEX" val="2"/>
  <p:tag name="YOO_CHATSHAPE_TYPE" val="YOO_CHATSHAPE_CHILDTIT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d6c6960df904464bf942a5565c72229"/>
  <p:tag name="TAG_CONTENT_GROUPCOUNT" val="6"/>
  <p:tag name="TAG_CONTENT_GROUPINDEX" val="3"/>
  <p:tag name="TAG_CONTENT_SUBINDEX" val="3"/>
  <p:tag name="YOO_CHATSHAPE_TYPE" val="YOO_CHATSHAPE_CHILDTITL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d6c6960df904464bf942a5565c72229"/>
  <p:tag name="TAG_CONTENT_GROUPCOUNT" val="6"/>
  <p:tag name="TAG_CONTENT_GROUPINDEX" val="4"/>
  <p:tag name="TAG_CONTENT_SUBINDEX" val="4"/>
  <p:tag name="YOO_CHATSHAPE_TYPE" val="YOO_CHATSHAPE_CHILD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d6c6960df904464bf942a5565c72229"/>
  <p:tag name="TAG_CONTENT_GROUPCOUNT" val="6"/>
  <p:tag name="TAG_CONTENT_GROUPINDEX" val="1"/>
  <p:tag name="TAG_CONTENT_SUBINDEX" val="1"/>
  <p:tag name="YOO_CHATSHAPE_TYPE" val="YOO_CHATSHAPE_CHILDCONTENT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d6c6960df904464bf942a5565c72229"/>
  <p:tag name="TAG_CONTENT_GROUPCOUNT" val="6"/>
  <p:tag name="TAG_CONTENT_GROUPINDEX" val="2"/>
  <p:tag name="TAG_CONTENT_SUBINDEX" val="2"/>
  <p:tag name="YOO_CHATSHAPE_TYPE" val="YOO_CHATSHAPE_CHILDCONTENT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d6c6960df904464bf942a5565c72229"/>
  <p:tag name="TAG_CONTENT_GROUPCOUNT" val="6"/>
  <p:tag name="TAG_CONTENT_GROUPINDEX" val="3"/>
  <p:tag name="TAG_CONTENT_SUBINDEX" val="3"/>
  <p:tag name="YOO_CHATSHAPE_TYPE" val="YOO_CHATSHAPE_CHILDCONTENT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d6c6960df904464bf942a5565c72229"/>
  <p:tag name="TAG_CONTENT_GROUPCOUNT" val="6"/>
  <p:tag name="TAG_CONTENT_GROUPINDEX" val="4"/>
  <p:tag name="TAG_CONTENT_SUBINDEX" val="4"/>
  <p:tag name="YOO_CHATSHAPE_TYPE" val="YOO_CHATSHAPE_CHILDCONTENT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5d6c6960df904464bf942a5565c72229"/>
  <p:tag name="TAG_CONTENT_GROUPCOUNT" val="6"/>
  <p:tag name="TAG_CONTENT_GROUPINDEX" val="5"/>
  <p:tag name="TAG_CONTENT_SUBINDEX" val="5"/>
  <p:tag name="YOO_CHATSHAPE_TYPE" val="YOO_CHATSHAPE_CHILDDECORA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6"/>
  <p:tag name="TAG_CONTENT_DIAGRAM_INDEX" val="5d6c6960df904464bf942a5565c72229"/>
  <p:tag name="TAG_CONTENT_GROUPCOUNT" val="6"/>
  <p:tag name="TAG_CONTENT_GROUPINDEX" val="6"/>
  <p:tag name="TAG_CONTENT_SUBINDEX" val="6"/>
  <p:tag name="YOO_CHATSHAPE_TYPE" val="YOO_CHATSHAPE_CHILDDECORAT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d6c6960df904464bf942a5565c72229"/>
  <p:tag name="TAG_CONTENT_GROUPCOUNT" val="6"/>
  <p:tag name="TAG_CONTENT_GROUPINDEX" val="5"/>
  <p:tag name="TAG_CONTENT_SUBINDEX" val="5"/>
  <p:tag name="YOO_CHATSHAPE_TYPE" val="YOO_CHATSHAPE_CHILD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d6c6960df904464bf942a5565c72229"/>
  <p:tag name="TAG_CONTENT_GROUPCOUNT" val="6"/>
  <p:tag name="TAG_CONTENT_GROUPINDEX" val="6"/>
  <p:tag name="TAG_CONTENT_SUBINDEX" val="6"/>
  <p:tag name="YOO_CHATSHAPE_TYPE" val="YOO_CHATSHAPE_CHILD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d6c6960df904464bf942a5565c72229"/>
  <p:tag name="TAG_CONTENT_GROUPCOUNT" val="6"/>
  <p:tag name="TAG_CONTENT_GROUPINDEX" val="5"/>
  <p:tag name="TAG_CONTENT_SUBINDEX" val="5"/>
  <p:tag name="YOO_CHATSHAPE_TYPE" val="YOO_CHATSHAPE_CHILDCONTENT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5d6c6960df904464bf942a5565c72229"/>
  <p:tag name="TAG_CONTENT_GROUPCOUNT" val="6"/>
  <p:tag name="TAG_CONTENT_GROUPINDEX" val="6"/>
  <p:tag name="TAG_CONTENT_SUBINDEX" val="6"/>
  <p:tag name="YOO_CHATSHAPE_TYPE" val="YOO_CHATSHAPE_CHILDCONTEN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TAG_CHAPTER_ID" val="3"/>
  <p:tag name="TAG_CONTENT_TYPE" val="二级大纲5"/>
  <p:tag name="TAG_SECTION_ID" val="1"/>
  <p:tag name="YOO_CHATPAGE_TYPE" val="TAG_CHATPAGE_MULTCONTENT"/>
  <p:tag name="YOO_CHATSHAPE_TITLE" val="AI插件核心功能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b5bd37c9dfdb43b5b12d335c104cd09b"/>
  <p:tag name="TAG_CONTENT_GROUPCOUNT" val="5"/>
  <p:tag name="TAG_CONTENT_GROUPINDEX" val="1"/>
  <p:tag name="TAG_CONTENT_SUBINDEX" val="1"/>
  <p:tag name="YOO_CHATSHAPE_TYPE" val="YOO_CHATSHAPE_CHILDDECORA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b5bd37c9dfdb43b5b12d335c104cd09b"/>
  <p:tag name="TAG_CONTENT_GROUPCOUNT" val="5"/>
  <p:tag name="TAG_CONTENT_GROUPINDEX" val="2"/>
  <p:tag name="TAG_CONTENT_SUBINDEX" val="2"/>
  <p:tag name="YOO_CHATSHAPE_TYPE" val="YOO_CHATSHAPE_CHILDDECORA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b5bd37c9dfdb43b5b12d335c104cd09b"/>
  <p:tag name="TAG_CONTENT_GROUPCOUNT" val="5"/>
  <p:tag name="TAG_CONTENT_GROUPINDEX" val="3"/>
  <p:tag name="TAG_CONTENT_SUBINDEX" val="3"/>
  <p:tag name="YOO_CHATSHAPE_TYPE" val="YOO_CHATSHAPE_CHILDDECORAT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b5bd37c9dfdb43b5b12d335c104cd09b"/>
  <p:tag name="TAG_CONTENT_GROUPCOUNT" val="5"/>
  <p:tag name="TAG_CONTENT_GROUPINDEX" val="4"/>
  <p:tag name="TAG_CONTENT_SUBINDEX" val="4"/>
  <p:tag name="YOO_CHATSHAPE_TYPE" val="YOO_CHATSHAPE_CHILDDECORAT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b5bd37c9dfdb43b5b12d335c104cd09b"/>
  <p:tag name="TAG_CONTENT_GROUPCOUNT" val="5"/>
  <p:tag name="TAG_CONTENT_GROUPINDEX" val="5"/>
  <p:tag name="TAG_CONTENT_SUBINDEX" val="5"/>
  <p:tag name="YOO_CHATSHAPE_TYPE" val="YOO_CHATSHAPE_CHILDDECORA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b5bd37c9dfdb43b5b12d335c104cd09b"/>
  <p:tag name="TAG_CONTENT_GROUPCOUNT" val="5"/>
  <p:tag name="TAG_CONTENT_GROUPINDEX" val="1"/>
  <p:tag name="TAG_CONTENT_SUBINDEX" val="1"/>
  <p:tag name="YOO_CHATSHAPE_TYPE" val="YOO_CHATSHAPE_CHILDDECORAT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b5bd37c9dfdb43b5b12d335c104cd09b"/>
  <p:tag name="TAG_CONTENT_GROUPCOUNT" val="5"/>
  <p:tag name="TAG_CONTENT_GROUPINDEX" val="2"/>
  <p:tag name="TAG_CONTENT_SUBINDEX" val="2"/>
  <p:tag name="YOO_CHATSHAPE_TYPE" val="YOO_CHATSHAPE_CHILDDECORA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b5bd37c9dfdb43b5b12d335c104cd09b"/>
  <p:tag name="TAG_CONTENT_GROUPCOUNT" val="5"/>
  <p:tag name="TAG_CONTENT_GROUPINDEX" val="3"/>
  <p:tag name="TAG_CONTENT_SUBINDEX" val="3"/>
  <p:tag name="YOO_CHATSHAPE_TYPE" val="YOO_CHATSHAPE_CHILDDECORA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b5bd37c9dfdb43b5b12d335c104cd09b"/>
  <p:tag name="TAG_CONTENT_GROUPCOUNT" val="5"/>
  <p:tag name="TAG_CONTENT_GROUPINDEX" val="4"/>
  <p:tag name="TAG_CONTENT_SUBINDEX" val="4"/>
  <p:tag name="YOO_CHATSHAPE_TYPE" val="YOO_CHATSHAPE_CHILDDECORAT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b5bd37c9dfdb43b5b12d335c104cd09b"/>
  <p:tag name="TAG_CONTENT_GROUPCOUNT" val="5"/>
  <p:tag name="TAG_CONTENT_GROUPINDEX" val="5"/>
  <p:tag name="TAG_CONTENT_SUBINDEX" val="5"/>
  <p:tag name="YOO_CHATSHAPE_TYPE" val="YOO_CHATSHAPE_CHILDDECORA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1"/>
  <p:tag name="TAG_CONTENT_SUBINDEX" val="1"/>
  <p:tag name="YOO_CHATSHAPE_TYPE" val="YOO_CHATSHAPE_NUM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2"/>
  <p:tag name="TAG_CONTENT_SUBINDEX" val="2"/>
  <p:tag name="YOO_CHATSHAPE_TYPE" val="YOO_CHATSHAPE_NUM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3"/>
  <p:tag name="TAG_CONTENT_SUBINDEX" val="3"/>
  <p:tag name="YOO_CHATSHAPE_TYPE" val="YOO_CHATSHAPE_NUM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4"/>
  <p:tag name="TAG_CONTENT_SUBINDEX" val="4"/>
  <p:tag name="YOO_CHATSHAPE_TYPE" val="YOO_CHATSHAPE_NUM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5"/>
  <p:tag name="TAG_CONTENT_SUBINDEX" val="5"/>
  <p:tag name="YOO_CHATSHAPE_TYPE" val="YOO_CHATSHAPE_NUM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1"/>
  <p:tag name="TAG_CONTENT_SUBINDEX" val="1"/>
  <p:tag name="YOO_CHATSHAPE_TYPE" val="YOO_CHATSHAPE_CHILD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1"/>
  <p:tag name="TAG_CONTENT_SUBINDEX" val="1"/>
  <p:tag name="YOO_CHATSHAPE_TYPE" val="YOO_CHATSHAPE_CHILDCONTEN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2"/>
  <p:tag name="TAG_CONTENT_SUBINDEX" val="2"/>
  <p:tag name="YOO_CHATSHAPE_TYPE" val="YOO_CHATSHAPE_CHILD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2"/>
  <p:tag name="TAG_CONTENT_SUBINDEX" val="2"/>
  <p:tag name="YOO_CHATSHAPE_TYPE" val="YOO_CHATSHAPE_CHILDCONTEN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3"/>
  <p:tag name="TAG_CONTENT_SUBINDEX" val="3"/>
  <p:tag name="YOO_CHATSHAPE_TYPE" val="YOO_CHATSHAPE_CHILD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3"/>
  <p:tag name="TAG_CONTENT_SUBINDEX" val="3"/>
  <p:tag name="YOO_CHATSHAPE_TYPE" val="YOO_CHATSHAPE_CHILDCONTEN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4"/>
  <p:tag name="TAG_CONTENT_SUBINDEX" val="4"/>
  <p:tag name="YOO_CHATSHAPE_TYPE" val="YOO_CHATSHAPE_CHILDTITL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4"/>
  <p:tag name="TAG_CONTENT_SUBINDEX" val="4"/>
  <p:tag name="YOO_CHATSHAPE_TYPE" val="YOO_CHATSHAPE_CHILDCONTEN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5"/>
  <p:tag name="TAG_CONTENT_SUBINDEX" val="5"/>
  <p:tag name="YOO_CHATSHAPE_TYPE" val="YOO_CHATSHAPE_CHILDTITL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5bd37c9dfdb43b5b12d335c104cd09b"/>
  <p:tag name="TAG_CONTENT_GROUPCOUNT" val="5"/>
  <p:tag name="TAG_CONTENT_GROUPINDEX" val="5"/>
  <p:tag name="TAG_CONTENT_SUBINDEX" val="5"/>
  <p:tag name="YOO_CHATSHAPE_TYPE" val="YOO_CHATSHAPE_CHILDCONTEN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b5bd37c9dfdb43b5b12d335c104cd09b"/>
  <p:tag name="TAG_CONTENT_GROUPCOUNT" val="5"/>
  <p:tag name="TAG_CONTENT_GROUPINDEX" val="5"/>
  <p:tag name="TAG_CONTENT_SUBINDEX" val="5"/>
  <p:tag name="YOO_CHATSHAPE_TYPE" val="YOO_CHATSHAPE_DECORATION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b5bd37c9dfdb43b5b12d335c104cd09b"/>
  <p:tag name="TAG_CONTENT_GROUPCOUNT" val="5"/>
  <p:tag name="TAG_CONTENT_GROUPINDEX" val="5"/>
  <p:tag name="TAG_CONTENT_SUBINDEX" val="5"/>
  <p:tag name="YOO_CHATSHAPE_TYPE" val="YOO_CHATSHAPE_DECORATION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b5bd37c9dfdb43b5b12d335c104cd09b"/>
  <p:tag name="TAG_CONTENT_GROUPCOUNT" val="5"/>
  <p:tag name="TAG_CONTENT_GROUPINDEX" val="5"/>
  <p:tag name="TAG_CONTENT_SUBINDEX" val="5"/>
  <p:tag name="YOO_CHATSHAPE_TYPE" val="YOO_CHATSHAPE_DECORATION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5"/>
  <p:tag name="TAG_CONTENT_DIAGRAM_INDEX" val="b5bd37c9dfdb43b5b12d335c104cd09b"/>
  <p:tag name="TAG_CONTENT_GROUPCOUNT" val="5"/>
  <p:tag name="TAG_CONTENT_GROUPINDEX" val="5"/>
  <p:tag name="TAG_CONTENT_SUBINDEX" val="5"/>
  <p:tag name="YOO_CHATSHAPE_TYPE" val="YOO_CHATSHAPE_DECORATION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b5bd37c9dfdb43b5b12d335c104cd09b"/>
  <p:tag name="TAG_CONTENT_GROUPCOUNT" val="5"/>
  <p:tag name="TAG_CONTENT_GROUPINDEX" val="4"/>
  <p:tag name="TAG_CONTENT_SUBINDEX" val="4"/>
  <p:tag name="YOO_CHATSHAPE_TYPE" val="YOO_CHATSHAPE_DECORATION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b5bd37c9dfdb43b5b12d335c104cd09b"/>
  <p:tag name="TAG_CONTENT_GROUPCOUNT" val="5"/>
  <p:tag name="TAG_CONTENT_GROUPINDEX" val="4"/>
  <p:tag name="TAG_CONTENT_SUBINDEX" val="4"/>
  <p:tag name="YOO_CHATSHAPE_TYPE" val="YOO_CHATSHAPE_DECORATION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b5bd37c9dfdb43b5b12d335c104cd09b"/>
  <p:tag name="TAG_CONTENT_GROUPCOUNT" val="5"/>
  <p:tag name="TAG_CONTENT_GROUPINDEX" val="4"/>
  <p:tag name="TAG_CONTENT_SUBINDEX" val="4"/>
  <p:tag name="YOO_CHATSHAPE_TYPE" val="YOO_CHATSHAPE_DECORATION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4"/>
  <p:tag name="TAG_CONTENT_DIAGRAM_INDEX" val="b5bd37c9dfdb43b5b12d335c104cd09b"/>
  <p:tag name="TAG_CONTENT_GROUPCOUNT" val="5"/>
  <p:tag name="TAG_CONTENT_GROUPINDEX" val="4"/>
  <p:tag name="TAG_CONTENT_SUBINDEX" val="4"/>
  <p:tag name="YOO_CHATSHAPE_TYPE" val="YOO_CHATSHAPE_DECORATION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b5bd37c9dfdb43b5b12d335c104cd09b"/>
  <p:tag name="TAG_CONTENT_GROUPCOUNT" val="5"/>
  <p:tag name="TAG_CONTENT_GROUPINDEX" val="3"/>
  <p:tag name="TAG_CONTENT_SUBINDEX" val="3"/>
  <p:tag name="YOO_CHATSHAPE_TYPE" val="YOO_CHATSHAPE_DECORATION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b5bd37c9dfdb43b5b12d335c104cd09b"/>
  <p:tag name="TAG_CONTENT_GROUPCOUNT" val="5"/>
  <p:tag name="TAG_CONTENT_GROUPINDEX" val="3"/>
  <p:tag name="TAG_CONTENT_SUBINDEX" val="3"/>
  <p:tag name="YOO_CHATSHAPE_TYPE" val="YOO_CHATSHAPE_DECORATION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b5bd37c9dfdb43b5b12d335c104cd09b"/>
  <p:tag name="TAG_CONTENT_GROUPCOUNT" val="5"/>
  <p:tag name="TAG_CONTENT_GROUPINDEX" val="3"/>
  <p:tag name="TAG_CONTENT_SUBINDEX" val="3"/>
  <p:tag name="YOO_CHATSHAPE_TYPE" val="YOO_CHATSHAPE_DECORATION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3"/>
  <p:tag name="TAG_CONTENT_DIAGRAM_INDEX" val="b5bd37c9dfdb43b5b12d335c104cd09b"/>
  <p:tag name="TAG_CONTENT_GROUPCOUNT" val="5"/>
  <p:tag name="TAG_CONTENT_GROUPINDEX" val="3"/>
  <p:tag name="TAG_CONTENT_SUBINDEX" val="3"/>
  <p:tag name="YOO_CHATSHAPE_TYPE" val="YOO_CHATSHAPE_DECORATION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b5bd37c9dfdb43b5b12d335c104cd09b"/>
  <p:tag name="TAG_CONTENT_GROUPCOUNT" val="5"/>
  <p:tag name="TAG_CONTENT_GROUPINDEX" val="2"/>
  <p:tag name="TAG_CONTENT_SUBINDEX" val="2"/>
  <p:tag name="YOO_CHATSHAPE_TYPE" val="YOO_CHATSHAPE_DECORATION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b5bd37c9dfdb43b5b12d335c104cd09b"/>
  <p:tag name="TAG_CONTENT_GROUPCOUNT" val="5"/>
  <p:tag name="TAG_CONTENT_GROUPINDEX" val="2"/>
  <p:tag name="TAG_CONTENT_SUBINDEX" val="2"/>
  <p:tag name="YOO_CHATSHAPE_TYPE" val="YOO_CHATSHAPE_DECORATION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b5bd37c9dfdb43b5b12d335c104cd09b"/>
  <p:tag name="TAG_CONTENT_GROUPCOUNT" val="5"/>
  <p:tag name="TAG_CONTENT_GROUPINDEX" val="2"/>
  <p:tag name="TAG_CONTENT_SUBINDEX" val="2"/>
  <p:tag name="YOO_CHATSHAPE_TYPE" val="YOO_CHATSHAPE_DECORATION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2"/>
  <p:tag name="TAG_CONTENT_DIAGRAM_INDEX" val="b5bd37c9dfdb43b5b12d335c104cd09b"/>
  <p:tag name="TAG_CONTENT_GROUPCOUNT" val="5"/>
  <p:tag name="TAG_CONTENT_GROUPINDEX" val="2"/>
  <p:tag name="TAG_CONTENT_SUBINDEX" val="2"/>
  <p:tag name="YOO_CHATSHAPE_TYPE" val="YOO_CHATSHAPE_DECORATION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b5bd37c9dfdb43b5b12d335c104cd09b"/>
  <p:tag name="TAG_CONTENT_GROUPCOUNT" val="5"/>
  <p:tag name="TAG_CONTENT_GROUPINDEX" val="1"/>
  <p:tag name="TAG_CONTENT_SUBINDEX" val="1"/>
  <p:tag name="YOO_CHATSHAPE_TYPE" val="YOO_CHATSHAPE_DECORATION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b5bd37c9dfdb43b5b12d335c104cd09b"/>
  <p:tag name="TAG_CONTENT_GROUPCOUNT" val="5"/>
  <p:tag name="TAG_CONTENT_GROUPINDEX" val="1"/>
  <p:tag name="TAG_CONTENT_SUBINDEX" val="1"/>
  <p:tag name="YOO_CHATSHAPE_TYPE" val="YOO_CHATSHAPE_DECORATION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b5bd37c9dfdb43b5b12d335c104cd09b"/>
  <p:tag name="TAG_CONTENT_GROUPCOUNT" val="5"/>
  <p:tag name="TAG_CONTENT_GROUPINDEX" val="1"/>
  <p:tag name="TAG_CONTENT_SUBINDEX" val="1"/>
  <p:tag name="YOO_CHATSHAPE_TYPE" val="YOO_CHATSHAPE_DECORATION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子标题1"/>
  <p:tag name="TAG_CONTENT_DIAGRAM_INDEX" val="b5bd37c9dfdb43b5b12d335c104cd09b"/>
  <p:tag name="TAG_CONTENT_GROUPCOUNT" val="5"/>
  <p:tag name="TAG_CONTENT_GROUPINDEX" val="1"/>
  <p:tag name="TAG_CONTENT_SUBINDEX" val="1"/>
  <p:tag name="YOO_CHATSHAPE_TYPE" val="YOO_CHATSHAPE_DECORATION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TAG_CHAPTER_ID" val="3"/>
  <p:tag name="TAG_CONTENT_TYPE" val="二级大纲4"/>
  <p:tag name="TAG_SECTION_ID" val="2"/>
  <p:tag name="YOO_CHATPAGE_TYPE" val="TAG_CHATPAGE_MULTCONTENT"/>
  <p:tag name="YOO_CHATSHAPE_TITLE" val="前端交互设计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bc174545d9740eba9cd094bb6425fdd"/>
  <p:tag name="TAG_CONTENT_GROUPCOUNT" val="4"/>
  <p:tag name="TAG_CONTENT_GROUPINDEX" val="3"/>
  <p:tag name="YOO_CHATSHAPE_TYPE" val="YOO_CHATSHAPE_CHILDDECORAT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bc174545d9740eba9cd094bb6425fdd"/>
  <p:tag name="TAG_CONTENT_GROUPCOUNT" val="4"/>
  <p:tag name="TAG_CONTENT_GROUPINDEX" val="4"/>
  <p:tag name="YOO_CHATSHAPE_TYPE" val="YOO_CHATSHAPE_CHILDDECORAT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bc174545d9740eba9cd094bb6425fdd"/>
  <p:tag name="TAG_CONTENT_GROUPCOUNT" val="4"/>
  <p:tag name="TAG_CONTENT_GROUPINDEX" val="1"/>
  <p:tag name="YOO_CHATSHAPE_TYPE" val="YOO_CHATSHAPE_CHILDDECORAT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bc174545d9740eba9cd094bb6425fdd"/>
  <p:tag name="TAG_CONTENT_GROUPCOUNT" val="4"/>
  <p:tag name="TAG_CONTENT_GROUPINDEX" val="2"/>
  <p:tag name="YOO_CHATSHAPE_TYPE" val="YOO_CHATSHAPE_CHILDDECORAT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bc174545d9740eba9cd094bb6425fdd"/>
  <p:tag name="TAG_CONTENT_GROUPCOUNT" val="4"/>
  <p:tag name="TAG_CONTENT_GROUPINDEX" val="3"/>
  <p:tag name="YOO_CHATSHAPE_TYPE" val="YOO_CHATSHAPE_CHILDTITL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bc174545d9740eba9cd094bb6425fdd"/>
  <p:tag name="TAG_CONTENT_GROUPCOUNT" val="4"/>
  <p:tag name="TAG_CONTENT_GROUPINDEX" val="3"/>
  <p:tag name="YOO_CHATSHAPE_TYPE" val="YOO_CHATSHAPE_CHILDCONTEN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bc174545d9740eba9cd094bb6425fdd"/>
  <p:tag name="TAG_CONTENT_GROUPCOUNT" val="4"/>
  <p:tag name="TAG_CONTENT_GROUPINDEX" val="4"/>
  <p:tag name="YOO_CHATSHAPE_TYPE" val="YOO_CHATSHAPE_CHILDTIT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bc174545d9740eba9cd094bb6425fdd"/>
  <p:tag name="TAG_CONTENT_GROUPCOUNT" val="4"/>
  <p:tag name="TAG_CONTENT_GROUPINDEX" val="4"/>
  <p:tag name="YOO_CHATSHAPE_TYPE" val="YOO_CHATSHAPE_CHILDCONTEN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bc174545d9740eba9cd094bb6425fdd"/>
  <p:tag name="TAG_CONTENT_GROUPCOUNT" val="4"/>
  <p:tag name="TAG_CONTENT_GROUPINDEX" val="2"/>
  <p:tag name="YOO_CHATSHAPE_TYPE" val="YOO_CHATSHAPE_CHILDTITL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bc174545d9740eba9cd094bb6425fdd"/>
  <p:tag name="TAG_CONTENT_GROUPCOUNT" val="4"/>
  <p:tag name="TAG_CONTENT_GROUPINDEX" val="2"/>
  <p:tag name="YOO_CHATSHAPE_TYPE" val="YOO_CHATSHAPE_CHILDCONTEN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bc174545d9740eba9cd094bb6425fdd"/>
  <p:tag name="TAG_CONTENT_GROUPCOUNT" val="4"/>
  <p:tag name="TAG_CONTENT_GROUPINDEX" val="1"/>
  <p:tag name="YOO_CHATSHAPE_TYPE" val="YOO_CHATSHAPE_CHILDTITL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DIAGRAM_INDEX" val="bbc174545d9740eba9cd094bb6425fdd"/>
  <p:tag name="TAG_CONTENT_GROUPCOUNT" val="4"/>
  <p:tag name="TAG_CONTENT_GROUPINDEX" val="1"/>
  <p:tag name="YOO_CHATSHAPE_TYPE" val="YOO_CHATSHAPE_CHILDCONTEN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标题"/>
  <p:tag name="YOO_CHATSHAPE_TYPE" val="YOO_CHATSHAPE_PAGEDECORA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标题"/>
  <p:tag name="YOO_CHATSHAPE_TYPE" val="YOO_CHATSHAPE_DECORATION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LINK" val="sp:标题"/>
  <p:tag name="YOO_CHATSHAPE_TYPE" val="YOO_CHATSHAPE_DECORATION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DECORATION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AIGCCREATORID" val="AIGC生成内容仅供参考-2026/7/7 11:52:52"/>
  <p:tag name="TAG_CHAPTER_ID" val="4"/>
  <p:tag name="YOO_CHATPAGE_TYPE" val="TAG_CHATPAGE_CHAPTER"/>
  <p:tag name="YOO_CHATSHAPE_TITLE" val="项目总结"/>
  <p:tag name="YOO_PROTECTION_DATA" val="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SHAPE_SUBTITLE_TYPE" val="TAG_CHATSHAPE_SUBTITLE_ENGLISH"/>
  <p:tag name="YOO_CHATSHAPE_TYPE" val="YOO_CHATSHAPE_SUBTITL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HATPAGE_CHAPTER" val="4"/>
  <p:tag name="YOO_CHATSHAPE_TYPE" val="YOO_CHATSHAPE_NUM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3E0B0E"/>
      </a:dk1>
      <a:lt1>
        <a:srgbClr val="FFFFFF"/>
      </a:lt1>
      <a:dk2>
        <a:srgbClr val="FFFFFF"/>
      </a:dk2>
      <a:lt2>
        <a:srgbClr val="401C22"/>
      </a:lt2>
      <a:accent1>
        <a:srgbClr val="FF2B40"/>
      </a:accent1>
      <a:accent2>
        <a:srgbClr val="FE6053"/>
      </a:accent2>
      <a:accent3>
        <a:srgbClr val="FE8C46"/>
      </a:accent3>
      <a:accent4>
        <a:srgbClr val="FEC34B"/>
      </a:accent4>
      <a:accent5>
        <a:srgbClr val="A1C9FD"/>
      </a:accent5>
      <a:accent6>
        <a:srgbClr val="F76964"/>
      </a:accent6>
      <a:hlink>
        <a:srgbClr val="000D10"/>
      </a:hlink>
      <a:folHlink>
        <a:srgbClr val="00252E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item1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2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3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4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5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6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7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8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9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0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1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2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3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4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5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6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7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8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9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20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21.xml><?xml version="1.0" encoding="utf-8"?>
<yoo_protection_data>\u007b\u0022\u0049\u0044\u0022\u003a\u0022\u0062\u0066\u0039\u0032\u0065\u0064\u0033\u0066\u0039\u0066\u0064\u0037\u0034\u0038\u0066\u0036\u0039\u0038\u0035\u0030\u0066\u0066\u0034\u0037\u0065\u0033\u0037\u0036\u0062\u0036\u0065\u0039\u0022\u002c\u0022\u0054\u0069\u006d\u0065\u0022\u003a\u0022\u0032\u0030\u0032\u0036\u002f\u0030\u0037\u002f\u0030\u0037\u0020\u0031\u0031\u003a\u0035\u0032\u003a\u0035\u0032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Props1.xml><?xml version="1.0" encoding="utf-8"?>
<ds:datastoreItem xmlns:ds="http://schemas.openxmlformats.org/officeDocument/2006/customXml" ds:itemID="{1E0AB5BD-B787-4144-8EBB-DFD91DC85CC0}">
  <ds:schemaRefs/>
</ds:datastoreItem>
</file>

<file path=customXml/itemProps2.xml><?xml version="1.0" encoding="utf-8"?>
<ds:datastoreItem xmlns:ds="http://schemas.openxmlformats.org/officeDocument/2006/customXml" ds:itemID="{14BE9539-A856-42BC-AA8E-C0E55B9B7B61}">
  <ds:schemaRefs/>
</ds:datastoreItem>
</file>

<file path=customXml/itemProps3.xml><?xml version="1.0" encoding="utf-8"?>
<ds:datastoreItem xmlns:ds="http://schemas.openxmlformats.org/officeDocument/2006/customXml" ds:itemID="{7AF8B640-6D32-4953-A890-BB2CFE57D0C2}">
  <ds:schemaRefs/>
</ds:datastoreItem>
</file>

<file path=customXml/itemProps4.xml><?xml version="1.0" encoding="utf-8"?>
<ds:datastoreItem xmlns:ds="http://schemas.openxmlformats.org/officeDocument/2006/customXml" ds:itemID="{4B4BE9D2-102F-482A-88CA-8BFAE066D266}">
  <ds:schemaRefs/>
</ds:datastoreItem>
</file>

<file path=customXml/itemProps5.xml><?xml version="1.0" encoding="utf-8"?>
<ds:datastoreItem xmlns:ds="http://schemas.openxmlformats.org/officeDocument/2006/customXml" ds:itemID="{A0C5D407-007D-4B4A-817E-8927741443FC}">
  <ds:schemaRefs/>
</ds:datastoreItem>
</file>

<file path=customXml/itemProps6.xml><?xml version="1.0" encoding="utf-8"?>
<ds:datastoreItem xmlns:ds="http://schemas.openxmlformats.org/officeDocument/2006/customXml" ds:itemID="{35F97304-7383-436B-8DB6-E87752FC5F3A}">
  <ds:schemaRefs/>
</ds:datastoreItem>
</file>

<file path=customXml/itemProps7.xml><?xml version="1.0" encoding="utf-8"?>
<ds:datastoreItem xmlns:ds="http://schemas.openxmlformats.org/officeDocument/2006/customXml" ds:itemID="{FECF2692-430A-42BC-BB85-B117CC86B9F1}">
  <ds:schemaRefs/>
</ds:datastoreItem>
</file>

<file path=customXml/itemProps8.xml><?xml version="1.0" encoding="utf-8"?>
<ds:datastoreItem xmlns:ds="http://schemas.openxmlformats.org/officeDocument/2006/customXml" ds:itemID="{EC9E3BB1-7742-4531-9FB2-E41B04090E85}">
  <ds:schemaRefs/>
</ds:datastoreItem>
</file>

<file path=customXml/itemProps9.xml><?xml version="1.0" encoding="utf-8"?>
<ds:datastoreItem xmlns:ds="http://schemas.openxmlformats.org/officeDocument/2006/customXml" ds:itemID="{756E4A9D-5C7B-4D1C-B903-F656C48311A8}">
  <ds:schemaRefs/>
</ds:datastoreItem>
</file>

<file path=customXml/itemProps10.xml><?xml version="1.0" encoding="utf-8"?>
<ds:datastoreItem xmlns:ds="http://schemas.openxmlformats.org/officeDocument/2006/customXml" ds:itemID="{BCBD7B00-2C5B-4770-A4A4-D6EA7118AF1E}">
  <ds:schemaRefs/>
</ds:datastoreItem>
</file>

<file path=customXml/itemProps11.xml><?xml version="1.0" encoding="utf-8"?>
<ds:datastoreItem xmlns:ds="http://schemas.openxmlformats.org/officeDocument/2006/customXml" ds:itemID="{CF3DFB68-B060-4FD2-A5F9-E4E27440B6D6}">
  <ds:schemaRefs/>
</ds:datastoreItem>
</file>

<file path=customXml/itemProps12.xml><?xml version="1.0" encoding="utf-8"?>
<ds:datastoreItem xmlns:ds="http://schemas.openxmlformats.org/officeDocument/2006/customXml" ds:itemID="{56F28A97-6C4F-4810-9F28-C651A97C4412}">
  <ds:schemaRefs/>
</ds:datastoreItem>
</file>

<file path=customXml/itemProps13.xml><?xml version="1.0" encoding="utf-8"?>
<ds:datastoreItem xmlns:ds="http://schemas.openxmlformats.org/officeDocument/2006/customXml" ds:itemID="{9B7528F2-D57F-4D3B-B94F-F214FBF49C42}">
  <ds:schemaRefs/>
</ds:datastoreItem>
</file>

<file path=customXml/itemProps14.xml><?xml version="1.0" encoding="utf-8"?>
<ds:datastoreItem xmlns:ds="http://schemas.openxmlformats.org/officeDocument/2006/customXml" ds:itemID="{E912D3B4-F489-4CF7-9CBE-87F774DF80B2}">
  <ds:schemaRefs/>
</ds:datastoreItem>
</file>

<file path=customXml/itemProps15.xml><?xml version="1.0" encoding="utf-8"?>
<ds:datastoreItem xmlns:ds="http://schemas.openxmlformats.org/officeDocument/2006/customXml" ds:itemID="{8E960275-9994-4D96-845B-122439D10DEF}">
  <ds:schemaRefs/>
</ds:datastoreItem>
</file>

<file path=customXml/itemProps16.xml><?xml version="1.0" encoding="utf-8"?>
<ds:datastoreItem xmlns:ds="http://schemas.openxmlformats.org/officeDocument/2006/customXml" ds:itemID="{B00431EC-66AA-46CA-A66B-07A494C0F967}">
  <ds:schemaRefs/>
</ds:datastoreItem>
</file>

<file path=customXml/itemProps17.xml><?xml version="1.0" encoding="utf-8"?>
<ds:datastoreItem xmlns:ds="http://schemas.openxmlformats.org/officeDocument/2006/customXml" ds:itemID="{F13A57AD-65C4-4085-8B5E-63707A0E6155}">
  <ds:schemaRefs/>
</ds:datastoreItem>
</file>

<file path=customXml/itemProps18.xml><?xml version="1.0" encoding="utf-8"?>
<ds:datastoreItem xmlns:ds="http://schemas.openxmlformats.org/officeDocument/2006/customXml" ds:itemID="{DC77103A-005A-4823-A0B8-99EC7B5F9C4D}">
  <ds:schemaRefs/>
</ds:datastoreItem>
</file>

<file path=customXml/itemProps19.xml><?xml version="1.0" encoding="utf-8"?>
<ds:datastoreItem xmlns:ds="http://schemas.openxmlformats.org/officeDocument/2006/customXml" ds:itemID="{66AE6450-FAC4-490C-B054-B300C9474AAE}">
  <ds:schemaRefs/>
</ds:datastoreItem>
</file>

<file path=customXml/itemProps20.xml><?xml version="1.0" encoding="utf-8"?>
<ds:datastoreItem xmlns:ds="http://schemas.openxmlformats.org/officeDocument/2006/customXml" ds:itemID="{0F807622-2E8E-4A4D-A577-256826DF9FD1}">
  <ds:schemaRefs/>
</ds:datastoreItem>
</file>

<file path=customXml/itemProps21.xml><?xml version="1.0" encoding="utf-8"?>
<ds:datastoreItem xmlns:ds="http://schemas.openxmlformats.org/officeDocument/2006/customXml" ds:itemID="{59396D60-0E58-4E2E-90F3-C4ABF328820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SmartMail AI智能邮件工作台 项目答辩</Template>
  <TotalTime>121</TotalTime>
  <Words>1702</Words>
  <Application>Microsoft Office PowerPoint</Application>
  <PresentationFormat>宽屏</PresentationFormat>
  <Paragraphs>238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kitty原始猫咪中文智能手机字体</vt:lpstr>
      <vt:lpstr>等线</vt:lpstr>
      <vt:lpstr>Microsoft YaHei</vt:lpstr>
      <vt:lpstr>Microsoft YaHei</vt:lpstr>
      <vt:lpstr>Aptos</vt:lpstr>
      <vt:lpstr>Aptos Display</vt:lpstr>
      <vt:lpstr>Arial</vt:lpstr>
      <vt:lpstr>Calibri</vt:lpstr>
      <vt:lpstr>Open 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明轩 李</dc:creator>
  <cp:keywords>AIGC生成内容仅供参考-2026/7/7 11:52:52</cp:keywords>
  <cp:lastModifiedBy>俊翔 罗</cp:lastModifiedBy>
  <cp:revision>4</cp:revision>
  <cp:lastPrinted>2026-07-07T11:52:00Z</cp:lastPrinted>
  <dcterms:created xsi:type="dcterms:W3CDTF">2026-07-07T04:44:53Z</dcterms:created>
  <dcterms:modified xsi:type="dcterms:W3CDTF">2026-07-07T07:34:18Z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E065B4930812403BA31FCE7CDE69CB2C_13</vt:lpwstr>
  </property>
  <property fmtid="{D5CDD505-2E9C-101B-9397-08002B2CF9AE}" pid="3" name="KSOProductBuildVer">
    <vt:lpwstr>2052-12.1.0.26895</vt:lpwstr>
  </property>
</Properties>
</file>